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ags/tag1.xml" ContentType="application/vnd.openxmlformats-officedocument.presentationml.tags+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theme/theme3.xml" ContentType="application/vnd.openxmlformats-officedocument.theme+xml"/>
  <Override PartName="/ppt/tags/tag9.xml" ContentType="application/vnd.openxmlformats-officedocument.presentationml.tags+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10.xml" ContentType="application/vnd.openxmlformats-officedocument.presentationml.tags+xml"/>
  <Override PartName="/ppt/notesSlides/notesSlide10.xml" ContentType="application/vnd.openxmlformats-officedocument.presentationml.notesSlide+xml"/>
  <Override PartName="/ppt/tags/tag11.xml" ContentType="application/vnd.openxmlformats-officedocument.presentationml.tags+xml"/>
  <Override PartName="/ppt/notesSlides/notesSlide11.xml" ContentType="application/vnd.openxmlformats-officedocument.presentationml.notesSlide+xml"/>
  <Override PartName="/ppt/tags/tag12.xml" ContentType="application/vnd.openxmlformats-officedocument.presentationml.tags+xml"/>
  <Override PartName="/ppt/notesSlides/notesSlide12.xml" ContentType="application/vnd.openxmlformats-officedocument.presentationml.notesSlide+xml"/>
  <Override PartName="/ppt/tags/tag13.xml" ContentType="application/vnd.openxmlformats-officedocument.presentationml.tags+xml"/>
  <Override PartName="/ppt/notesSlides/notesSlide13.xml" ContentType="application/vnd.openxmlformats-officedocument.presentationml.notesSlide+xml"/>
  <Override PartName="/ppt/tags/tag14.xml" ContentType="application/vnd.openxmlformats-officedocument.presentationml.tags+xml"/>
  <Override PartName="/ppt/notesSlides/notesSlide14.xml" ContentType="application/vnd.openxmlformats-officedocument.presentationml.notesSlide+xml"/>
  <Override PartName="/ppt/tags/tag15.xml" ContentType="application/vnd.openxmlformats-officedocument.presentationml.tags+xml"/>
  <Override PartName="/ppt/notesSlides/notesSlide15.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700" r:id="rId4"/>
    <p:sldMasterId id="2147483730" r:id="rId5"/>
    <p:sldMasterId id="2147483807" r:id="rId6"/>
  </p:sldMasterIdLst>
  <p:notesMasterIdLst>
    <p:notesMasterId r:id="rId26"/>
  </p:notesMasterIdLst>
  <p:sldIdLst>
    <p:sldId id="2147483626" r:id="rId7"/>
    <p:sldId id="2147483647" r:id="rId8"/>
    <p:sldId id="257" r:id="rId9"/>
    <p:sldId id="256" r:id="rId10"/>
    <p:sldId id="258" r:id="rId11"/>
    <p:sldId id="259" r:id="rId12"/>
    <p:sldId id="469" r:id="rId13"/>
    <p:sldId id="2147475295" r:id="rId14"/>
    <p:sldId id="273" r:id="rId15"/>
    <p:sldId id="274" r:id="rId16"/>
    <p:sldId id="2147480759" r:id="rId17"/>
    <p:sldId id="2147483625" r:id="rId18"/>
    <p:sldId id="2147483562" r:id="rId19"/>
    <p:sldId id="2147480668" r:id="rId20"/>
    <p:sldId id="2147477873" r:id="rId21"/>
    <p:sldId id="2147480711" r:id="rId22"/>
    <p:sldId id="2147480670" r:id="rId23"/>
    <p:sldId id="2147480708" r:id="rId24"/>
    <p:sldId id="2147480705"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82367D29-DD51-4A0A-84DD-101C1A191728}">
          <p14:sldIdLst>
            <p14:sldId id="2147483626"/>
            <p14:sldId id="2147483647"/>
            <p14:sldId id="257"/>
            <p14:sldId id="256"/>
            <p14:sldId id="258"/>
            <p14:sldId id="259"/>
            <p14:sldId id="469"/>
          </p14:sldIdLst>
        </p14:section>
        <p14:section name="Appendix / Graveyard" id="{B9D3F621-7B5D-4D3A-A30A-75EF839DB523}">
          <p14:sldIdLst>
            <p14:sldId id="2147475295"/>
            <p14:sldId id="273"/>
            <p14:sldId id="274"/>
            <p14:sldId id="2147480759"/>
            <p14:sldId id="2147483625"/>
            <p14:sldId id="2147483562"/>
            <p14:sldId id="2147480668"/>
            <p14:sldId id="2147477873"/>
            <p14:sldId id="2147480711"/>
            <p14:sldId id="2147480670"/>
            <p14:sldId id="2147480708"/>
            <p14:sldId id="2147480705"/>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9F9F9"/>
    <a:srgbClr val="88CAC4"/>
    <a:srgbClr val="0A626C"/>
    <a:srgbClr val="00B050"/>
    <a:srgbClr val="A0DCFF"/>
    <a:srgbClr val="135C66"/>
    <a:srgbClr val="FFFFFF"/>
    <a:srgbClr val="009A44"/>
    <a:srgbClr val="0070C0"/>
    <a:srgbClr val="C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2571" autoAdjust="0"/>
    <p:restoredTop sz="51034" autoAdjust="0"/>
  </p:normalViewPr>
  <p:slideViewPr>
    <p:cSldViewPr snapToGrid="0">
      <p:cViewPr varScale="1">
        <p:scale>
          <a:sx n="103" d="100"/>
          <a:sy n="103" d="100"/>
        </p:scale>
        <p:origin x="210"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5.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viewProps" Target="viewProps.xml"/><Relationship Id="rId10" Type="http://schemas.openxmlformats.org/officeDocument/2006/relationships/slide" Target="slides/slide4.xml"/><Relationship Id="rId19" Type="http://schemas.openxmlformats.org/officeDocument/2006/relationships/slide" Target="slides/slide13.xml"/><Relationship Id="rId31"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7A5D153-9D61-4451-B468-9254812758C4}" type="datetimeFigureOut">
              <a:rPr lang="en-US" smtClean="0"/>
              <a:t>6/26/2026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9D31EBF-0B57-469D-A0B3-D87CAEDE9337}" type="slidenum">
              <a:rPr lang="en-US" smtClean="0"/>
              <a:t>‹#›</a:t>
            </a:fld>
            <a:endParaRPr lang="en-US"/>
          </a:p>
        </p:txBody>
      </p:sp>
    </p:spTree>
    <p:extLst>
      <p:ext uri="{BB962C8B-B14F-4D97-AF65-F5344CB8AC3E}">
        <p14:creationId xmlns:p14="http://schemas.microsoft.com/office/powerpoint/2010/main" val="15066293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42109314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17805590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11252042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720725"/>
            <a:ext cx="6397625" cy="3598863"/>
          </a:xfrm>
        </p:spPr>
        <p:txBody>
          <a:bodyPr/>
          <a:lstStyle/>
          <a:p>
            <a:endParaRPr lang="en-US"/>
          </a:p>
        </p:txBody>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a:xfrm>
            <a:off x="4143375" y="9120188"/>
            <a:ext cx="3170238" cy="481012"/>
          </a:xfrm>
          <a:prstGeom prst="rect">
            <a:avLst/>
          </a:prstGeom>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B1FEB637-BC42-497E-9119-65CA0380A6EE}"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1219170" rtl="0" eaLnBrk="1" fontAlgn="auto" latinLnBrk="0" hangingPunct="1">
                <a:lnSpc>
                  <a:spcPct val="100000"/>
                </a:lnSpc>
                <a:spcBef>
                  <a:spcPts val="0"/>
                </a:spcBef>
                <a:spcAft>
                  <a:spcPts val="0"/>
                </a:spcAft>
                <a:buClrTx/>
                <a:buSzTx/>
                <a:buFontTx/>
                <a:buNone/>
                <a:tabLst/>
                <a:defRPr/>
              </a:pPr>
              <a:t>7</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128135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1DFFBC9-1036-44D4-836D-D5C9DADD3CCB}" type="slidenum">
              <a:rPr lang="en-US" smtClean="0"/>
              <a:t>8</a:t>
            </a:fld>
            <a:endParaRPr lang="en-US"/>
          </a:p>
        </p:txBody>
      </p:sp>
    </p:spTree>
    <p:extLst>
      <p:ext uri="{BB962C8B-B14F-4D97-AF65-F5344CB8AC3E}">
        <p14:creationId xmlns:p14="http://schemas.microsoft.com/office/powerpoint/2010/main" val="5743522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16"/>
        <p:cNvGrpSpPr/>
        <p:nvPr/>
      </p:nvGrpSpPr>
      <p:grpSpPr>
        <a:xfrm>
          <a:off x="0" y="0"/>
          <a:ext cx="0" cy="0"/>
          <a:chOff x="0" y="0"/>
          <a:chExt cx="0" cy="0"/>
        </a:xfrm>
      </p:grpSpPr>
      <p:sp>
        <p:nvSpPr>
          <p:cNvPr id="4017" name="Google Shape;4017;g24d888e8305_17_145: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4018" name="Google Shape;4018;g24d888e8305_17_145:notes"/>
          <p:cNvSpPr txBox="1">
            <a:spLocks noGrp="1"/>
          </p:cNvSpPr>
          <p:nvPr>
            <p:ph type="body" idx="1"/>
          </p:nvPr>
        </p:nvSpPr>
        <p:spPr>
          <a:xfrm>
            <a:off x="731520" y="4620577"/>
            <a:ext cx="5852160" cy="3780473"/>
          </a:xfrm>
          <a:prstGeom prst="rect">
            <a:avLst/>
          </a:prstGeom>
          <a:noFill/>
          <a:ln>
            <a:noFill/>
          </a:ln>
        </p:spPr>
        <p:txBody>
          <a:bodyPr spcFirstLastPara="1" wrap="square" lIns="97000" tIns="48500" rIns="97000" bIns="48500" anchor="t" anchorCtr="0">
            <a:noAutofit/>
          </a:bodyPr>
          <a:lstStyle/>
          <a:p>
            <a:pPr marL="0" lvl="0" indent="0" algn="l" rtl="0">
              <a:spcBef>
                <a:spcPts val="0"/>
              </a:spcBef>
              <a:spcAft>
                <a:spcPts val="0"/>
              </a:spcAft>
              <a:buNone/>
            </a:pPr>
            <a:endParaRPr sz="1500"/>
          </a:p>
        </p:txBody>
      </p:sp>
      <p:sp>
        <p:nvSpPr>
          <p:cNvPr id="4019" name="Google Shape;4019;g24d888e8305_17_145:notes"/>
          <p:cNvSpPr txBox="1">
            <a:spLocks noGrp="1"/>
          </p:cNvSpPr>
          <p:nvPr>
            <p:ph type="sldNum" idx="12"/>
          </p:nvPr>
        </p:nvSpPr>
        <p:spPr>
          <a:xfrm>
            <a:off x="4143587" y="9119474"/>
            <a:ext cx="3169920" cy="481726"/>
          </a:xfrm>
          <a:prstGeom prst="rect">
            <a:avLst/>
          </a:prstGeom>
          <a:noFill/>
          <a:ln>
            <a:noFill/>
          </a:ln>
        </p:spPr>
        <p:txBody>
          <a:bodyPr spcFirstLastPara="1" wrap="square" lIns="97000" tIns="48500" rIns="97000" bIns="48500" anchor="b" anchorCtr="0">
            <a:noAutofit/>
          </a:bodyPr>
          <a:lstStyle/>
          <a:p>
            <a:pPr marL="0" marR="0" lvl="0" indent="0" algn="r" rtl="0">
              <a:lnSpc>
                <a:spcPct val="100000"/>
              </a:lnSpc>
              <a:spcBef>
                <a:spcPts val="0"/>
              </a:spcBef>
              <a:spcAft>
                <a:spcPts val="0"/>
              </a:spcAft>
              <a:buClr>
                <a:srgbClr val="000000"/>
              </a:buClr>
              <a:buSzPts val="1300"/>
              <a:buFont typeface="Calibri"/>
              <a:buNone/>
            </a:pPr>
            <a:fld id="{00000000-1234-1234-1234-123412341234}" type="slidenum">
              <a:rPr lang="en-US" sz="1300" b="0" i="0" u="none" strike="noStrike" cap="none">
                <a:solidFill>
                  <a:srgbClr val="000000"/>
                </a:solidFill>
                <a:latin typeface="Calibri"/>
                <a:ea typeface="Calibri"/>
                <a:cs typeface="Calibri"/>
                <a:sym typeface="Calibri"/>
              </a:rPr>
              <a:t>9</a:t>
            </a:fld>
            <a:endParaRPr sz="13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5447956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498703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EDD572C-0642-445C-95EA-9BF60C5DC72B}" type="slidenum">
              <a:rPr lang="en-US" smtClean="0"/>
              <a:t>12</a:t>
            </a:fld>
            <a:endParaRPr lang="en-US"/>
          </a:p>
        </p:txBody>
      </p:sp>
    </p:spTree>
    <p:extLst>
      <p:ext uri="{BB962C8B-B14F-4D97-AF65-F5344CB8AC3E}">
        <p14:creationId xmlns:p14="http://schemas.microsoft.com/office/powerpoint/2010/main" val="32830928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1DFFBC9-1036-44D4-836D-D5C9DADD3CCB}" type="slidenum">
              <a:rPr lang="en-US" smtClean="0"/>
              <a:t>13</a:t>
            </a:fld>
            <a:endParaRPr lang="en-US"/>
          </a:p>
        </p:txBody>
      </p:sp>
    </p:spTree>
    <p:extLst>
      <p:ext uri="{BB962C8B-B14F-4D97-AF65-F5344CB8AC3E}">
        <p14:creationId xmlns:p14="http://schemas.microsoft.com/office/powerpoint/2010/main" val="29578711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indent="0">
              <a:buNone/>
            </a:pPr>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5B35F0B-079D-40E7-8D41-8AE74B6D4A5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8828652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indent="0">
              <a:buNone/>
            </a:pPr>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5B35F0B-079D-40E7-8D41-8AE74B6D4A5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33036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indent="0">
              <a:buNone/>
            </a:pPr>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5B35F0B-079D-40E7-8D41-8AE74B6D4A5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965013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indent="0">
              <a:buNone/>
            </a:pPr>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5B35F0B-079D-40E7-8D41-8AE74B6D4A5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6822961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indent="0">
              <a:buNone/>
            </a:pPr>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5B35F0B-079D-40E7-8D41-8AE74B6D4A5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5447307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indent="0">
              <a:buNone/>
            </a:pPr>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5B35F0B-079D-40E7-8D41-8AE74B6D4A5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8667368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3.xml"/><Relationship Id="rId4" Type="http://schemas.openxmlformats.org/officeDocument/2006/relationships/image" Target="../media/image5.emf"/></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4.xml"/><Relationship Id="rId4" Type="http://schemas.openxmlformats.org/officeDocument/2006/relationships/image" Target="../media/image5.emf"/></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2.xml"/><Relationship Id="rId1" Type="http://schemas.openxmlformats.org/officeDocument/2006/relationships/tags" Target="../tags/tag5.xml"/><Relationship Id="rId4" Type="http://schemas.openxmlformats.org/officeDocument/2006/relationships/image" Target="../media/image6.emf"/></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6.xml"/><Relationship Id="rId4" Type="http://schemas.openxmlformats.org/officeDocument/2006/relationships/image" Target="../media/image5.emf"/></Relationships>
</file>

<file path=ppt/slideLayouts/_rels/slideLayout9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7.xml"/><Relationship Id="rId4" Type="http://schemas.openxmlformats.org/officeDocument/2006/relationships/image" Target="../media/image5.emf"/></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2.xml"/><Relationship Id="rId1" Type="http://schemas.openxmlformats.org/officeDocument/2006/relationships/tags" Target="../tags/tag8.xml"/><Relationship Id="rId5" Type="http://schemas.openxmlformats.org/officeDocument/2006/relationships/image" Target="../media/image8.emf"/><Relationship Id="rId4" Type="http://schemas.openxmlformats.org/officeDocument/2006/relationships/image" Target="../media/image7.emf"/></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1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1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1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1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3.xml"/></Relationships>
</file>

<file path=ppt/slideLayouts/_rels/slideLayout1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1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 White">
    <p:bg bwMode="gray">
      <p:bgPr>
        <a:solidFill>
          <a:schemeClr val="bg1"/>
        </a:solidFill>
        <a:effectLst/>
      </p:bgPr>
    </p:bg>
    <p:spTree>
      <p:nvGrpSpPr>
        <p:cNvPr id="1" name=""/>
        <p:cNvGrpSpPr/>
        <p:nvPr/>
      </p:nvGrpSpPr>
      <p:grpSpPr>
        <a:xfrm>
          <a:off x="0" y="0"/>
          <a:ext cx="0" cy="0"/>
          <a:chOff x="0" y="0"/>
          <a:chExt cx="0" cy="0"/>
        </a:xfrm>
      </p:grpSpPr>
      <p:sp>
        <p:nvSpPr>
          <p:cNvPr id="42" name="Title 1">
            <a:extLst>
              <a:ext uri="{FF2B5EF4-FFF2-40B4-BE49-F238E27FC236}">
                <a16:creationId xmlns:a16="http://schemas.microsoft.com/office/drawing/2014/main" id="{B345DB50-CB94-4421-9E14-33DABF973475}"/>
              </a:ext>
            </a:extLst>
          </p:cNvPr>
          <p:cNvSpPr>
            <a:spLocks noGrp="1"/>
          </p:cNvSpPr>
          <p:nvPr>
            <p:ph type="ctrTitle"/>
          </p:nvPr>
        </p:nvSpPr>
        <p:spPr bwMode="gray">
          <a:xfrm>
            <a:off x="457201" y="5186209"/>
            <a:ext cx="9489988" cy="895983"/>
          </a:xfrm>
          <a:prstGeom prst="rect">
            <a:avLst/>
          </a:prstGeom>
        </p:spPr>
        <p:txBody>
          <a:bodyPr anchor="b" anchorCtr="0">
            <a:noAutofit/>
          </a:bodyPr>
          <a:lstStyle>
            <a:lvl1pPr algn="l">
              <a:lnSpc>
                <a:spcPts val="3200"/>
              </a:lnSpc>
              <a:defRPr sz="3200" b="1">
                <a:solidFill>
                  <a:schemeClr val="accent5"/>
                </a:solidFill>
                <a:latin typeface="Open Sans" panose="020B0606030504020204" pitchFamily="34" charset="0"/>
                <a:ea typeface="Open Sans" panose="020B0606030504020204" pitchFamily="34" charset="0"/>
                <a:cs typeface="Open Sans" panose="020B0606030504020204" pitchFamily="34" charset="0"/>
              </a:defRPr>
            </a:lvl1pPr>
          </a:lstStyle>
          <a:p>
            <a:r>
              <a:rPr lang="en-US" noProof="0"/>
              <a:t>Click to edit Master title style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p:nvPr>
        </p:nvSpPr>
        <p:spPr>
          <a:xfrm>
            <a:off x="457201" y="6365848"/>
            <a:ext cx="4490721" cy="273050"/>
          </a:xfrm>
          <a:prstGeom prst="rect">
            <a:avLst/>
          </a:prstGeom>
        </p:spPr>
        <p:txBody>
          <a:bodyPr anchor="t">
            <a:noAutofit/>
          </a:bodyPr>
          <a:lstStyle>
            <a:lvl1pPr>
              <a:spcAft>
                <a:spcPts val="0"/>
              </a:spcAft>
              <a:defRPr sz="1400" b="1">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27" name="Group 26">
            <a:extLst>
              <a:ext uri="{FF2B5EF4-FFF2-40B4-BE49-F238E27FC236}">
                <a16:creationId xmlns:a16="http://schemas.microsoft.com/office/drawing/2014/main" id="{A01EE57E-4C1B-4ECF-94C5-14A453751EA1}"/>
              </a:ext>
            </a:extLst>
          </p:cNvPr>
          <p:cNvGrpSpPr>
            <a:grpSpLocks noChangeAspect="1"/>
          </p:cNvGrpSpPr>
          <p:nvPr userDrawn="1"/>
        </p:nvGrpSpPr>
        <p:grpSpPr>
          <a:xfrm>
            <a:off x="460541" y="344137"/>
            <a:ext cx="1819109" cy="345828"/>
            <a:chOff x="398463" y="404813"/>
            <a:chExt cx="1627187" cy="307976"/>
          </a:xfrm>
          <a:solidFill>
            <a:schemeClr val="tx1"/>
          </a:solidFill>
        </p:grpSpPr>
        <p:sp>
          <p:nvSpPr>
            <p:cNvPr id="28" name="Oval 5">
              <a:extLst>
                <a:ext uri="{FF2B5EF4-FFF2-40B4-BE49-F238E27FC236}">
                  <a16:creationId xmlns:a16="http://schemas.microsoft.com/office/drawing/2014/main" id="{848B10DB-7BA0-47A6-A2BF-E43FDE325327}"/>
                </a:ext>
              </a:extLst>
            </p:cNvPr>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29" name="Freeform 6">
              <a:extLst>
                <a:ext uri="{FF2B5EF4-FFF2-40B4-BE49-F238E27FC236}">
                  <a16:creationId xmlns:a16="http://schemas.microsoft.com/office/drawing/2014/main" id="{B690FCB5-02B0-42C1-A71D-2F5ABCA25FF7}"/>
                </a:ext>
              </a:extLst>
            </p:cNvPr>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33" name="Rectangle 7">
              <a:extLst>
                <a:ext uri="{FF2B5EF4-FFF2-40B4-BE49-F238E27FC236}">
                  <a16:creationId xmlns:a16="http://schemas.microsoft.com/office/drawing/2014/main" id="{358223E3-2772-41EC-BDC5-F0327F14B288}"/>
                </a:ext>
              </a:extLst>
            </p:cNvPr>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34" name="Freeform 8">
              <a:extLst>
                <a:ext uri="{FF2B5EF4-FFF2-40B4-BE49-F238E27FC236}">
                  <a16:creationId xmlns:a16="http://schemas.microsoft.com/office/drawing/2014/main" id="{60E75CE7-1268-47E9-A585-16E350CB0979}"/>
                </a:ext>
              </a:extLst>
            </p:cNvPr>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35" name="Rectangle 9">
              <a:extLst>
                <a:ext uri="{FF2B5EF4-FFF2-40B4-BE49-F238E27FC236}">
                  <a16:creationId xmlns:a16="http://schemas.microsoft.com/office/drawing/2014/main" id="{BF8B8A80-FD9A-43B9-A936-A0BE1CAD8037}"/>
                </a:ext>
              </a:extLst>
            </p:cNvPr>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36" name="Rectangle 10">
              <a:extLst>
                <a:ext uri="{FF2B5EF4-FFF2-40B4-BE49-F238E27FC236}">
                  <a16:creationId xmlns:a16="http://schemas.microsoft.com/office/drawing/2014/main" id="{5DA18E48-2689-422E-A84C-ECB5B61A0D29}"/>
                </a:ext>
              </a:extLst>
            </p:cNvPr>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37" name="Freeform 11">
              <a:extLst>
                <a:ext uri="{FF2B5EF4-FFF2-40B4-BE49-F238E27FC236}">
                  <a16:creationId xmlns:a16="http://schemas.microsoft.com/office/drawing/2014/main" id="{D9316E24-7A8A-4FCF-B2C4-4EE40E3BA994}"/>
                </a:ext>
              </a:extLst>
            </p:cNvPr>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38" name="Freeform 12">
              <a:extLst>
                <a:ext uri="{FF2B5EF4-FFF2-40B4-BE49-F238E27FC236}">
                  <a16:creationId xmlns:a16="http://schemas.microsoft.com/office/drawing/2014/main" id="{76354CE9-D577-46E8-886D-1BBB079BE4DC}"/>
                </a:ext>
              </a:extLst>
            </p:cNvPr>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39" name="Freeform 13">
              <a:extLst>
                <a:ext uri="{FF2B5EF4-FFF2-40B4-BE49-F238E27FC236}">
                  <a16:creationId xmlns:a16="http://schemas.microsoft.com/office/drawing/2014/main" id="{2232419E-4011-4B15-A744-7F8FCDD1F558}"/>
                </a:ext>
              </a:extLst>
            </p:cNvPr>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40" name="Freeform 14">
              <a:extLst>
                <a:ext uri="{FF2B5EF4-FFF2-40B4-BE49-F238E27FC236}">
                  <a16:creationId xmlns:a16="http://schemas.microsoft.com/office/drawing/2014/main" id="{2F957E66-C402-4A51-A806-6052AEAFC8F2}"/>
                </a:ext>
              </a:extLst>
            </p:cNvPr>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grpSp>
      <p:sp>
        <p:nvSpPr>
          <p:cNvPr id="44" name="Picture Placeholder 8">
            <a:extLst>
              <a:ext uri="{FF2B5EF4-FFF2-40B4-BE49-F238E27FC236}">
                <a16:creationId xmlns:a16="http://schemas.microsoft.com/office/drawing/2014/main" id="{932C736B-20BB-4603-9DD1-FEB85AD9DC39}"/>
              </a:ext>
            </a:extLst>
          </p:cNvPr>
          <p:cNvSpPr>
            <a:spLocks noGrp="1"/>
          </p:cNvSpPr>
          <p:nvPr>
            <p:ph type="pic" sz="quarter" idx="11"/>
          </p:nvPr>
        </p:nvSpPr>
        <p:spPr>
          <a:xfrm>
            <a:off x="3319272" y="688848"/>
            <a:ext cx="5562600" cy="5556504"/>
          </a:xfrm>
          <a:prstGeom prst="rect">
            <a:avLst/>
          </a:prstGeom>
        </p:spPr>
        <p:txBody>
          <a:bodyPr/>
          <a:lstStyle/>
          <a:p>
            <a:r>
              <a:rPr lang="en-US" noProof="0"/>
              <a:t>Click icon to add picture</a:t>
            </a:r>
          </a:p>
        </p:txBody>
      </p:sp>
      <p:pic>
        <p:nvPicPr>
          <p:cNvPr id="2" name="Picture 4" descr="Background pattern, surface chart&#10;&#10;Description automatically generated">
            <a:extLst>
              <a:ext uri="{FF2B5EF4-FFF2-40B4-BE49-F238E27FC236}">
                <a16:creationId xmlns:a16="http://schemas.microsoft.com/office/drawing/2014/main" id="{11B2913D-1335-9F0F-22C2-E390D4A15D25}"/>
              </a:ext>
            </a:extLst>
          </p:cNvPr>
          <p:cNvPicPr>
            <a:picLocks noChangeAspect="1"/>
          </p:cNvPicPr>
          <p:nvPr userDrawn="1"/>
        </p:nvPicPr>
        <p:blipFill>
          <a:blip r:embed="rId2"/>
          <a:stretch>
            <a:fillRect/>
          </a:stretch>
        </p:blipFill>
        <p:spPr>
          <a:xfrm rot="16200000">
            <a:off x="7503043" y="2169043"/>
            <a:ext cx="6858000" cy="2519914"/>
          </a:xfrm>
          <a:prstGeom prst="rect">
            <a:avLst/>
          </a:prstGeom>
        </p:spPr>
      </p:pic>
      <p:sp>
        <p:nvSpPr>
          <p:cNvPr id="4" name="TextBox 3">
            <a:extLst>
              <a:ext uri="{FF2B5EF4-FFF2-40B4-BE49-F238E27FC236}">
                <a16:creationId xmlns:a16="http://schemas.microsoft.com/office/drawing/2014/main" id="{FF3098ED-1190-635A-1136-CB327EE902D6}"/>
              </a:ext>
            </a:extLst>
          </p:cNvPr>
          <p:cNvSpPr txBox="1"/>
          <p:nvPr userDrawn="1"/>
        </p:nvSpPr>
        <p:spPr>
          <a:xfrm>
            <a:off x="9373881" y="344137"/>
            <a:ext cx="2359766" cy="492443"/>
          </a:xfrm>
          <a:prstGeom prst="rect">
            <a:avLst/>
          </a:prstGeom>
          <a:noFill/>
        </p:spPr>
        <p:txBody>
          <a:bodyPr wrap="square" lIns="0" tIns="0" rIns="0" bIns="0" rtlCol="0">
            <a:spAutoFit/>
          </a:bodyPr>
          <a:lstStyle/>
          <a:p>
            <a:pPr marL="0" indent="0" algn="r">
              <a:spcBef>
                <a:spcPts val="600"/>
              </a:spcBef>
              <a:buSzPct val="100000"/>
              <a:buFont typeface="Arial"/>
              <a:buNone/>
            </a:pPr>
            <a:r>
              <a:rPr lang="en-US" sz="3200" b="1" spc="300" baseline="0" dirty="0">
                <a:solidFill>
                  <a:schemeClr val="bg2"/>
                </a:solidFill>
                <a:latin typeface="Open Sans Light" panose="020B0306030504020204" pitchFamily="34" charset="0"/>
                <a:ea typeface="Open Sans Light" panose="020B0306030504020204" pitchFamily="34" charset="0"/>
                <a:cs typeface="Open Sans Light" panose="020B0306030504020204" pitchFamily="34" charset="0"/>
              </a:rPr>
              <a:t>FinanceAI</a:t>
            </a:r>
          </a:p>
        </p:txBody>
      </p:sp>
    </p:spTree>
    <p:extLst>
      <p:ext uri="{BB962C8B-B14F-4D97-AF65-F5344CB8AC3E}">
        <p14:creationId xmlns:p14="http://schemas.microsoft.com/office/powerpoint/2010/main" val="2045450240"/>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 Black">
    <p:bg bwMode="gray">
      <p:bgPr>
        <a:solidFill>
          <a:schemeClr val="tx1"/>
        </a:solidFill>
        <a:effectLst/>
      </p:bgPr>
    </p:bg>
    <p:spTree>
      <p:nvGrpSpPr>
        <p:cNvPr id="1" name=""/>
        <p:cNvGrpSpPr/>
        <p:nvPr/>
      </p:nvGrpSpPr>
      <p:grpSpPr>
        <a:xfrm>
          <a:off x="0" y="0"/>
          <a:ext cx="0" cy="0"/>
          <a:chOff x="0" y="0"/>
          <a:chExt cx="0" cy="0"/>
        </a:xfrm>
      </p:grpSpPr>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p:nvPr>
        </p:nvSpPr>
        <p:spPr>
          <a:xfrm>
            <a:off x="463296" y="6365848"/>
            <a:ext cx="4446269" cy="273050"/>
          </a:xfrm>
          <a:prstGeom prst="rect">
            <a:avLst/>
          </a:prstGeom>
        </p:spPr>
        <p:txBody>
          <a:bodyPr anchor="t">
            <a:noAutofit/>
          </a:bodyPr>
          <a:lstStyle>
            <a:lvl1pPr>
              <a:spcAft>
                <a:spcPts val="0"/>
              </a:spcAft>
              <a:defRPr sz="1400" b="1">
                <a:solidFill>
                  <a:schemeClr val="bg1"/>
                </a:solidFill>
                <a:latin typeface="Open Sans" panose="020B0606030504020204" pitchFamily="34" charset="0"/>
                <a:ea typeface="Open Sans" panose="020B0606030504020204" pitchFamily="34" charset="0"/>
                <a:cs typeface="Open Sans" panose="020B06060305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27" name="Group 26">
            <a:extLst>
              <a:ext uri="{FF2B5EF4-FFF2-40B4-BE49-F238E27FC236}">
                <a16:creationId xmlns:a16="http://schemas.microsoft.com/office/drawing/2014/main" id="{B6F50CF5-77BF-459B-9A79-3C4CC22A0F3A}"/>
              </a:ext>
            </a:extLst>
          </p:cNvPr>
          <p:cNvGrpSpPr/>
          <p:nvPr userDrawn="1"/>
        </p:nvGrpSpPr>
        <p:grpSpPr>
          <a:xfrm>
            <a:off x="463296" y="341312"/>
            <a:ext cx="1819656" cy="347472"/>
            <a:chOff x="398463" y="404813"/>
            <a:chExt cx="1627187" cy="307976"/>
          </a:xfrm>
          <a:solidFill>
            <a:schemeClr val="bg1"/>
          </a:solidFill>
        </p:grpSpPr>
        <p:sp>
          <p:nvSpPr>
            <p:cNvPr id="28" name="Oval 5">
              <a:extLst>
                <a:ext uri="{FF2B5EF4-FFF2-40B4-BE49-F238E27FC236}">
                  <a16:creationId xmlns:a16="http://schemas.microsoft.com/office/drawing/2014/main" id="{E9128BED-07B9-451E-B858-7CC1141471B6}"/>
                </a:ext>
              </a:extLst>
            </p:cNvPr>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29" name="Freeform 6">
              <a:extLst>
                <a:ext uri="{FF2B5EF4-FFF2-40B4-BE49-F238E27FC236}">
                  <a16:creationId xmlns:a16="http://schemas.microsoft.com/office/drawing/2014/main" id="{C68196BA-7D11-4539-BDF9-983E22D34232}"/>
                </a:ext>
              </a:extLst>
            </p:cNvPr>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44" name="Rectangle 7">
              <a:extLst>
                <a:ext uri="{FF2B5EF4-FFF2-40B4-BE49-F238E27FC236}">
                  <a16:creationId xmlns:a16="http://schemas.microsoft.com/office/drawing/2014/main" id="{42AF1C77-6287-4499-B04A-87B27165DE90}"/>
                </a:ext>
              </a:extLst>
            </p:cNvPr>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45" name="Freeform 8">
              <a:extLst>
                <a:ext uri="{FF2B5EF4-FFF2-40B4-BE49-F238E27FC236}">
                  <a16:creationId xmlns:a16="http://schemas.microsoft.com/office/drawing/2014/main" id="{25579AED-BEB3-43B3-8ED1-4F00DD4BD00F}"/>
                </a:ext>
              </a:extLst>
            </p:cNvPr>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46" name="Rectangle 9">
              <a:extLst>
                <a:ext uri="{FF2B5EF4-FFF2-40B4-BE49-F238E27FC236}">
                  <a16:creationId xmlns:a16="http://schemas.microsoft.com/office/drawing/2014/main" id="{E45E9D0B-F5C0-4893-92F0-D69A666C1B0B}"/>
                </a:ext>
              </a:extLst>
            </p:cNvPr>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47" name="Rectangle 10">
              <a:extLst>
                <a:ext uri="{FF2B5EF4-FFF2-40B4-BE49-F238E27FC236}">
                  <a16:creationId xmlns:a16="http://schemas.microsoft.com/office/drawing/2014/main" id="{DE5C210F-0B06-4949-8E4D-64301D93E9D9}"/>
                </a:ext>
              </a:extLst>
            </p:cNvPr>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48" name="Freeform 11">
              <a:extLst>
                <a:ext uri="{FF2B5EF4-FFF2-40B4-BE49-F238E27FC236}">
                  <a16:creationId xmlns:a16="http://schemas.microsoft.com/office/drawing/2014/main" id="{F24B8B3C-D0AE-4485-8A30-2C7813EFDEE1}"/>
                </a:ext>
              </a:extLst>
            </p:cNvPr>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49" name="Freeform 12">
              <a:extLst>
                <a:ext uri="{FF2B5EF4-FFF2-40B4-BE49-F238E27FC236}">
                  <a16:creationId xmlns:a16="http://schemas.microsoft.com/office/drawing/2014/main" id="{0DD172EE-B893-46D5-9A64-6715E431296D}"/>
                </a:ext>
              </a:extLst>
            </p:cNvPr>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50" name="Freeform 13">
              <a:extLst>
                <a:ext uri="{FF2B5EF4-FFF2-40B4-BE49-F238E27FC236}">
                  <a16:creationId xmlns:a16="http://schemas.microsoft.com/office/drawing/2014/main" id="{41641FDD-35E1-4F42-B99C-FFA6812569B0}"/>
                </a:ext>
              </a:extLst>
            </p:cNvPr>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51" name="Freeform 14">
              <a:extLst>
                <a:ext uri="{FF2B5EF4-FFF2-40B4-BE49-F238E27FC236}">
                  <a16:creationId xmlns:a16="http://schemas.microsoft.com/office/drawing/2014/main" id="{DFE30DEA-FA20-4812-875C-D70A3CA3F5F2}"/>
                </a:ext>
              </a:extLst>
            </p:cNvPr>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grpSp>
      <p:sp>
        <p:nvSpPr>
          <p:cNvPr id="53" name="Title 1">
            <a:extLst>
              <a:ext uri="{FF2B5EF4-FFF2-40B4-BE49-F238E27FC236}">
                <a16:creationId xmlns:a16="http://schemas.microsoft.com/office/drawing/2014/main" id="{647FBB06-57A1-478F-8BCE-57D05265516A}"/>
              </a:ext>
            </a:extLst>
          </p:cNvPr>
          <p:cNvSpPr>
            <a:spLocks noGrp="1"/>
          </p:cNvSpPr>
          <p:nvPr>
            <p:ph type="ctrTitle"/>
          </p:nvPr>
        </p:nvSpPr>
        <p:spPr bwMode="gray">
          <a:xfrm>
            <a:off x="463296" y="5186209"/>
            <a:ext cx="10225299" cy="895983"/>
          </a:xfrm>
          <a:prstGeom prst="rect">
            <a:avLst/>
          </a:prstGeom>
        </p:spPr>
        <p:txBody>
          <a:bodyPr anchor="b" anchorCtr="0">
            <a:noAutofit/>
          </a:bodyPr>
          <a:lstStyle>
            <a:lvl1pPr algn="l">
              <a:lnSpc>
                <a:spcPts val="3200"/>
              </a:lnSpc>
              <a:defRPr sz="3200" b="1">
                <a:solidFill>
                  <a:schemeClr val="bg2"/>
                </a:solidFill>
                <a:latin typeface="Open Sans" panose="020B0606030504020204" pitchFamily="34" charset="0"/>
                <a:ea typeface="Open Sans" panose="020B0606030504020204" pitchFamily="34" charset="0"/>
                <a:cs typeface="Open Sans" panose="020B0606030504020204" pitchFamily="34" charset="0"/>
              </a:defRPr>
            </a:lvl1pPr>
          </a:lstStyle>
          <a:p>
            <a:r>
              <a:rPr lang="en-US" noProof="0"/>
              <a:t>Click to edit Master title style</a:t>
            </a:r>
          </a:p>
        </p:txBody>
      </p:sp>
      <p:sp>
        <p:nvSpPr>
          <p:cNvPr id="17" name="Picture Placeholder 8">
            <a:extLst>
              <a:ext uri="{FF2B5EF4-FFF2-40B4-BE49-F238E27FC236}">
                <a16:creationId xmlns:a16="http://schemas.microsoft.com/office/drawing/2014/main" id="{AA5D9D6B-8AE5-40BD-B06B-DB5F7F3841FC}"/>
              </a:ext>
            </a:extLst>
          </p:cNvPr>
          <p:cNvSpPr>
            <a:spLocks noGrp="1"/>
          </p:cNvSpPr>
          <p:nvPr>
            <p:ph type="pic" sz="quarter" idx="11"/>
          </p:nvPr>
        </p:nvSpPr>
        <p:spPr>
          <a:xfrm>
            <a:off x="3316942" y="688848"/>
            <a:ext cx="5562600" cy="5556504"/>
          </a:xfrm>
          <a:prstGeom prst="rect">
            <a:avLst/>
          </a:prstGeom>
        </p:spPr>
        <p:txBody>
          <a:bodyPr/>
          <a:lstStyle/>
          <a:p>
            <a:r>
              <a:rPr lang="en-US" noProof="0"/>
              <a:t>Click icon to add picture</a:t>
            </a:r>
          </a:p>
        </p:txBody>
      </p:sp>
      <p:pic>
        <p:nvPicPr>
          <p:cNvPr id="2" name="Picture 4" descr="Background pattern, surface chart&#10;&#10;Description automatically generated">
            <a:extLst>
              <a:ext uri="{FF2B5EF4-FFF2-40B4-BE49-F238E27FC236}">
                <a16:creationId xmlns:a16="http://schemas.microsoft.com/office/drawing/2014/main" id="{E5C99E10-3332-BF57-91D1-338C644B83CC}"/>
              </a:ext>
            </a:extLst>
          </p:cNvPr>
          <p:cNvPicPr>
            <a:picLocks noChangeAspect="1"/>
          </p:cNvPicPr>
          <p:nvPr userDrawn="1"/>
        </p:nvPicPr>
        <p:blipFill>
          <a:blip r:embed="rId2"/>
          <a:stretch>
            <a:fillRect/>
          </a:stretch>
        </p:blipFill>
        <p:spPr>
          <a:xfrm rot="16200000">
            <a:off x="7503043" y="2169043"/>
            <a:ext cx="6858000" cy="2519914"/>
          </a:xfrm>
          <a:prstGeom prst="rect">
            <a:avLst/>
          </a:prstGeom>
        </p:spPr>
      </p:pic>
      <p:sp>
        <p:nvSpPr>
          <p:cNvPr id="3" name="TextBox 2">
            <a:extLst>
              <a:ext uri="{FF2B5EF4-FFF2-40B4-BE49-F238E27FC236}">
                <a16:creationId xmlns:a16="http://schemas.microsoft.com/office/drawing/2014/main" id="{9E0EC7A9-A73B-A01D-C39A-62237262402F}"/>
              </a:ext>
            </a:extLst>
          </p:cNvPr>
          <p:cNvSpPr txBox="1"/>
          <p:nvPr userDrawn="1"/>
        </p:nvSpPr>
        <p:spPr>
          <a:xfrm>
            <a:off x="9150155" y="344137"/>
            <a:ext cx="2583492" cy="492443"/>
          </a:xfrm>
          <a:prstGeom prst="rect">
            <a:avLst/>
          </a:prstGeom>
          <a:noFill/>
        </p:spPr>
        <p:txBody>
          <a:bodyPr wrap="square" lIns="0" tIns="0" rIns="0" bIns="0" rtlCol="0">
            <a:spAutoFit/>
          </a:bodyPr>
          <a:lstStyle/>
          <a:p>
            <a:pPr marL="0" indent="0" algn="r">
              <a:spcBef>
                <a:spcPts val="600"/>
              </a:spcBef>
              <a:buSzPct val="100000"/>
              <a:buFont typeface="Arial"/>
              <a:buNone/>
            </a:pPr>
            <a:r>
              <a:rPr lang="en-US" sz="3200" b="1" spc="300" baseline="0">
                <a:solidFill>
                  <a:schemeClr val="bg2"/>
                </a:solidFill>
                <a:latin typeface="Open Sans Light" panose="020B0306030504020204" pitchFamily="34" charset="0"/>
                <a:ea typeface="Open Sans Light" panose="020B0306030504020204" pitchFamily="34" charset="0"/>
                <a:cs typeface="Open Sans Light" panose="020B0306030504020204" pitchFamily="34" charset="0"/>
              </a:rPr>
              <a:t>FinanceAI</a:t>
            </a:r>
            <a:r>
              <a:rPr lang="en-US" sz="3200" b="1" spc="300" baseline="30000">
                <a:solidFill>
                  <a:schemeClr val="bg2"/>
                </a:solidFill>
                <a:latin typeface="Open Sans Light" panose="020B0306030504020204" pitchFamily="34" charset="0"/>
                <a:ea typeface="Open Sans Light" panose="020B0306030504020204" pitchFamily="34" charset="0"/>
                <a:cs typeface="Open Sans Light" panose="020B0306030504020204" pitchFamily="34" charset="0"/>
              </a:rPr>
              <a:t>TM</a:t>
            </a:r>
          </a:p>
        </p:txBody>
      </p:sp>
    </p:spTree>
    <p:extLst>
      <p:ext uri="{BB962C8B-B14F-4D97-AF65-F5344CB8AC3E}">
        <p14:creationId xmlns:p14="http://schemas.microsoft.com/office/powerpoint/2010/main" val="3835481725"/>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1_Title Slide - White">
    <p:bg bwMode="gray">
      <p:bgPr>
        <a:solidFill>
          <a:schemeClr val="bg1"/>
        </a:solidFill>
        <a:effectLst/>
      </p:bgPr>
    </p:bg>
    <p:spTree>
      <p:nvGrpSpPr>
        <p:cNvPr id="1" name=""/>
        <p:cNvGrpSpPr/>
        <p:nvPr/>
      </p:nvGrpSpPr>
      <p:grpSpPr>
        <a:xfrm>
          <a:off x="0" y="0"/>
          <a:ext cx="0" cy="0"/>
          <a:chOff x="0" y="0"/>
          <a:chExt cx="0" cy="0"/>
        </a:xfrm>
      </p:grpSpPr>
      <p:sp>
        <p:nvSpPr>
          <p:cNvPr id="42" name="Title 1">
            <a:extLst>
              <a:ext uri="{FF2B5EF4-FFF2-40B4-BE49-F238E27FC236}">
                <a16:creationId xmlns:a16="http://schemas.microsoft.com/office/drawing/2014/main" id="{B345DB50-CB94-4421-9E14-33DABF973475}"/>
              </a:ext>
            </a:extLst>
          </p:cNvPr>
          <p:cNvSpPr>
            <a:spLocks noGrp="1"/>
          </p:cNvSpPr>
          <p:nvPr>
            <p:ph type="ctrTitle"/>
          </p:nvPr>
        </p:nvSpPr>
        <p:spPr bwMode="gray">
          <a:xfrm>
            <a:off x="457201" y="5186209"/>
            <a:ext cx="9885404" cy="895983"/>
          </a:xfrm>
          <a:prstGeom prst="rect">
            <a:avLst/>
          </a:prstGeom>
        </p:spPr>
        <p:txBody>
          <a:bodyPr anchor="b" anchorCtr="0">
            <a:noAutofit/>
          </a:bodyPr>
          <a:lstStyle>
            <a:lvl1pPr algn="l">
              <a:lnSpc>
                <a:spcPts val="3200"/>
              </a:lnSpc>
              <a:defRPr sz="3200" b="1">
                <a:solidFill>
                  <a:schemeClr val="accent5"/>
                </a:solidFill>
                <a:latin typeface="Open Sans" panose="020B0606030504020204" pitchFamily="34" charset="0"/>
                <a:ea typeface="Open Sans" panose="020B0606030504020204" pitchFamily="34" charset="0"/>
                <a:cs typeface="Open Sans" panose="020B0606030504020204" pitchFamily="34" charset="0"/>
              </a:defRPr>
            </a:lvl1pPr>
          </a:lstStyle>
          <a:p>
            <a:r>
              <a:rPr lang="en-US" noProof="0"/>
              <a:t>Click to edit Master title style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p:nvPr>
        </p:nvSpPr>
        <p:spPr>
          <a:xfrm>
            <a:off x="457201" y="6365848"/>
            <a:ext cx="4490721" cy="273050"/>
          </a:xfrm>
          <a:prstGeom prst="rect">
            <a:avLst/>
          </a:prstGeom>
        </p:spPr>
        <p:txBody>
          <a:bodyPr anchor="t">
            <a:noAutofit/>
          </a:bodyPr>
          <a:lstStyle>
            <a:lvl1pPr>
              <a:spcAft>
                <a:spcPts val="0"/>
              </a:spcAft>
              <a:defRPr sz="1400" b="1">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27" name="Group 26">
            <a:extLst>
              <a:ext uri="{FF2B5EF4-FFF2-40B4-BE49-F238E27FC236}">
                <a16:creationId xmlns:a16="http://schemas.microsoft.com/office/drawing/2014/main" id="{A01EE57E-4C1B-4ECF-94C5-14A453751EA1}"/>
              </a:ext>
            </a:extLst>
          </p:cNvPr>
          <p:cNvGrpSpPr>
            <a:grpSpLocks noChangeAspect="1"/>
          </p:cNvGrpSpPr>
          <p:nvPr userDrawn="1"/>
        </p:nvGrpSpPr>
        <p:grpSpPr>
          <a:xfrm>
            <a:off x="460541" y="344137"/>
            <a:ext cx="1819109" cy="345828"/>
            <a:chOff x="398463" y="404813"/>
            <a:chExt cx="1627187" cy="307976"/>
          </a:xfrm>
          <a:solidFill>
            <a:schemeClr val="tx1"/>
          </a:solidFill>
        </p:grpSpPr>
        <p:sp>
          <p:nvSpPr>
            <p:cNvPr id="28" name="Oval 5">
              <a:extLst>
                <a:ext uri="{FF2B5EF4-FFF2-40B4-BE49-F238E27FC236}">
                  <a16:creationId xmlns:a16="http://schemas.microsoft.com/office/drawing/2014/main" id="{848B10DB-7BA0-47A6-A2BF-E43FDE325327}"/>
                </a:ext>
              </a:extLst>
            </p:cNvPr>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29" name="Freeform 6">
              <a:extLst>
                <a:ext uri="{FF2B5EF4-FFF2-40B4-BE49-F238E27FC236}">
                  <a16:creationId xmlns:a16="http://schemas.microsoft.com/office/drawing/2014/main" id="{B690FCB5-02B0-42C1-A71D-2F5ABCA25FF7}"/>
                </a:ext>
              </a:extLst>
            </p:cNvPr>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33" name="Rectangle 7">
              <a:extLst>
                <a:ext uri="{FF2B5EF4-FFF2-40B4-BE49-F238E27FC236}">
                  <a16:creationId xmlns:a16="http://schemas.microsoft.com/office/drawing/2014/main" id="{358223E3-2772-41EC-BDC5-F0327F14B288}"/>
                </a:ext>
              </a:extLst>
            </p:cNvPr>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34" name="Freeform 8">
              <a:extLst>
                <a:ext uri="{FF2B5EF4-FFF2-40B4-BE49-F238E27FC236}">
                  <a16:creationId xmlns:a16="http://schemas.microsoft.com/office/drawing/2014/main" id="{60E75CE7-1268-47E9-A585-16E350CB0979}"/>
                </a:ext>
              </a:extLst>
            </p:cNvPr>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35" name="Rectangle 9">
              <a:extLst>
                <a:ext uri="{FF2B5EF4-FFF2-40B4-BE49-F238E27FC236}">
                  <a16:creationId xmlns:a16="http://schemas.microsoft.com/office/drawing/2014/main" id="{BF8B8A80-FD9A-43B9-A936-A0BE1CAD8037}"/>
                </a:ext>
              </a:extLst>
            </p:cNvPr>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36" name="Rectangle 10">
              <a:extLst>
                <a:ext uri="{FF2B5EF4-FFF2-40B4-BE49-F238E27FC236}">
                  <a16:creationId xmlns:a16="http://schemas.microsoft.com/office/drawing/2014/main" id="{5DA18E48-2689-422E-A84C-ECB5B61A0D29}"/>
                </a:ext>
              </a:extLst>
            </p:cNvPr>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37" name="Freeform 11">
              <a:extLst>
                <a:ext uri="{FF2B5EF4-FFF2-40B4-BE49-F238E27FC236}">
                  <a16:creationId xmlns:a16="http://schemas.microsoft.com/office/drawing/2014/main" id="{D9316E24-7A8A-4FCF-B2C4-4EE40E3BA994}"/>
                </a:ext>
              </a:extLst>
            </p:cNvPr>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38" name="Freeform 12">
              <a:extLst>
                <a:ext uri="{FF2B5EF4-FFF2-40B4-BE49-F238E27FC236}">
                  <a16:creationId xmlns:a16="http://schemas.microsoft.com/office/drawing/2014/main" id="{76354CE9-D577-46E8-886D-1BBB079BE4DC}"/>
                </a:ext>
              </a:extLst>
            </p:cNvPr>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39" name="Freeform 13">
              <a:extLst>
                <a:ext uri="{FF2B5EF4-FFF2-40B4-BE49-F238E27FC236}">
                  <a16:creationId xmlns:a16="http://schemas.microsoft.com/office/drawing/2014/main" id="{2232419E-4011-4B15-A744-7F8FCDD1F558}"/>
                </a:ext>
              </a:extLst>
            </p:cNvPr>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40" name="Freeform 14">
              <a:extLst>
                <a:ext uri="{FF2B5EF4-FFF2-40B4-BE49-F238E27FC236}">
                  <a16:creationId xmlns:a16="http://schemas.microsoft.com/office/drawing/2014/main" id="{2F957E66-C402-4A51-A806-6052AEAFC8F2}"/>
                </a:ext>
              </a:extLst>
            </p:cNvPr>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grpSp>
      <p:sp>
        <p:nvSpPr>
          <p:cNvPr id="44" name="Picture Placeholder 8">
            <a:extLst>
              <a:ext uri="{FF2B5EF4-FFF2-40B4-BE49-F238E27FC236}">
                <a16:creationId xmlns:a16="http://schemas.microsoft.com/office/drawing/2014/main" id="{932C736B-20BB-4603-9DD1-FEB85AD9DC39}"/>
              </a:ext>
            </a:extLst>
          </p:cNvPr>
          <p:cNvSpPr>
            <a:spLocks noGrp="1"/>
          </p:cNvSpPr>
          <p:nvPr>
            <p:ph type="pic" sz="quarter" idx="11"/>
          </p:nvPr>
        </p:nvSpPr>
        <p:spPr>
          <a:xfrm>
            <a:off x="3319272" y="688848"/>
            <a:ext cx="5562600" cy="5556504"/>
          </a:xfrm>
          <a:prstGeom prst="rect">
            <a:avLst/>
          </a:prstGeom>
        </p:spPr>
        <p:txBody>
          <a:bodyPr/>
          <a:lstStyle/>
          <a:p>
            <a:r>
              <a:rPr lang="en-US" noProof="0"/>
              <a:t>Click icon to add picture</a:t>
            </a:r>
          </a:p>
        </p:txBody>
      </p:sp>
      <p:sp>
        <p:nvSpPr>
          <p:cNvPr id="3" name="TextBox 2">
            <a:extLst>
              <a:ext uri="{FF2B5EF4-FFF2-40B4-BE49-F238E27FC236}">
                <a16:creationId xmlns:a16="http://schemas.microsoft.com/office/drawing/2014/main" id="{6061042B-C2EE-2DF6-3C50-4EF0FE92CBA2}"/>
              </a:ext>
            </a:extLst>
          </p:cNvPr>
          <p:cNvSpPr txBox="1"/>
          <p:nvPr userDrawn="1"/>
        </p:nvSpPr>
        <p:spPr>
          <a:xfrm>
            <a:off x="9106163" y="344137"/>
            <a:ext cx="2627484" cy="492443"/>
          </a:xfrm>
          <a:prstGeom prst="rect">
            <a:avLst/>
          </a:prstGeom>
          <a:noFill/>
        </p:spPr>
        <p:txBody>
          <a:bodyPr wrap="square" lIns="0" tIns="0" rIns="0" bIns="0" rtlCol="0">
            <a:spAutoFit/>
          </a:bodyPr>
          <a:lstStyle/>
          <a:p>
            <a:pPr marL="0" indent="0" algn="r">
              <a:spcBef>
                <a:spcPts val="600"/>
              </a:spcBef>
              <a:buSzPct val="100000"/>
              <a:buFont typeface="Arial"/>
              <a:buNone/>
            </a:pPr>
            <a:r>
              <a:rPr lang="en-US" sz="3200" b="1" spc="300" baseline="0">
                <a:solidFill>
                  <a:schemeClr val="bg2"/>
                </a:solidFill>
                <a:latin typeface="Open Sans Light" panose="020B0306030504020204" pitchFamily="34" charset="0"/>
                <a:ea typeface="Open Sans Light" panose="020B0306030504020204" pitchFamily="34" charset="0"/>
                <a:cs typeface="Open Sans Light" panose="020B0306030504020204" pitchFamily="34" charset="0"/>
              </a:rPr>
              <a:t>FinanceAI</a:t>
            </a:r>
            <a:r>
              <a:rPr lang="en-US" sz="3200" b="1" spc="300" baseline="30000">
                <a:solidFill>
                  <a:schemeClr val="bg2"/>
                </a:solidFill>
                <a:latin typeface="Open Sans Light" panose="020B0306030504020204" pitchFamily="34" charset="0"/>
                <a:ea typeface="Open Sans Light" panose="020B0306030504020204" pitchFamily="34" charset="0"/>
                <a:cs typeface="Open Sans Light" panose="020B0306030504020204" pitchFamily="34" charset="0"/>
              </a:rPr>
              <a:t>TM</a:t>
            </a:r>
            <a:endParaRPr lang="en-US" sz="3200" b="1" spc="300" baseline="0">
              <a:solidFill>
                <a:schemeClr val="bg2"/>
              </a:solidFill>
              <a:latin typeface="Open Sans Light" panose="020B0306030504020204" pitchFamily="34" charset="0"/>
              <a:ea typeface="Open Sans Light" panose="020B0306030504020204" pitchFamily="34" charset="0"/>
              <a:cs typeface="Open Sans Light" panose="020B0306030504020204" pitchFamily="34" charset="0"/>
            </a:endParaRPr>
          </a:p>
        </p:txBody>
      </p:sp>
    </p:spTree>
    <p:extLst>
      <p:ext uri="{BB962C8B-B14F-4D97-AF65-F5344CB8AC3E}">
        <p14:creationId xmlns:p14="http://schemas.microsoft.com/office/powerpoint/2010/main" val="932482844"/>
      </p:ext>
    </p:extLst>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1_Title Slide - Black">
    <p:bg bwMode="gray">
      <p:bgPr>
        <a:solidFill>
          <a:schemeClr val="tx1"/>
        </a:solidFill>
        <a:effectLst/>
      </p:bgPr>
    </p:bg>
    <p:spTree>
      <p:nvGrpSpPr>
        <p:cNvPr id="1" name=""/>
        <p:cNvGrpSpPr/>
        <p:nvPr/>
      </p:nvGrpSpPr>
      <p:grpSpPr>
        <a:xfrm>
          <a:off x="0" y="0"/>
          <a:ext cx="0" cy="0"/>
          <a:chOff x="0" y="0"/>
          <a:chExt cx="0" cy="0"/>
        </a:xfrm>
      </p:grpSpPr>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p:nvPr>
        </p:nvSpPr>
        <p:spPr>
          <a:xfrm>
            <a:off x="463296" y="6365848"/>
            <a:ext cx="4446269" cy="273050"/>
          </a:xfrm>
          <a:prstGeom prst="rect">
            <a:avLst/>
          </a:prstGeom>
        </p:spPr>
        <p:txBody>
          <a:bodyPr anchor="t">
            <a:noAutofit/>
          </a:bodyPr>
          <a:lstStyle>
            <a:lvl1pPr>
              <a:spcAft>
                <a:spcPts val="0"/>
              </a:spcAft>
              <a:defRPr sz="1400" b="1">
                <a:solidFill>
                  <a:schemeClr val="bg1"/>
                </a:solidFill>
                <a:latin typeface="Calibri" panose="020F050202020403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27" name="Group 26">
            <a:extLst>
              <a:ext uri="{FF2B5EF4-FFF2-40B4-BE49-F238E27FC236}">
                <a16:creationId xmlns:a16="http://schemas.microsoft.com/office/drawing/2014/main" id="{B6F50CF5-77BF-459B-9A79-3C4CC22A0F3A}"/>
              </a:ext>
            </a:extLst>
          </p:cNvPr>
          <p:cNvGrpSpPr/>
          <p:nvPr userDrawn="1"/>
        </p:nvGrpSpPr>
        <p:grpSpPr>
          <a:xfrm>
            <a:off x="463296" y="341312"/>
            <a:ext cx="1819656" cy="347472"/>
            <a:chOff x="398463" y="404813"/>
            <a:chExt cx="1627187" cy="307976"/>
          </a:xfrm>
          <a:solidFill>
            <a:schemeClr val="bg1"/>
          </a:solidFill>
        </p:grpSpPr>
        <p:sp>
          <p:nvSpPr>
            <p:cNvPr id="28" name="Oval 5">
              <a:extLst>
                <a:ext uri="{FF2B5EF4-FFF2-40B4-BE49-F238E27FC236}">
                  <a16:creationId xmlns:a16="http://schemas.microsoft.com/office/drawing/2014/main" id="{E9128BED-07B9-451E-B858-7CC1141471B6}"/>
                </a:ext>
              </a:extLst>
            </p:cNvPr>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29" name="Freeform 6">
              <a:extLst>
                <a:ext uri="{FF2B5EF4-FFF2-40B4-BE49-F238E27FC236}">
                  <a16:creationId xmlns:a16="http://schemas.microsoft.com/office/drawing/2014/main" id="{C68196BA-7D11-4539-BDF9-983E22D34232}"/>
                </a:ext>
              </a:extLst>
            </p:cNvPr>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44" name="Rectangle 7">
              <a:extLst>
                <a:ext uri="{FF2B5EF4-FFF2-40B4-BE49-F238E27FC236}">
                  <a16:creationId xmlns:a16="http://schemas.microsoft.com/office/drawing/2014/main" id="{42AF1C77-6287-4499-B04A-87B27165DE90}"/>
                </a:ext>
              </a:extLst>
            </p:cNvPr>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45" name="Freeform 8">
              <a:extLst>
                <a:ext uri="{FF2B5EF4-FFF2-40B4-BE49-F238E27FC236}">
                  <a16:creationId xmlns:a16="http://schemas.microsoft.com/office/drawing/2014/main" id="{25579AED-BEB3-43B3-8ED1-4F00DD4BD00F}"/>
                </a:ext>
              </a:extLst>
            </p:cNvPr>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46" name="Rectangle 9">
              <a:extLst>
                <a:ext uri="{FF2B5EF4-FFF2-40B4-BE49-F238E27FC236}">
                  <a16:creationId xmlns:a16="http://schemas.microsoft.com/office/drawing/2014/main" id="{E45E9D0B-F5C0-4893-92F0-D69A666C1B0B}"/>
                </a:ext>
              </a:extLst>
            </p:cNvPr>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47" name="Rectangle 10">
              <a:extLst>
                <a:ext uri="{FF2B5EF4-FFF2-40B4-BE49-F238E27FC236}">
                  <a16:creationId xmlns:a16="http://schemas.microsoft.com/office/drawing/2014/main" id="{DE5C210F-0B06-4949-8E4D-64301D93E9D9}"/>
                </a:ext>
              </a:extLst>
            </p:cNvPr>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48" name="Freeform 11">
              <a:extLst>
                <a:ext uri="{FF2B5EF4-FFF2-40B4-BE49-F238E27FC236}">
                  <a16:creationId xmlns:a16="http://schemas.microsoft.com/office/drawing/2014/main" id="{F24B8B3C-D0AE-4485-8A30-2C7813EFDEE1}"/>
                </a:ext>
              </a:extLst>
            </p:cNvPr>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49" name="Freeform 12">
              <a:extLst>
                <a:ext uri="{FF2B5EF4-FFF2-40B4-BE49-F238E27FC236}">
                  <a16:creationId xmlns:a16="http://schemas.microsoft.com/office/drawing/2014/main" id="{0DD172EE-B893-46D5-9A64-6715E431296D}"/>
                </a:ext>
              </a:extLst>
            </p:cNvPr>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50" name="Freeform 13">
              <a:extLst>
                <a:ext uri="{FF2B5EF4-FFF2-40B4-BE49-F238E27FC236}">
                  <a16:creationId xmlns:a16="http://schemas.microsoft.com/office/drawing/2014/main" id="{41641FDD-35E1-4F42-B99C-FFA6812569B0}"/>
                </a:ext>
              </a:extLst>
            </p:cNvPr>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51" name="Freeform 14">
              <a:extLst>
                <a:ext uri="{FF2B5EF4-FFF2-40B4-BE49-F238E27FC236}">
                  <a16:creationId xmlns:a16="http://schemas.microsoft.com/office/drawing/2014/main" id="{DFE30DEA-FA20-4812-875C-D70A3CA3F5F2}"/>
                </a:ext>
              </a:extLst>
            </p:cNvPr>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grpSp>
      <p:sp>
        <p:nvSpPr>
          <p:cNvPr id="53" name="Title 1">
            <a:extLst>
              <a:ext uri="{FF2B5EF4-FFF2-40B4-BE49-F238E27FC236}">
                <a16:creationId xmlns:a16="http://schemas.microsoft.com/office/drawing/2014/main" id="{647FBB06-57A1-478F-8BCE-57D05265516A}"/>
              </a:ext>
            </a:extLst>
          </p:cNvPr>
          <p:cNvSpPr>
            <a:spLocks noGrp="1"/>
          </p:cNvSpPr>
          <p:nvPr>
            <p:ph type="ctrTitle"/>
          </p:nvPr>
        </p:nvSpPr>
        <p:spPr bwMode="gray">
          <a:xfrm>
            <a:off x="463296" y="5186209"/>
            <a:ext cx="10855493" cy="895983"/>
          </a:xfrm>
          <a:prstGeom prst="rect">
            <a:avLst/>
          </a:prstGeom>
        </p:spPr>
        <p:txBody>
          <a:bodyPr anchor="b" anchorCtr="0">
            <a:noAutofit/>
          </a:bodyPr>
          <a:lstStyle>
            <a:lvl1pPr algn="l">
              <a:lnSpc>
                <a:spcPts val="3200"/>
              </a:lnSpc>
              <a:defRPr sz="3200" b="1">
                <a:solidFill>
                  <a:schemeClr val="bg2"/>
                </a:solidFill>
                <a:latin typeface="Open Sans" panose="020B0606030504020204" pitchFamily="34" charset="0"/>
                <a:ea typeface="Open Sans" panose="020B0606030504020204" pitchFamily="34" charset="0"/>
                <a:cs typeface="Open Sans" panose="020B0606030504020204" pitchFamily="34" charset="0"/>
              </a:defRPr>
            </a:lvl1pPr>
          </a:lstStyle>
          <a:p>
            <a:r>
              <a:rPr lang="en-US" noProof="0"/>
              <a:t>Click to edit Master title style</a:t>
            </a:r>
          </a:p>
        </p:txBody>
      </p:sp>
      <p:sp>
        <p:nvSpPr>
          <p:cNvPr id="17" name="Picture Placeholder 8">
            <a:extLst>
              <a:ext uri="{FF2B5EF4-FFF2-40B4-BE49-F238E27FC236}">
                <a16:creationId xmlns:a16="http://schemas.microsoft.com/office/drawing/2014/main" id="{AA5D9D6B-8AE5-40BD-B06B-DB5F7F3841FC}"/>
              </a:ext>
            </a:extLst>
          </p:cNvPr>
          <p:cNvSpPr>
            <a:spLocks noGrp="1"/>
          </p:cNvSpPr>
          <p:nvPr>
            <p:ph type="pic" sz="quarter" idx="11"/>
          </p:nvPr>
        </p:nvSpPr>
        <p:spPr>
          <a:xfrm>
            <a:off x="3316942" y="688848"/>
            <a:ext cx="5562600" cy="5556504"/>
          </a:xfrm>
          <a:prstGeom prst="rect">
            <a:avLst/>
          </a:prstGeom>
        </p:spPr>
        <p:txBody>
          <a:bodyPr/>
          <a:lstStyle/>
          <a:p>
            <a:r>
              <a:rPr lang="en-US" noProof="0"/>
              <a:t>Click icon to add picture</a:t>
            </a:r>
          </a:p>
        </p:txBody>
      </p:sp>
      <p:sp>
        <p:nvSpPr>
          <p:cNvPr id="3" name="TextBox 2">
            <a:extLst>
              <a:ext uri="{FF2B5EF4-FFF2-40B4-BE49-F238E27FC236}">
                <a16:creationId xmlns:a16="http://schemas.microsoft.com/office/drawing/2014/main" id="{9F32C84D-9F7F-9F35-565E-E471CE0EDB94}"/>
              </a:ext>
            </a:extLst>
          </p:cNvPr>
          <p:cNvSpPr txBox="1"/>
          <p:nvPr userDrawn="1"/>
        </p:nvSpPr>
        <p:spPr>
          <a:xfrm>
            <a:off x="9137694" y="344137"/>
            <a:ext cx="2595953" cy="492443"/>
          </a:xfrm>
          <a:prstGeom prst="rect">
            <a:avLst/>
          </a:prstGeom>
          <a:noFill/>
        </p:spPr>
        <p:txBody>
          <a:bodyPr wrap="square" lIns="0" tIns="0" rIns="0" bIns="0" rtlCol="0">
            <a:spAutoFit/>
          </a:bodyPr>
          <a:lstStyle/>
          <a:p>
            <a:pPr marL="0" indent="0" algn="r">
              <a:spcBef>
                <a:spcPts val="600"/>
              </a:spcBef>
              <a:buSzPct val="100000"/>
              <a:buFont typeface="Arial"/>
              <a:buNone/>
            </a:pPr>
            <a:r>
              <a:rPr lang="en-US" sz="3200" b="1" spc="300" baseline="0">
                <a:solidFill>
                  <a:schemeClr val="bg2"/>
                </a:solidFill>
                <a:latin typeface="Open Sans Light" panose="020B0306030504020204" pitchFamily="34" charset="0"/>
                <a:ea typeface="Open Sans Light" panose="020B0306030504020204" pitchFamily="34" charset="0"/>
                <a:cs typeface="Open Sans Light" panose="020B0306030504020204" pitchFamily="34" charset="0"/>
              </a:rPr>
              <a:t>FinanceAI</a:t>
            </a:r>
            <a:r>
              <a:rPr lang="en-US" sz="3200" b="1" spc="300" baseline="30000">
                <a:solidFill>
                  <a:schemeClr val="bg2"/>
                </a:solidFill>
                <a:latin typeface="Open Sans Light" panose="020B0306030504020204" pitchFamily="34" charset="0"/>
                <a:ea typeface="Open Sans Light" panose="020B0306030504020204" pitchFamily="34" charset="0"/>
                <a:cs typeface="Open Sans Light" panose="020B0306030504020204" pitchFamily="34" charset="0"/>
              </a:rPr>
              <a:t>TM</a:t>
            </a:r>
            <a:endParaRPr lang="en-US" sz="3200" b="1" spc="300" baseline="0">
              <a:solidFill>
                <a:schemeClr val="bg2"/>
              </a:solidFill>
              <a:latin typeface="Open Sans Light" panose="020B0306030504020204" pitchFamily="34" charset="0"/>
              <a:ea typeface="Open Sans Light" panose="020B0306030504020204" pitchFamily="34" charset="0"/>
              <a:cs typeface="Open Sans Light" panose="020B0306030504020204" pitchFamily="34" charset="0"/>
            </a:endParaRPr>
          </a:p>
        </p:txBody>
      </p:sp>
    </p:spTree>
    <p:extLst>
      <p:ext uri="{BB962C8B-B14F-4D97-AF65-F5344CB8AC3E}">
        <p14:creationId xmlns:p14="http://schemas.microsoft.com/office/powerpoint/2010/main" val="54168340"/>
      </p:ext>
    </p:extLst>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1_Title Slide - Circle with text">
    <p:bg bwMode="gray">
      <p:bgPr>
        <a:solidFill>
          <a:schemeClr val="bg1"/>
        </a:solidFill>
        <a:effectLst/>
      </p:bgPr>
    </p:bg>
    <p:spTree>
      <p:nvGrpSpPr>
        <p:cNvPr id="1" name=""/>
        <p:cNvGrpSpPr/>
        <p:nvPr/>
      </p:nvGrpSpPr>
      <p:grpSpPr>
        <a:xfrm>
          <a:off x="0" y="0"/>
          <a:ext cx="0" cy="0"/>
          <a:chOff x="0" y="0"/>
          <a:chExt cx="0" cy="0"/>
        </a:xfrm>
      </p:grpSpPr>
      <p:sp>
        <p:nvSpPr>
          <p:cNvPr id="17" name="Picture Placeholder 8">
            <a:extLst>
              <a:ext uri="{FF2B5EF4-FFF2-40B4-BE49-F238E27FC236}">
                <a16:creationId xmlns:a16="http://schemas.microsoft.com/office/drawing/2014/main" id="{8B9DDECB-90E6-4132-BCD8-24EBC3764DB9}"/>
              </a:ext>
            </a:extLst>
          </p:cNvPr>
          <p:cNvSpPr>
            <a:spLocks noGrp="1"/>
          </p:cNvSpPr>
          <p:nvPr>
            <p:ph type="pic" sz="quarter" idx="11"/>
          </p:nvPr>
        </p:nvSpPr>
        <p:spPr>
          <a:xfrm>
            <a:off x="3724289" y="688848"/>
            <a:ext cx="5562600" cy="5556504"/>
          </a:xfrm>
          <a:prstGeom prst="rect">
            <a:avLst/>
          </a:prstGeom>
        </p:spPr>
        <p:txBody>
          <a:bodyPr/>
          <a:lstStyle/>
          <a:p>
            <a:r>
              <a:rPr lang="en-US" noProof="0"/>
              <a:t>Click icon to add picture</a:t>
            </a:r>
          </a:p>
        </p:txBody>
      </p:sp>
      <p:grpSp>
        <p:nvGrpSpPr>
          <p:cNvPr id="18" name="Group 17">
            <a:extLst>
              <a:ext uri="{FF2B5EF4-FFF2-40B4-BE49-F238E27FC236}">
                <a16:creationId xmlns:a16="http://schemas.microsoft.com/office/drawing/2014/main" id="{C68220B9-53D3-434F-999D-90F07DAA2325}"/>
              </a:ext>
            </a:extLst>
          </p:cNvPr>
          <p:cNvGrpSpPr>
            <a:grpSpLocks noChangeAspect="1"/>
          </p:cNvGrpSpPr>
          <p:nvPr userDrawn="1"/>
        </p:nvGrpSpPr>
        <p:grpSpPr>
          <a:xfrm>
            <a:off x="460541" y="344137"/>
            <a:ext cx="1819109" cy="345828"/>
            <a:chOff x="398463" y="404813"/>
            <a:chExt cx="1627187" cy="307976"/>
          </a:xfrm>
          <a:solidFill>
            <a:schemeClr val="tx1"/>
          </a:solidFill>
        </p:grpSpPr>
        <p:sp>
          <p:nvSpPr>
            <p:cNvPr id="19" name="Oval 5">
              <a:extLst>
                <a:ext uri="{FF2B5EF4-FFF2-40B4-BE49-F238E27FC236}">
                  <a16:creationId xmlns:a16="http://schemas.microsoft.com/office/drawing/2014/main" id="{8B229135-140E-4C82-9088-DB80D93F74F4}"/>
                </a:ext>
              </a:extLst>
            </p:cNvPr>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20" name="Freeform 6">
              <a:extLst>
                <a:ext uri="{FF2B5EF4-FFF2-40B4-BE49-F238E27FC236}">
                  <a16:creationId xmlns:a16="http://schemas.microsoft.com/office/drawing/2014/main" id="{C0B69BD4-36A4-4DB1-B5FD-89FB06A52E69}"/>
                </a:ext>
              </a:extLst>
            </p:cNvPr>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21" name="Rectangle 7">
              <a:extLst>
                <a:ext uri="{FF2B5EF4-FFF2-40B4-BE49-F238E27FC236}">
                  <a16:creationId xmlns:a16="http://schemas.microsoft.com/office/drawing/2014/main" id="{49F4DC4F-9DBA-44B7-B892-0083CA88927E}"/>
                </a:ext>
              </a:extLst>
            </p:cNvPr>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22" name="Freeform 8">
              <a:extLst>
                <a:ext uri="{FF2B5EF4-FFF2-40B4-BE49-F238E27FC236}">
                  <a16:creationId xmlns:a16="http://schemas.microsoft.com/office/drawing/2014/main" id="{67D5F0A5-5E6C-4963-9090-4DAF5F01D2A3}"/>
                </a:ext>
              </a:extLst>
            </p:cNvPr>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23" name="Rectangle 9">
              <a:extLst>
                <a:ext uri="{FF2B5EF4-FFF2-40B4-BE49-F238E27FC236}">
                  <a16:creationId xmlns:a16="http://schemas.microsoft.com/office/drawing/2014/main" id="{22C7545E-5780-4586-9808-699BCCFD7CE9}"/>
                </a:ext>
              </a:extLst>
            </p:cNvPr>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24" name="Rectangle 10">
              <a:extLst>
                <a:ext uri="{FF2B5EF4-FFF2-40B4-BE49-F238E27FC236}">
                  <a16:creationId xmlns:a16="http://schemas.microsoft.com/office/drawing/2014/main" id="{489CD93F-3551-40B6-A00B-6CC2A8F5F4EE}"/>
                </a:ext>
              </a:extLst>
            </p:cNvPr>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25" name="Freeform 11">
              <a:extLst>
                <a:ext uri="{FF2B5EF4-FFF2-40B4-BE49-F238E27FC236}">
                  <a16:creationId xmlns:a16="http://schemas.microsoft.com/office/drawing/2014/main" id="{B6557C16-D6D6-4B71-81E6-ADCF6CEB19B7}"/>
                </a:ext>
              </a:extLst>
            </p:cNvPr>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26" name="Freeform 12">
              <a:extLst>
                <a:ext uri="{FF2B5EF4-FFF2-40B4-BE49-F238E27FC236}">
                  <a16:creationId xmlns:a16="http://schemas.microsoft.com/office/drawing/2014/main" id="{E187CACC-821A-4265-91F5-84823A98F3C5}"/>
                </a:ext>
              </a:extLst>
            </p:cNvPr>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29" name="Freeform 13">
              <a:extLst>
                <a:ext uri="{FF2B5EF4-FFF2-40B4-BE49-F238E27FC236}">
                  <a16:creationId xmlns:a16="http://schemas.microsoft.com/office/drawing/2014/main" id="{31AAFBBA-1DE2-4D95-9B71-B343B1065043}"/>
                </a:ext>
              </a:extLst>
            </p:cNvPr>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40" name="Freeform 14">
              <a:extLst>
                <a:ext uri="{FF2B5EF4-FFF2-40B4-BE49-F238E27FC236}">
                  <a16:creationId xmlns:a16="http://schemas.microsoft.com/office/drawing/2014/main" id="{D7679E8F-E1FF-41C4-93DF-F6A97D92D117}"/>
                </a:ext>
              </a:extLst>
            </p:cNvPr>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grpSp>
      <p:sp>
        <p:nvSpPr>
          <p:cNvPr id="41" name="Title 1">
            <a:extLst>
              <a:ext uri="{FF2B5EF4-FFF2-40B4-BE49-F238E27FC236}">
                <a16:creationId xmlns:a16="http://schemas.microsoft.com/office/drawing/2014/main" id="{70F15D73-40F4-4F95-9E2A-7A67F615DB4A}"/>
              </a:ext>
            </a:extLst>
          </p:cNvPr>
          <p:cNvSpPr>
            <a:spLocks noGrp="1"/>
          </p:cNvSpPr>
          <p:nvPr>
            <p:ph type="ctrTitle"/>
          </p:nvPr>
        </p:nvSpPr>
        <p:spPr bwMode="gray">
          <a:xfrm>
            <a:off x="457201" y="5186209"/>
            <a:ext cx="4490721" cy="895983"/>
          </a:xfrm>
          <a:prstGeom prst="rect">
            <a:avLst/>
          </a:prstGeom>
        </p:spPr>
        <p:txBody>
          <a:bodyPr anchor="b" anchorCtr="0">
            <a:noAutofit/>
          </a:bodyPr>
          <a:lstStyle>
            <a:lvl1pPr algn="l">
              <a:lnSpc>
                <a:spcPts val="3200"/>
              </a:lnSpc>
              <a:defRPr sz="3200" b="0">
                <a:solidFill>
                  <a:schemeClr val="tx2"/>
                </a:solidFill>
                <a:latin typeface="Open Sans" panose="020B0606030504020204" pitchFamily="34" charset="0"/>
                <a:ea typeface="Open Sans" panose="020B0606030504020204" pitchFamily="34" charset="0"/>
                <a:cs typeface="Open Sans" panose="020B0606030504020204" pitchFamily="34" charset="0"/>
              </a:defRPr>
            </a:lvl1pPr>
          </a:lstStyle>
          <a:p>
            <a:r>
              <a:rPr lang="en-US" noProof="0"/>
              <a:t>Click to edit Master title style</a:t>
            </a:r>
          </a:p>
        </p:txBody>
      </p:sp>
      <p:sp>
        <p:nvSpPr>
          <p:cNvPr id="44" name="Text Placeholder 4">
            <a:extLst>
              <a:ext uri="{FF2B5EF4-FFF2-40B4-BE49-F238E27FC236}">
                <a16:creationId xmlns:a16="http://schemas.microsoft.com/office/drawing/2014/main" id="{E65ED79E-D6FD-4D90-9073-C8776CB6AD10}"/>
              </a:ext>
            </a:extLst>
          </p:cNvPr>
          <p:cNvSpPr>
            <a:spLocks noGrp="1"/>
          </p:cNvSpPr>
          <p:nvPr>
            <p:ph type="body" sz="quarter" idx="10"/>
          </p:nvPr>
        </p:nvSpPr>
        <p:spPr>
          <a:xfrm>
            <a:off x="457201" y="6365848"/>
            <a:ext cx="4490721" cy="273050"/>
          </a:xfrm>
          <a:prstGeom prst="rect">
            <a:avLst/>
          </a:prstGeom>
        </p:spPr>
        <p:txBody>
          <a:bodyPr anchor="t">
            <a:noAutofit/>
          </a:bodyPr>
          <a:lstStyle>
            <a:lvl1pPr>
              <a:spcAft>
                <a:spcPts val="0"/>
              </a:spcAft>
              <a:defRPr sz="1400" b="1">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3" name="TextBox 2">
            <a:extLst>
              <a:ext uri="{FF2B5EF4-FFF2-40B4-BE49-F238E27FC236}">
                <a16:creationId xmlns:a16="http://schemas.microsoft.com/office/drawing/2014/main" id="{9351866F-F9B5-7F0B-B898-FA9DD73A0AC5}"/>
              </a:ext>
            </a:extLst>
          </p:cNvPr>
          <p:cNvSpPr txBox="1"/>
          <p:nvPr userDrawn="1"/>
        </p:nvSpPr>
        <p:spPr>
          <a:xfrm>
            <a:off x="9106163" y="344137"/>
            <a:ext cx="2627484" cy="492443"/>
          </a:xfrm>
          <a:prstGeom prst="rect">
            <a:avLst/>
          </a:prstGeom>
          <a:noFill/>
        </p:spPr>
        <p:txBody>
          <a:bodyPr wrap="square" lIns="0" tIns="0" rIns="0" bIns="0" rtlCol="0">
            <a:spAutoFit/>
          </a:bodyPr>
          <a:lstStyle/>
          <a:p>
            <a:pPr marL="0" indent="0" algn="r">
              <a:spcBef>
                <a:spcPts val="600"/>
              </a:spcBef>
              <a:buSzPct val="100000"/>
              <a:buFont typeface="Arial"/>
              <a:buNone/>
            </a:pPr>
            <a:r>
              <a:rPr lang="en-US" sz="3200" b="1" spc="300" baseline="0">
                <a:solidFill>
                  <a:schemeClr val="bg2"/>
                </a:solidFill>
                <a:latin typeface="Open Sans Light" panose="020B0306030504020204" pitchFamily="34" charset="0"/>
                <a:ea typeface="Open Sans Light" panose="020B0306030504020204" pitchFamily="34" charset="0"/>
                <a:cs typeface="Open Sans Light" panose="020B0306030504020204" pitchFamily="34" charset="0"/>
              </a:rPr>
              <a:t>FinanceAI</a:t>
            </a:r>
            <a:r>
              <a:rPr lang="en-US" sz="3200" b="1" spc="300" baseline="30000">
                <a:solidFill>
                  <a:schemeClr val="bg2"/>
                </a:solidFill>
                <a:latin typeface="Open Sans Light" panose="020B0306030504020204" pitchFamily="34" charset="0"/>
                <a:ea typeface="Open Sans Light" panose="020B0306030504020204" pitchFamily="34" charset="0"/>
                <a:cs typeface="Open Sans Light" panose="020B0306030504020204" pitchFamily="34" charset="0"/>
              </a:rPr>
              <a:t>TM</a:t>
            </a:r>
            <a:endParaRPr lang="en-US" sz="3200" b="1" spc="300" baseline="0">
              <a:solidFill>
                <a:schemeClr val="bg2"/>
              </a:solidFill>
              <a:latin typeface="Open Sans Light" panose="020B0306030504020204" pitchFamily="34" charset="0"/>
              <a:ea typeface="Open Sans Light" panose="020B0306030504020204" pitchFamily="34" charset="0"/>
              <a:cs typeface="Open Sans Light" panose="020B0306030504020204" pitchFamily="34" charset="0"/>
            </a:endParaRPr>
          </a:p>
        </p:txBody>
      </p:sp>
    </p:spTree>
    <p:extLst>
      <p:ext uri="{BB962C8B-B14F-4D97-AF65-F5344CB8AC3E}">
        <p14:creationId xmlns:p14="http://schemas.microsoft.com/office/powerpoint/2010/main" val="3291940927"/>
      </p:ext>
    </p:extLst>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Divider - Deloitt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3296" y="1724001"/>
            <a:ext cx="11271504" cy="1592403"/>
          </a:xfrm>
          <a:prstGeom prst="rect">
            <a:avLst/>
          </a:prstGeom>
        </p:spPr>
        <p:txBody>
          <a:bodyPr anchor="b"/>
          <a:lstStyle>
            <a:lvl1pPr>
              <a:lnSpc>
                <a:spcPct val="95000"/>
              </a:lnSpc>
              <a:defRPr sz="3600" b="1">
                <a:solidFill>
                  <a:schemeClr val="tx1"/>
                </a:solidFill>
                <a:latin typeface="Open Sans" panose="020B0606030504020204" pitchFamily="34" charset="0"/>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463296" y="3471532"/>
            <a:ext cx="11271504" cy="1566532"/>
          </a:xfrm>
        </p:spPr>
        <p:txBody>
          <a:bodyPr lIns="0" tIns="0" rIns="0" bIns="0">
            <a:noAutofit/>
          </a:bodyPr>
          <a:lstStyle>
            <a:lvl1pPr marL="0" indent="0">
              <a:lnSpc>
                <a:spcPct val="95000"/>
              </a:lnSpc>
              <a:spcAft>
                <a:spcPts val="0"/>
              </a:spcAft>
              <a:buNone/>
              <a:defRPr sz="36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noProof="0"/>
              <a:t>Click to edit Master text styles</a:t>
            </a:r>
          </a:p>
        </p:txBody>
      </p:sp>
      <p:pic>
        <p:nvPicPr>
          <p:cNvPr id="4" name="Picture 4" descr="Background pattern, surface chart&#10;&#10;Description automatically generated">
            <a:extLst>
              <a:ext uri="{FF2B5EF4-FFF2-40B4-BE49-F238E27FC236}">
                <a16:creationId xmlns:a16="http://schemas.microsoft.com/office/drawing/2014/main" id="{66AB01F1-E3D0-FD03-714F-CA7D37C9BB61}"/>
              </a:ext>
            </a:extLst>
          </p:cNvPr>
          <p:cNvPicPr>
            <a:picLocks noChangeAspect="1"/>
          </p:cNvPicPr>
          <p:nvPr userDrawn="1"/>
        </p:nvPicPr>
        <p:blipFill>
          <a:blip r:embed="rId2"/>
          <a:stretch>
            <a:fillRect/>
          </a:stretch>
        </p:blipFill>
        <p:spPr>
          <a:xfrm rot="16200000">
            <a:off x="7503043" y="2169043"/>
            <a:ext cx="6858000" cy="2519914"/>
          </a:xfrm>
          <a:prstGeom prst="rect">
            <a:avLst/>
          </a:prstGeom>
        </p:spPr>
      </p:pic>
    </p:spTree>
    <p:extLst>
      <p:ext uri="{BB962C8B-B14F-4D97-AF65-F5344CB8AC3E}">
        <p14:creationId xmlns:p14="http://schemas.microsoft.com/office/powerpoint/2010/main" val="15385610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ack">
    <p:bg bwMode="gray">
      <p:bgPr>
        <a:solidFill>
          <a:schemeClr val="tx1"/>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1" y="1728217"/>
            <a:ext cx="11264900" cy="1592403"/>
          </a:xfrm>
          <a:prstGeom prst="rect">
            <a:avLst/>
          </a:prstGeom>
        </p:spPr>
        <p:txBody>
          <a:bodyPr anchor="b"/>
          <a:lstStyle>
            <a:lvl1pPr>
              <a:lnSpc>
                <a:spcPct val="95000"/>
              </a:lnSpc>
              <a:defRPr sz="3600" b="1">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r>
              <a:rPr lang="en-US" noProof="0"/>
              <a:t>Click to edit Master title style</a:t>
            </a:r>
          </a:p>
        </p:txBody>
      </p:sp>
      <p:sp>
        <p:nvSpPr>
          <p:cNvPr id="19" name="Text Placeholder 2"/>
          <p:cNvSpPr>
            <a:spLocks noGrp="1"/>
          </p:cNvSpPr>
          <p:nvPr>
            <p:ph type="body" idx="1"/>
          </p:nvPr>
        </p:nvSpPr>
        <p:spPr bwMode="gray">
          <a:xfrm>
            <a:off x="469901" y="3474720"/>
            <a:ext cx="11264900" cy="1566532"/>
          </a:xfrm>
        </p:spPr>
        <p:txBody>
          <a:bodyPr lIns="0" tIns="0" rIns="0" bIns="0">
            <a:noAutofit/>
          </a:bodyPr>
          <a:lstStyle>
            <a:lvl1pPr marL="0" indent="0">
              <a:lnSpc>
                <a:spcPct val="95000"/>
              </a:lnSpc>
              <a:spcAft>
                <a:spcPts val="0"/>
              </a:spcAft>
              <a:buNone/>
              <a:defRPr sz="360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noProof="0"/>
              <a:t>Click to edit Master text styles</a:t>
            </a:r>
          </a:p>
        </p:txBody>
      </p:sp>
      <p:sp>
        <p:nvSpPr>
          <p:cNvPr id="15" name="TextBox 14">
            <a:extLst>
              <a:ext uri="{FF2B5EF4-FFF2-40B4-BE49-F238E27FC236}">
                <a16:creationId xmlns:a16="http://schemas.microsoft.com/office/drawing/2014/main" id="{CA87CE22-99C8-4AA1-B80A-420B68B7E283}"/>
              </a:ext>
            </a:extLst>
          </p:cNvPr>
          <p:cNvSpPr txBox="1"/>
          <p:nvPr userDrawn="1"/>
        </p:nvSpPr>
        <p:spPr>
          <a:xfrm>
            <a:off x="11426826" y="6519673"/>
            <a:ext cx="307975" cy="103875"/>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675" noProof="0" smtClean="0">
                <a:solidFill>
                  <a:schemeClr val="bg1"/>
                </a:solidFill>
                <a:latin typeface="Calibri" panose="020F0502020204030204" pitchFamily="34" charset="0"/>
                <a:cs typeface="Calibri" panose="020F0502020204030204" pitchFamily="34" charset="0"/>
              </a:rPr>
              <a:pPr marL="0" indent="0" algn="r">
                <a:spcBef>
                  <a:spcPts val="450"/>
                </a:spcBef>
                <a:buSzPct val="100000"/>
                <a:buFont typeface="Arial"/>
                <a:buNone/>
              </a:pPr>
              <a:t>‹#›</a:t>
            </a:fld>
            <a:endParaRPr lang="en-US" sz="675" noProof="0">
              <a:solidFill>
                <a:schemeClr val="bg1"/>
              </a:solidFill>
              <a:latin typeface="Calibri" panose="020F0502020204030204" pitchFamily="34" charset="0"/>
              <a:cs typeface="Calibri" panose="020F0502020204030204" pitchFamily="34" charset="0"/>
            </a:endParaRPr>
          </a:p>
        </p:txBody>
      </p:sp>
      <p:pic>
        <p:nvPicPr>
          <p:cNvPr id="2" name="Picture 4" descr="Background pattern, surface chart&#10;&#10;Description automatically generated">
            <a:extLst>
              <a:ext uri="{FF2B5EF4-FFF2-40B4-BE49-F238E27FC236}">
                <a16:creationId xmlns:a16="http://schemas.microsoft.com/office/drawing/2014/main" id="{DD2E9A21-43F2-5CC6-DDFC-DAF0B148DC63}"/>
              </a:ext>
            </a:extLst>
          </p:cNvPr>
          <p:cNvPicPr>
            <a:picLocks noChangeAspect="1"/>
          </p:cNvPicPr>
          <p:nvPr userDrawn="1"/>
        </p:nvPicPr>
        <p:blipFill>
          <a:blip r:embed="rId2"/>
          <a:stretch>
            <a:fillRect/>
          </a:stretch>
        </p:blipFill>
        <p:spPr>
          <a:xfrm rot="16200000">
            <a:off x="7503043" y="2169043"/>
            <a:ext cx="6858000" cy="2519914"/>
          </a:xfrm>
          <a:prstGeom prst="rect">
            <a:avLst/>
          </a:prstGeom>
        </p:spPr>
      </p:pic>
      <p:sp>
        <p:nvSpPr>
          <p:cNvPr id="4" name="TextBox 3">
            <a:extLst>
              <a:ext uri="{FF2B5EF4-FFF2-40B4-BE49-F238E27FC236}">
                <a16:creationId xmlns:a16="http://schemas.microsoft.com/office/drawing/2014/main" id="{7F964F76-F9D6-CE87-4785-C82FCBD91E3B}"/>
              </a:ext>
            </a:extLst>
          </p:cNvPr>
          <p:cNvSpPr txBox="1"/>
          <p:nvPr userDrawn="1"/>
        </p:nvSpPr>
        <p:spPr>
          <a:xfrm>
            <a:off x="9591757" y="6361175"/>
            <a:ext cx="1781665" cy="276999"/>
          </a:xfrm>
          <a:prstGeom prst="rect">
            <a:avLst/>
          </a:prstGeom>
          <a:noFill/>
        </p:spPr>
        <p:txBody>
          <a:bodyPr wrap="square" lIns="0" tIns="0" rIns="0" bIns="0" rtlCol="0">
            <a:spAutoFit/>
          </a:bodyPr>
          <a:lstStyle/>
          <a:p>
            <a:pPr marL="0" indent="0" algn="r">
              <a:spcBef>
                <a:spcPts val="600"/>
              </a:spcBef>
              <a:buSzPct val="100000"/>
              <a:buFont typeface="Arial"/>
              <a:buNone/>
            </a:pPr>
            <a:r>
              <a:rPr lang="en-US" b="1" spc="300" baseline="0">
                <a:solidFill>
                  <a:schemeClr val="bg2"/>
                </a:solidFill>
                <a:latin typeface="Open Sans Light" panose="020B0306030504020204" pitchFamily="34" charset="0"/>
                <a:ea typeface="Open Sans Light" panose="020B0306030504020204" pitchFamily="34" charset="0"/>
                <a:cs typeface="Open Sans Light" panose="020B0306030504020204" pitchFamily="34" charset="0"/>
              </a:rPr>
              <a:t>FinanceAI</a:t>
            </a:r>
            <a:r>
              <a:rPr lang="en-US" sz="1800" b="1" spc="300" baseline="30000">
                <a:solidFill>
                  <a:schemeClr val="bg2"/>
                </a:solidFill>
                <a:latin typeface="Open Sans Light" panose="020B0306030504020204" pitchFamily="34" charset="0"/>
                <a:ea typeface="Open Sans Light" panose="020B0306030504020204" pitchFamily="34" charset="0"/>
                <a:cs typeface="Open Sans Light" panose="020B0306030504020204" pitchFamily="34" charset="0"/>
              </a:rPr>
              <a:t>TM</a:t>
            </a:r>
            <a:endParaRPr lang="en-US" b="1" spc="300" baseline="0">
              <a:solidFill>
                <a:schemeClr val="bg2"/>
              </a:solidFill>
              <a:latin typeface="Open Sans Light" panose="020B0306030504020204" pitchFamily="34" charset="0"/>
              <a:ea typeface="Open Sans Light" panose="020B0306030504020204" pitchFamily="34" charset="0"/>
              <a:cs typeface="Open Sans Light" panose="020B0306030504020204" pitchFamily="34" charset="0"/>
            </a:endParaRPr>
          </a:p>
        </p:txBody>
      </p:sp>
      <p:sp>
        <p:nvSpPr>
          <p:cNvPr id="5" name="Rectangle 4">
            <a:extLst>
              <a:ext uri="{FF2B5EF4-FFF2-40B4-BE49-F238E27FC236}">
                <a16:creationId xmlns:a16="http://schemas.microsoft.com/office/drawing/2014/main" id="{BA4FB223-11CE-BC39-BAD5-4D8E648FC1AA}"/>
              </a:ext>
            </a:extLst>
          </p:cNvPr>
          <p:cNvSpPr/>
          <p:nvPr userDrawn="1"/>
        </p:nvSpPr>
        <p:spPr bwMode="gray">
          <a:xfrm>
            <a:off x="457200" y="304762"/>
            <a:ext cx="1371600" cy="91440"/>
          </a:xfrm>
          <a:prstGeom prst="rect">
            <a:avLst/>
          </a:prstGeom>
          <a:solidFill>
            <a:schemeClr val="bg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3" name="Text Placeholder 2">
            <a:extLst>
              <a:ext uri="{FF2B5EF4-FFF2-40B4-BE49-F238E27FC236}">
                <a16:creationId xmlns:a16="http://schemas.microsoft.com/office/drawing/2014/main" id="{FBF2B616-B4AE-8D9A-7451-D4C795AFC9F2}"/>
              </a:ext>
            </a:extLst>
          </p:cNvPr>
          <p:cNvSpPr>
            <a:spLocks noGrp="1"/>
          </p:cNvSpPr>
          <p:nvPr>
            <p:ph type="body" idx="10"/>
          </p:nvPr>
        </p:nvSpPr>
        <p:spPr bwMode="gray">
          <a:xfrm>
            <a:off x="469901" y="521310"/>
            <a:ext cx="1358899" cy="368867"/>
          </a:xfrm>
        </p:spPr>
        <p:txBody>
          <a:bodyPr lIns="0" tIns="0" rIns="0" bIns="0">
            <a:noAutofit/>
          </a:bodyPr>
          <a:lstStyle>
            <a:lvl1pPr marL="0" indent="0">
              <a:lnSpc>
                <a:spcPct val="95000"/>
              </a:lnSpc>
              <a:spcAft>
                <a:spcPts val="0"/>
              </a:spcAft>
              <a:buNone/>
              <a:defRPr sz="1600" b="1">
                <a:solidFill>
                  <a:srgbClr val="D0D0CE"/>
                </a:solidFill>
                <a:latin typeface="Open Sans" panose="020B0606030504020204" pitchFamily="34" charset="0"/>
                <a:ea typeface="Open Sans" panose="020B0606030504020204" pitchFamily="34" charset="0"/>
                <a:cs typeface="Open Sans" panose="020B0606030504020204" pitchFamily="34" charset="0"/>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noProof="0"/>
              <a:t>Click to edit Master text styles</a:t>
            </a:r>
          </a:p>
        </p:txBody>
      </p:sp>
    </p:spTree>
    <p:extLst>
      <p:ext uri="{BB962C8B-B14F-4D97-AF65-F5344CB8AC3E}">
        <p14:creationId xmlns:p14="http://schemas.microsoft.com/office/powerpoint/2010/main" val="26099903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_Title &amp; subtitle">
    <p:bg>
      <p:bgPr>
        <a:solidFill>
          <a:schemeClr val="tx1"/>
        </a:solidFill>
        <a:effectLst/>
      </p:bgPr>
    </p:bg>
    <p:spTree>
      <p:nvGrpSpPr>
        <p:cNvPr id="1" name=""/>
        <p:cNvGrpSpPr/>
        <p:nvPr/>
      </p:nvGrpSpPr>
      <p:grpSpPr>
        <a:xfrm>
          <a:off x="0" y="0"/>
          <a:ext cx="0" cy="0"/>
          <a:chOff x="0" y="0"/>
          <a:chExt cx="0" cy="0"/>
        </a:xfrm>
      </p:grpSpPr>
      <p:sp>
        <p:nvSpPr>
          <p:cNvPr id="7" name="Title Placeholder 1">
            <a:extLst>
              <a:ext uri="{FF2B5EF4-FFF2-40B4-BE49-F238E27FC236}">
                <a16:creationId xmlns:a16="http://schemas.microsoft.com/office/drawing/2014/main" id="{0FA13130-E22F-4F71-97DB-A64E7A175EC6}"/>
              </a:ext>
            </a:extLst>
          </p:cNvPr>
          <p:cNvSpPr>
            <a:spLocks noGrp="1"/>
          </p:cNvSpPr>
          <p:nvPr>
            <p:ph type="title" hasCustomPrompt="1"/>
          </p:nvPr>
        </p:nvSpPr>
        <p:spPr>
          <a:xfrm>
            <a:off x="463295" y="468543"/>
            <a:ext cx="11277600" cy="334099"/>
          </a:xfrm>
          <a:prstGeom prst="rect">
            <a:avLst/>
          </a:prstGeom>
        </p:spPr>
        <p:txBody>
          <a:bodyPr vert="horz" lIns="0" tIns="0" rIns="0" bIns="0" rtlCol="0" anchor="t" anchorCtr="0">
            <a:noAutofit/>
          </a:bodyPr>
          <a:lstStyle>
            <a:lvl1pPr>
              <a:defRPr sz="210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r>
              <a:rPr lang="en-US"/>
              <a:t>Click to add title</a:t>
            </a:r>
          </a:p>
        </p:txBody>
      </p:sp>
      <p:sp>
        <p:nvSpPr>
          <p:cNvPr id="5" name="Copyright">
            <a:extLst>
              <a:ext uri="{FF2B5EF4-FFF2-40B4-BE49-F238E27FC236}">
                <a16:creationId xmlns:a16="http://schemas.microsoft.com/office/drawing/2014/main" id="{2E36B963-9D15-4C32-9F41-40B9F47218D8}"/>
              </a:ext>
            </a:extLst>
          </p:cNvPr>
          <p:cNvSpPr txBox="1"/>
          <p:nvPr userDrawn="1"/>
        </p:nvSpPr>
        <p:spPr>
          <a:xfrm>
            <a:off x="457200" y="6515063"/>
            <a:ext cx="5355168" cy="12311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a:solidFill>
                  <a:schemeClr val="bg1"/>
                </a:solidFill>
                <a:latin typeface="Calibri" panose="020F0502020204030204" pitchFamily="34" charset="0"/>
                <a:cs typeface="Calibri" panose="020F0502020204030204" pitchFamily="34" charset="0"/>
              </a:rPr>
              <a:t>Copyright © 2022 Deloitte Development LLC. All rights reserved.</a:t>
            </a:r>
          </a:p>
        </p:txBody>
      </p:sp>
      <p:sp>
        <p:nvSpPr>
          <p:cNvPr id="8" name="TextBox 7">
            <a:extLst>
              <a:ext uri="{FF2B5EF4-FFF2-40B4-BE49-F238E27FC236}">
                <a16:creationId xmlns:a16="http://schemas.microsoft.com/office/drawing/2014/main" id="{C7881FDA-61FE-410D-AA55-5494F0E35273}"/>
              </a:ext>
            </a:extLst>
          </p:cNvPr>
          <p:cNvSpPr txBox="1"/>
          <p:nvPr userDrawn="1"/>
        </p:nvSpPr>
        <p:spPr>
          <a:xfrm>
            <a:off x="11426826" y="6519673"/>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smtClean="0">
                <a:solidFill>
                  <a:schemeClr val="bg1"/>
                </a:solidFill>
                <a:latin typeface="Calibri" panose="020F0502020204030204" pitchFamily="34" charset="0"/>
                <a:cs typeface="Calibri" panose="020F0502020204030204" pitchFamily="34" charset="0"/>
              </a:rPr>
              <a:pPr marL="0" indent="0" algn="r">
                <a:spcBef>
                  <a:spcPts val="450"/>
                </a:spcBef>
                <a:buSzPct val="100000"/>
                <a:buFont typeface="Arial"/>
                <a:buNone/>
              </a:pPr>
              <a:t>‹#›</a:t>
            </a:fld>
            <a:endParaRPr lang="en-US" sz="800" noProof="0">
              <a:solidFill>
                <a:schemeClr val="bg1"/>
              </a:solidFill>
              <a:latin typeface="Calibri" panose="020F0502020204030204" pitchFamily="34" charset="0"/>
              <a:cs typeface="Calibri" panose="020F0502020204030204" pitchFamily="34" charset="0"/>
            </a:endParaRPr>
          </a:p>
        </p:txBody>
      </p:sp>
      <p:pic>
        <p:nvPicPr>
          <p:cNvPr id="3" name="Picture 4" descr="Background pattern, surface chart&#10;&#10;Description automatically generated">
            <a:extLst>
              <a:ext uri="{FF2B5EF4-FFF2-40B4-BE49-F238E27FC236}">
                <a16:creationId xmlns:a16="http://schemas.microsoft.com/office/drawing/2014/main" id="{F8121CA7-606F-C8F1-854D-CBD8AD5EF51D}"/>
              </a:ext>
            </a:extLst>
          </p:cNvPr>
          <p:cNvPicPr>
            <a:picLocks noChangeAspect="1"/>
          </p:cNvPicPr>
          <p:nvPr userDrawn="1"/>
        </p:nvPicPr>
        <p:blipFill>
          <a:blip r:embed="rId2"/>
          <a:stretch>
            <a:fillRect/>
          </a:stretch>
        </p:blipFill>
        <p:spPr>
          <a:xfrm rot="16200000">
            <a:off x="7503043" y="2169043"/>
            <a:ext cx="6858000" cy="2519914"/>
          </a:xfrm>
          <a:prstGeom prst="rect">
            <a:avLst/>
          </a:prstGeom>
        </p:spPr>
      </p:pic>
      <p:sp>
        <p:nvSpPr>
          <p:cNvPr id="2" name="Text Placeholder 18">
            <a:extLst>
              <a:ext uri="{FF2B5EF4-FFF2-40B4-BE49-F238E27FC236}">
                <a16:creationId xmlns:a16="http://schemas.microsoft.com/office/drawing/2014/main" id="{0BC6FEE5-7B89-1E81-AED3-2A2109BBC6C3}"/>
              </a:ext>
            </a:extLst>
          </p:cNvPr>
          <p:cNvSpPr>
            <a:spLocks noGrp="1"/>
          </p:cNvSpPr>
          <p:nvPr>
            <p:ph idx="1"/>
          </p:nvPr>
        </p:nvSpPr>
        <p:spPr>
          <a:xfrm>
            <a:off x="463296" y="1714500"/>
            <a:ext cx="11277600" cy="4648200"/>
          </a:xfrm>
          <a:prstGeom prst="rect">
            <a:avLst/>
          </a:prstGeom>
        </p:spPr>
        <p:txBody>
          <a:bodyPr vert="horz" lIns="0" tIns="0" rIns="0" bIns="0" rtlCol="0">
            <a:noAutofit/>
          </a:bodyPr>
          <a:lstStyle>
            <a:lvl1pPr marL="0" indent="0" algn="l">
              <a:buFontTx/>
              <a:buNone/>
              <a:defRPr sz="1200">
                <a:solidFill>
                  <a:schemeClr val="bg1"/>
                </a:solidFill>
                <a:latin typeface="+mn-lt"/>
              </a:defRPr>
            </a:lvl1pPr>
            <a:lvl2pPr marL="104775" indent="-104775" algn="l">
              <a:buClrTx/>
              <a:buSzPct val="100000"/>
              <a:buFont typeface="Arial" panose="020B0604020202020204" pitchFamily="34" charset="0"/>
              <a:buChar char="•"/>
              <a:defRPr sz="1200">
                <a:solidFill>
                  <a:schemeClr val="bg1"/>
                </a:solidFill>
                <a:latin typeface="+mj-lt"/>
              </a:defRPr>
            </a:lvl2pPr>
            <a:lvl3pPr marL="228600" indent="-104775" algn="l">
              <a:buClrTx/>
              <a:buSzPct val="100000"/>
              <a:buFont typeface="Arial" panose="020B0604020202020204" pitchFamily="34" charset="0"/>
              <a:buChar char="−"/>
              <a:defRPr sz="1200">
                <a:solidFill>
                  <a:schemeClr val="bg1"/>
                </a:solidFill>
                <a:latin typeface="+mn-lt"/>
              </a:defRPr>
            </a:lvl3pPr>
            <a:lvl4pPr marL="352425" indent="-104775" algn="l">
              <a:buClrTx/>
              <a:buSzPct val="100000"/>
              <a:buFont typeface="Arial" panose="020B0604020202020204" pitchFamily="34" charset="0"/>
              <a:buChar char="◦"/>
              <a:defRPr sz="1200">
                <a:solidFill>
                  <a:schemeClr val="bg1"/>
                </a:solidFill>
                <a:latin typeface="+mn-lt"/>
              </a:defRPr>
            </a:lvl4pPr>
            <a:lvl5pPr marL="476250" indent="-104775" algn="l">
              <a:buClrTx/>
              <a:buSzPct val="100000"/>
              <a:buFont typeface="Arial" panose="020B0604020202020204" pitchFamily="34" charset="0"/>
              <a:buChar char="−"/>
              <a:defRPr sz="1200">
                <a:solidFill>
                  <a:schemeClr val="bg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noProof="0"/>
          </a:p>
        </p:txBody>
      </p:sp>
    </p:spTree>
    <p:extLst>
      <p:ext uri="{BB962C8B-B14F-4D97-AF65-F5344CB8AC3E}">
        <p14:creationId xmlns:p14="http://schemas.microsoft.com/office/powerpoint/2010/main" val="1986103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Divider - Deloitte green accent 1">
    <p:bg bwMode="gray">
      <p:bgPr>
        <a:solidFill>
          <a:schemeClr val="tx1">
            <a:lumMod val="50000"/>
            <a:lumOff val="5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3296" y="1728217"/>
            <a:ext cx="11271504" cy="1592403"/>
          </a:xfrm>
          <a:prstGeom prst="rect">
            <a:avLst/>
          </a:prstGeom>
        </p:spPr>
        <p:txBody>
          <a:bodyPr anchor="b"/>
          <a:lstStyle>
            <a:lvl1pPr>
              <a:lnSpc>
                <a:spcPct val="95000"/>
              </a:lnSpc>
              <a:defRPr sz="3600" b="1">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463296" y="3474720"/>
            <a:ext cx="11271504" cy="1566532"/>
          </a:xfrm>
        </p:spPr>
        <p:txBody>
          <a:bodyPr lIns="0" tIns="0" rIns="0" bIns="0">
            <a:noAutofit/>
          </a:bodyPr>
          <a:lstStyle>
            <a:lvl1pPr marL="0" indent="0">
              <a:lnSpc>
                <a:spcPct val="95000"/>
              </a:lnSpc>
              <a:spcAft>
                <a:spcPts val="0"/>
              </a:spcAft>
              <a:buNone/>
              <a:defRPr sz="360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noProof="0"/>
              <a:t>Click to edit Master text styles</a:t>
            </a:r>
          </a:p>
        </p:txBody>
      </p:sp>
      <p:sp>
        <p:nvSpPr>
          <p:cNvPr id="12" name="TextBox 11">
            <a:extLst>
              <a:ext uri="{FF2B5EF4-FFF2-40B4-BE49-F238E27FC236}">
                <a16:creationId xmlns:a16="http://schemas.microsoft.com/office/drawing/2014/main" id="{071386E3-7822-4155-91DC-3E38D96ED6CE}"/>
              </a:ext>
            </a:extLst>
          </p:cNvPr>
          <p:cNvSpPr txBox="1"/>
          <p:nvPr userDrawn="1"/>
        </p:nvSpPr>
        <p:spPr>
          <a:xfrm>
            <a:off x="11426826" y="6519673"/>
            <a:ext cx="307975" cy="103875"/>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675" noProof="0" smtClean="0">
                <a:solidFill>
                  <a:schemeClr val="bg1"/>
                </a:solidFill>
                <a:latin typeface="Calibri" panose="020F0502020204030204" pitchFamily="34" charset="0"/>
                <a:cs typeface="Calibri" panose="020F0502020204030204" pitchFamily="34" charset="0"/>
              </a:rPr>
              <a:pPr marL="0" indent="0" algn="r">
                <a:spcBef>
                  <a:spcPts val="450"/>
                </a:spcBef>
                <a:buSzPct val="100000"/>
                <a:buFont typeface="Arial"/>
                <a:buNone/>
              </a:pPr>
              <a:t>‹#›</a:t>
            </a:fld>
            <a:endParaRPr lang="en-US" sz="675" noProof="0">
              <a:solidFill>
                <a:schemeClr val="bg1"/>
              </a:solidFill>
              <a:latin typeface="Calibri" panose="020F0502020204030204" pitchFamily="34" charset="0"/>
              <a:cs typeface="Calibri" panose="020F0502020204030204" pitchFamily="34" charset="0"/>
            </a:endParaRPr>
          </a:p>
        </p:txBody>
      </p:sp>
      <p:pic>
        <p:nvPicPr>
          <p:cNvPr id="5" name="Picture 4" descr="Background pattern, surface chart&#10;&#10;Description automatically generated">
            <a:extLst>
              <a:ext uri="{FF2B5EF4-FFF2-40B4-BE49-F238E27FC236}">
                <a16:creationId xmlns:a16="http://schemas.microsoft.com/office/drawing/2014/main" id="{B929EA7B-EA04-820A-E319-6EA5175E03AA}"/>
              </a:ext>
            </a:extLst>
          </p:cNvPr>
          <p:cNvPicPr>
            <a:picLocks noChangeAspect="1"/>
          </p:cNvPicPr>
          <p:nvPr userDrawn="1"/>
        </p:nvPicPr>
        <p:blipFill>
          <a:blip r:embed="rId2"/>
          <a:stretch>
            <a:fillRect/>
          </a:stretch>
        </p:blipFill>
        <p:spPr>
          <a:xfrm rot="16200000">
            <a:off x="7503043" y="2169043"/>
            <a:ext cx="6858000" cy="2519914"/>
          </a:xfrm>
          <a:prstGeom prst="rect">
            <a:avLst/>
          </a:prstGeom>
        </p:spPr>
      </p:pic>
      <p:sp>
        <p:nvSpPr>
          <p:cNvPr id="6" name="TextBox 5">
            <a:extLst>
              <a:ext uri="{FF2B5EF4-FFF2-40B4-BE49-F238E27FC236}">
                <a16:creationId xmlns:a16="http://schemas.microsoft.com/office/drawing/2014/main" id="{C4C7F200-D576-626F-B985-07E23993E4CA}"/>
              </a:ext>
            </a:extLst>
          </p:cNvPr>
          <p:cNvSpPr txBox="1"/>
          <p:nvPr userDrawn="1"/>
        </p:nvSpPr>
        <p:spPr>
          <a:xfrm>
            <a:off x="9591757" y="6361175"/>
            <a:ext cx="1781665" cy="276999"/>
          </a:xfrm>
          <a:prstGeom prst="rect">
            <a:avLst/>
          </a:prstGeom>
          <a:noFill/>
        </p:spPr>
        <p:txBody>
          <a:bodyPr wrap="square" lIns="0" tIns="0" rIns="0" bIns="0" rtlCol="0">
            <a:spAutoFit/>
          </a:bodyPr>
          <a:lstStyle/>
          <a:p>
            <a:pPr marL="0" indent="0" algn="r">
              <a:spcBef>
                <a:spcPts val="600"/>
              </a:spcBef>
              <a:buSzPct val="100000"/>
              <a:buFont typeface="Arial"/>
              <a:buNone/>
            </a:pPr>
            <a:r>
              <a:rPr lang="en-US" b="1" spc="300" baseline="0">
                <a:solidFill>
                  <a:schemeClr val="bg2"/>
                </a:solidFill>
                <a:latin typeface="Open Sans Light" panose="020B0306030504020204" pitchFamily="34" charset="0"/>
                <a:ea typeface="Open Sans Light" panose="020B0306030504020204" pitchFamily="34" charset="0"/>
                <a:cs typeface="Open Sans Light" panose="020B0306030504020204" pitchFamily="34" charset="0"/>
              </a:rPr>
              <a:t>FinanceAI</a:t>
            </a:r>
            <a:r>
              <a:rPr lang="en-US" sz="1800" b="1" spc="300" baseline="30000">
                <a:solidFill>
                  <a:schemeClr val="bg2"/>
                </a:solidFill>
                <a:latin typeface="Open Sans Light" panose="020B0306030504020204" pitchFamily="34" charset="0"/>
                <a:ea typeface="Open Sans Light" panose="020B0306030504020204" pitchFamily="34" charset="0"/>
                <a:cs typeface="Open Sans Light" panose="020B0306030504020204" pitchFamily="34" charset="0"/>
              </a:rPr>
              <a:t>TM</a:t>
            </a:r>
            <a:endParaRPr lang="en-US" b="1" spc="300" baseline="0">
              <a:solidFill>
                <a:schemeClr val="bg2"/>
              </a:solidFill>
              <a:latin typeface="Open Sans Light" panose="020B0306030504020204" pitchFamily="34" charset="0"/>
              <a:ea typeface="Open Sans Light" panose="020B0306030504020204" pitchFamily="34" charset="0"/>
              <a:cs typeface="Open Sans Light" panose="020B0306030504020204" pitchFamily="34" charset="0"/>
            </a:endParaRPr>
          </a:p>
        </p:txBody>
      </p:sp>
      <p:sp>
        <p:nvSpPr>
          <p:cNvPr id="7" name="Rectangle 6">
            <a:extLst>
              <a:ext uri="{FF2B5EF4-FFF2-40B4-BE49-F238E27FC236}">
                <a16:creationId xmlns:a16="http://schemas.microsoft.com/office/drawing/2014/main" id="{9434816D-663C-4577-C2DD-71744B67D744}"/>
              </a:ext>
            </a:extLst>
          </p:cNvPr>
          <p:cNvSpPr/>
          <p:nvPr userDrawn="1"/>
        </p:nvSpPr>
        <p:spPr bwMode="gray">
          <a:xfrm>
            <a:off x="457200" y="304762"/>
            <a:ext cx="1371600" cy="91440"/>
          </a:xfrm>
          <a:prstGeom prst="rect">
            <a:avLst/>
          </a:prstGeom>
          <a:solidFill>
            <a:schemeClr val="bg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Tree>
    <p:extLst>
      <p:ext uri="{BB962C8B-B14F-4D97-AF65-F5344CB8AC3E}">
        <p14:creationId xmlns:p14="http://schemas.microsoft.com/office/powerpoint/2010/main" val="20347473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Key statement green accent 2">
    <p:bg>
      <p:bgPr>
        <a:solidFill>
          <a:schemeClr val="tx1"/>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63297" y="1714500"/>
            <a:ext cx="9323916" cy="4648200"/>
          </a:xfrm>
          <a:prstGeom prst="rect">
            <a:avLst/>
          </a:prstGeom>
        </p:spPr>
        <p:txBody>
          <a:bodyPr>
            <a:noAutofit/>
          </a:bodyPr>
          <a:lstStyle>
            <a:lvl1pPr>
              <a:spcBef>
                <a:spcPts val="3600"/>
              </a:spcBef>
              <a:defRPr sz="3600" b="1">
                <a:solidFill>
                  <a:schemeClr val="bg1"/>
                </a:solidFill>
                <a:latin typeface="Open Sans" panose="020B0606030504020204" pitchFamily="34" charset="0"/>
                <a:ea typeface="Open Sans" panose="020B0606030504020204" pitchFamily="34" charset="0"/>
                <a:cs typeface="Open Sans" panose="020B0606030504020204" pitchFamily="34" charset="0"/>
              </a:defRPr>
            </a:lvl1pPr>
            <a:lvl2pPr marL="457189" indent="-457189">
              <a:defRPr sz="3000">
                <a:solidFill>
                  <a:schemeClr val="bg2"/>
                </a:solidFill>
              </a:defRPr>
            </a:lvl2pPr>
            <a:lvl3pPr>
              <a:defRPr sz="3000">
                <a:solidFill>
                  <a:schemeClr val="bg2"/>
                </a:solidFill>
              </a:defRPr>
            </a:lvl3pPr>
            <a:lvl4pPr>
              <a:defRPr sz="3000">
                <a:solidFill>
                  <a:schemeClr val="bg2"/>
                </a:solidFill>
              </a:defRPr>
            </a:lvl4pPr>
            <a:lvl5pPr>
              <a:defRPr sz="3000">
                <a:solidFill>
                  <a:schemeClr val="bg2"/>
                </a:solidFill>
              </a:defRPr>
            </a:lvl5pPr>
          </a:lstStyle>
          <a:p>
            <a:pPr lvl="0"/>
            <a:r>
              <a:rPr lang="en-US" noProof="0"/>
              <a:t>Click to edit Master text styles</a:t>
            </a:r>
          </a:p>
        </p:txBody>
      </p:sp>
      <p:sp>
        <p:nvSpPr>
          <p:cNvPr id="11" name="TextBox 10">
            <a:extLst>
              <a:ext uri="{FF2B5EF4-FFF2-40B4-BE49-F238E27FC236}">
                <a16:creationId xmlns:a16="http://schemas.microsoft.com/office/drawing/2014/main" id="{DEC3538D-DEF3-427C-A22B-D6DED4B4F939}"/>
              </a:ext>
            </a:extLst>
          </p:cNvPr>
          <p:cNvSpPr txBox="1"/>
          <p:nvPr userDrawn="1"/>
        </p:nvSpPr>
        <p:spPr>
          <a:xfrm>
            <a:off x="11426826" y="6519673"/>
            <a:ext cx="307975" cy="103875"/>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675" noProof="0" smtClean="0">
                <a:solidFill>
                  <a:schemeClr val="bg1"/>
                </a:solidFill>
                <a:latin typeface="Calibri" panose="020F0502020204030204" pitchFamily="34" charset="0"/>
                <a:cs typeface="Calibri" panose="020F0502020204030204" pitchFamily="34" charset="0"/>
              </a:rPr>
              <a:pPr marL="0" indent="0" algn="r">
                <a:spcBef>
                  <a:spcPts val="450"/>
                </a:spcBef>
                <a:buSzPct val="100000"/>
                <a:buFont typeface="Arial"/>
                <a:buNone/>
              </a:pPr>
              <a:t>‹#›</a:t>
            </a:fld>
            <a:endParaRPr lang="en-US" sz="675" noProof="0">
              <a:solidFill>
                <a:schemeClr val="bg1"/>
              </a:solidFill>
              <a:latin typeface="Calibri" panose="020F0502020204030204" pitchFamily="34" charset="0"/>
              <a:cs typeface="Calibri" panose="020F0502020204030204" pitchFamily="34" charset="0"/>
            </a:endParaRPr>
          </a:p>
        </p:txBody>
      </p:sp>
      <p:pic>
        <p:nvPicPr>
          <p:cNvPr id="3" name="Picture 2" descr="Background pattern, surface chart&#10;&#10;Description automatically generated">
            <a:extLst>
              <a:ext uri="{FF2B5EF4-FFF2-40B4-BE49-F238E27FC236}">
                <a16:creationId xmlns:a16="http://schemas.microsoft.com/office/drawing/2014/main" id="{E72D8DF5-2675-4AF9-6183-8A1C4928F89C}"/>
              </a:ext>
            </a:extLst>
          </p:cNvPr>
          <p:cNvPicPr>
            <a:picLocks noChangeAspect="1"/>
          </p:cNvPicPr>
          <p:nvPr userDrawn="1"/>
        </p:nvPicPr>
        <p:blipFill>
          <a:blip r:embed="rId2"/>
          <a:stretch>
            <a:fillRect/>
          </a:stretch>
        </p:blipFill>
        <p:spPr>
          <a:xfrm rot="16200000">
            <a:off x="7503043" y="2169043"/>
            <a:ext cx="6858000" cy="2519914"/>
          </a:xfrm>
          <a:prstGeom prst="rect">
            <a:avLst/>
          </a:prstGeom>
        </p:spPr>
      </p:pic>
      <p:sp>
        <p:nvSpPr>
          <p:cNvPr id="9" name="TextBox 8">
            <a:extLst>
              <a:ext uri="{FF2B5EF4-FFF2-40B4-BE49-F238E27FC236}">
                <a16:creationId xmlns:a16="http://schemas.microsoft.com/office/drawing/2014/main" id="{B3F78254-BCDC-5C3C-980C-659A6E9DE8E5}"/>
              </a:ext>
            </a:extLst>
          </p:cNvPr>
          <p:cNvSpPr txBox="1"/>
          <p:nvPr userDrawn="1"/>
        </p:nvSpPr>
        <p:spPr>
          <a:xfrm>
            <a:off x="9591757" y="6361175"/>
            <a:ext cx="1781665" cy="276999"/>
          </a:xfrm>
          <a:prstGeom prst="rect">
            <a:avLst/>
          </a:prstGeom>
          <a:noFill/>
        </p:spPr>
        <p:txBody>
          <a:bodyPr wrap="square" lIns="0" tIns="0" rIns="0" bIns="0" rtlCol="0">
            <a:spAutoFit/>
          </a:bodyPr>
          <a:lstStyle/>
          <a:p>
            <a:pPr marL="0" indent="0" algn="r">
              <a:spcBef>
                <a:spcPts val="600"/>
              </a:spcBef>
              <a:buSzPct val="100000"/>
              <a:buFont typeface="Arial"/>
              <a:buNone/>
            </a:pPr>
            <a:r>
              <a:rPr lang="en-US" b="1" spc="300" baseline="0">
                <a:solidFill>
                  <a:schemeClr val="bg2"/>
                </a:solidFill>
                <a:latin typeface="Open Sans Light" panose="020B0306030504020204" pitchFamily="34" charset="0"/>
                <a:ea typeface="Open Sans Light" panose="020B0306030504020204" pitchFamily="34" charset="0"/>
                <a:cs typeface="Open Sans Light" panose="020B0306030504020204" pitchFamily="34" charset="0"/>
              </a:rPr>
              <a:t>FinanceAI</a:t>
            </a:r>
            <a:r>
              <a:rPr lang="en-US" sz="1800" b="1" spc="300" baseline="30000">
                <a:solidFill>
                  <a:schemeClr val="bg2"/>
                </a:solidFill>
                <a:latin typeface="Open Sans Light" panose="020B0306030504020204" pitchFamily="34" charset="0"/>
                <a:ea typeface="Open Sans Light" panose="020B0306030504020204" pitchFamily="34" charset="0"/>
                <a:cs typeface="Open Sans Light" panose="020B0306030504020204" pitchFamily="34" charset="0"/>
              </a:rPr>
              <a:t>TM</a:t>
            </a:r>
            <a:endParaRPr lang="en-US" b="1" spc="300" baseline="0">
              <a:solidFill>
                <a:schemeClr val="bg2"/>
              </a:solidFill>
              <a:latin typeface="Open Sans Light" panose="020B0306030504020204" pitchFamily="34" charset="0"/>
              <a:ea typeface="Open Sans Light" panose="020B0306030504020204" pitchFamily="34" charset="0"/>
              <a:cs typeface="Open Sans Light" panose="020B0306030504020204" pitchFamily="34" charset="0"/>
            </a:endParaRPr>
          </a:p>
        </p:txBody>
      </p:sp>
      <p:sp>
        <p:nvSpPr>
          <p:cNvPr id="10" name="Rectangle 9">
            <a:extLst>
              <a:ext uri="{FF2B5EF4-FFF2-40B4-BE49-F238E27FC236}">
                <a16:creationId xmlns:a16="http://schemas.microsoft.com/office/drawing/2014/main" id="{5397E9BE-0D5F-E50C-A009-BDFCC64D3922}"/>
              </a:ext>
            </a:extLst>
          </p:cNvPr>
          <p:cNvSpPr/>
          <p:nvPr userDrawn="1"/>
        </p:nvSpPr>
        <p:spPr bwMode="gray">
          <a:xfrm>
            <a:off x="457200" y="304762"/>
            <a:ext cx="1371600" cy="91440"/>
          </a:xfrm>
          <a:prstGeom prst="rect">
            <a:avLst/>
          </a:prstGeom>
          <a:solidFill>
            <a:schemeClr val="bg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Tree>
    <p:extLst>
      <p:ext uri="{BB962C8B-B14F-4D97-AF65-F5344CB8AC3E}">
        <p14:creationId xmlns:p14="http://schemas.microsoft.com/office/powerpoint/2010/main" val="659226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3_Title &amp; 1 column text">
    <p:spTree>
      <p:nvGrpSpPr>
        <p:cNvPr id="1" name=""/>
        <p:cNvGrpSpPr/>
        <p:nvPr/>
      </p:nvGrpSpPr>
      <p:grpSpPr>
        <a:xfrm>
          <a:off x="0" y="0"/>
          <a:ext cx="0" cy="0"/>
          <a:chOff x="0" y="0"/>
          <a:chExt cx="0" cy="0"/>
        </a:xfrm>
      </p:grpSpPr>
      <p:sp>
        <p:nvSpPr>
          <p:cNvPr id="14" name="Text Placeholder 18"/>
          <p:cNvSpPr>
            <a:spLocks noGrp="1"/>
          </p:cNvSpPr>
          <p:nvPr>
            <p:ph idx="1"/>
          </p:nvPr>
        </p:nvSpPr>
        <p:spPr>
          <a:xfrm>
            <a:off x="463296" y="1714500"/>
            <a:ext cx="11277600" cy="4648200"/>
          </a:xfrm>
          <a:prstGeom prst="rect">
            <a:avLst/>
          </a:prstGeom>
        </p:spPr>
        <p:txBody>
          <a:bodyPr vert="horz" lIns="0" tIns="0" rIns="0" bIns="0" rtlCol="0">
            <a:noAutofit/>
          </a:bodyPr>
          <a:lstStyle>
            <a:lvl1pPr marL="0" indent="0" algn="l">
              <a:buFontTx/>
              <a:buNone/>
              <a:defRPr sz="1200">
                <a:latin typeface="+mn-lt"/>
              </a:defRPr>
            </a:lvl1pPr>
            <a:lvl2pPr marL="104775" indent="-104775" algn="l">
              <a:buClrTx/>
              <a:buSzPct val="100000"/>
              <a:buFont typeface="Arial" panose="020B0604020202020204" pitchFamily="34" charset="0"/>
              <a:buChar char="•"/>
              <a:defRPr sz="1200">
                <a:latin typeface="+mj-lt"/>
              </a:defRPr>
            </a:lvl2pPr>
            <a:lvl3pPr marL="228600" indent="-104775" algn="l">
              <a:buClrTx/>
              <a:buSzPct val="100000"/>
              <a:buFont typeface="Arial" panose="020B0604020202020204" pitchFamily="34" charset="0"/>
              <a:buChar char="−"/>
              <a:defRPr sz="1200">
                <a:latin typeface="+mn-lt"/>
              </a:defRPr>
            </a:lvl3pPr>
            <a:lvl4pPr marL="352425" indent="-104775" algn="l">
              <a:buClrTx/>
              <a:buSzPct val="100000"/>
              <a:buFont typeface="Arial" panose="020B0604020202020204" pitchFamily="34" charset="0"/>
              <a:buChar char="◦"/>
              <a:defRPr sz="1200">
                <a:latin typeface="+mn-lt"/>
              </a:defRPr>
            </a:lvl4pPr>
            <a:lvl5pPr marL="476250" indent="-104775" algn="l">
              <a:buClrTx/>
              <a:buSzPct val="100000"/>
              <a:buFont typeface="Arial" panose="020B0604020202020204" pitchFamily="34" charset="0"/>
              <a:buChar char="−"/>
              <a:defRPr sz="12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noProof="0"/>
          </a:p>
        </p:txBody>
      </p:sp>
      <p:sp>
        <p:nvSpPr>
          <p:cNvPr id="4" name="Title Placeholder 1">
            <a:extLst>
              <a:ext uri="{FF2B5EF4-FFF2-40B4-BE49-F238E27FC236}">
                <a16:creationId xmlns:a16="http://schemas.microsoft.com/office/drawing/2014/main" id="{A1AF4B88-9BDB-4994-AE11-3A74CC55FE51}"/>
              </a:ext>
            </a:extLst>
          </p:cNvPr>
          <p:cNvSpPr>
            <a:spLocks noGrp="1"/>
          </p:cNvSpPr>
          <p:nvPr>
            <p:ph type="title" hasCustomPrompt="1"/>
          </p:nvPr>
        </p:nvSpPr>
        <p:spPr>
          <a:xfrm>
            <a:off x="463296" y="470024"/>
            <a:ext cx="11277600" cy="338328"/>
          </a:xfrm>
          <a:prstGeom prst="rect">
            <a:avLst/>
          </a:prstGeom>
        </p:spPr>
        <p:txBody>
          <a:bodyPr vert="horz" lIns="0" tIns="0" rIns="0" bIns="0" rtlCol="0" anchor="t" anchorCtr="0">
            <a:noAutofit/>
          </a:bodyPr>
          <a:lstStyle>
            <a:lvl1pPr>
              <a:defRPr sz="2100"/>
            </a:lvl1pPr>
          </a:lstStyle>
          <a:p>
            <a:r>
              <a:rPr lang="en-US"/>
              <a:t>Click to add title</a:t>
            </a:r>
          </a:p>
        </p:txBody>
      </p:sp>
      <p:pic>
        <p:nvPicPr>
          <p:cNvPr id="5" name="Picture 4" descr="Background pattern, surface chart&#10;&#10;Description automatically generated">
            <a:extLst>
              <a:ext uri="{FF2B5EF4-FFF2-40B4-BE49-F238E27FC236}">
                <a16:creationId xmlns:a16="http://schemas.microsoft.com/office/drawing/2014/main" id="{CC776105-A391-B781-B61D-675C43C85174}"/>
              </a:ext>
            </a:extLst>
          </p:cNvPr>
          <p:cNvPicPr>
            <a:picLocks noChangeAspect="1"/>
          </p:cNvPicPr>
          <p:nvPr userDrawn="1"/>
        </p:nvPicPr>
        <p:blipFill>
          <a:blip r:embed="rId2"/>
          <a:stretch>
            <a:fillRect/>
          </a:stretch>
        </p:blipFill>
        <p:spPr>
          <a:xfrm rot="16200000">
            <a:off x="7503043" y="2169043"/>
            <a:ext cx="6858000" cy="2519914"/>
          </a:xfrm>
          <a:prstGeom prst="rect">
            <a:avLst/>
          </a:prstGeom>
        </p:spPr>
      </p:pic>
    </p:spTree>
    <p:extLst>
      <p:ext uri="{BB962C8B-B14F-4D97-AF65-F5344CB8AC3E}">
        <p14:creationId xmlns:p14="http://schemas.microsoft.com/office/powerpoint/2010/main" val="3254731587"/>
      </p:ext>
    </p:extLst>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2 columns of text">
    <p:spTree>
      <p:nvGrpSpPr>
        <p:cNvPr id="1" name=""/>
        <p:cNvGrpSpPr/>
        <p:nvPr/>
      </p:nvGrpSpPr>
      <p:grpSpPr>
        <a:xfrm>
          <a:off x="0" y="0"/>
          <a:ext cx="0" cy="0"/>
          <a:chOff x="0" y="0"/>
          <a:chExt cx="0" cy="0"/>
        </a:xfrm>
      </p:grpSpPr>
      <p:sp>
        <p:nvSpPr>
          <p:cNvPr id="13" name="Content Placeholder 3"/>
          <p:cNvSpPr>
            <a:spLocks noGrp="1"/>
          </p:cNvSpPr>
          <p:nvPr>
            <p:ph sz="quarter" idx="10"/>
          </p:nvPr>
        </p:nvSpPr>
        <p:spPr>
          <a:xfrm>
            <a:off x="463296" y="1719072"/>
            <a:ext cx="5480304" cy="4643628"/>
          </a:xfrm>
          <a:prstGeom prst="rect">
            <a:avLst/>
          </a:prstGeom>
        </p:spPr>
        <p:txBody>
          <a:bodyPr>
            <a:noAutofit/>
          </a:bodyPr>
          <a:lstStyle>
            <a:lvl1pPr marL="0" indent="0" algn="l">
              <a:buFontTx/>
              <a:buNone/>
              <a:tabLst>
                <a:tab pos="3771900" algn="r"/>
              </a:tabLst>
              <a:defRPr sz="1200"/>
            </a:lvl1pPr>
            <a:lvl2pPr marL="104775" indent="-104775" algn="l">
              <a:buClrTx/>
              <a:buSzPct val="100000"/>
              <a:buFont typeface="Arial" panose="020B0604020202020204" pitchFamily="34" charset="0"/>
              <a:buChar char="•"/>
              <a:tabLst>
                <a:tab pos="3771900" algn="r"/>
              </a:tabLst>
              <a:defRPr sz="1200"/>
            </a:lvl2pPr>
            <a:lvl3pPr marL="228600" indent="-104775" algn="l">
              <a:buClrTx/>
              <a:buSzPct val="100000"/>
              <a:buFont typeface="Arial" panose="020B0604020202020204" pitchFamily="34" charset="0"/>
              <a:buChar char="−"/>
              <a:tabLst>
                <a:tab pos="3771900" algn="r"/>
              </a:tabLst>
              <a:defRPr sz="1200"/>
            </a:lvl3pPr>
            <a:lvl4pPr marL="352425" indent="-104775" algn="l">
              <a:buClrTx/>
              <a:buSzPct val="100000"/>
              <a:buFont typeface="Arial" panose="020B0604020202020204" pitchFamily="34" charset="0"/>
              <a:buChar char="◦"/>
              <a:tabLst>
                <a:tab pos="3771900" algn="r"/>
              </a:tabLst>
              <a:defRPr sz="1200"/>
            </a:lvl4pPr>
            <a:lvl5pPr marL="476250" indent="-104775" algn="l">
              <a:buClrTx/>
              <a:buSzPct val="100000"/>
              <a:buFont typeface="Arial" panose="020B0604020202020204" pitchFamily="34" charset="0"/>
              <a:buChar char="−"/>
              <a:tabLst>
                <a:tab pos="3771900" algn="r"/>
              </a:tabLst>
              <a:defRPr sz="1200"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Content Placeholder 3"/>
          <p:cNvSpPr>
            <a:spLocks noGrp="1"/>
          </p:cNvSpPr>
          <p:nvPr>
            <p:ph sz="quarter" idx="20"/>
          </p:nvPr>
        </p:nvSpPr>
        <p:spPr>
          <a:xfrm>
            <a:off x="6248404" y="1719072"/>
            <a:ext cx="5486397" cy="4643628"/>
          </a:xfrm>
          <a:prstGeom prst="rect">
            <a:avLst/>
          </a:prstGeom>
        </p:spPr>
        <p:txBody>
          <a:bodyPr>
            <a:noAutofit/>
          </a:bodyPr>
          <a:lstStyle>
            <a:lvl1pPr marL="0" indent="0" algn="l">
              <a:buFontTx/>
              <a:buNone/>
              <a:tabLst>
                <a:tab pos="3771900" algn="r"/>
              </a:tabLst>
              <a:defRPr sz="1200"/>
            </a:lvl1pPr>
            <a:lvl2pPr marL="104775" indent="-104775" algn="l">
              <a:buClrTx/>
              <a:buSzPct val="100000"/>
              <a:buFont typeface="Arial" panose="020B0604020202020204" pitchFamily="34" charset="0"/>
              <a:buChar char="•"/>
              <a:tabLst>
                <a:tab pos="3771900" algn="r"/>
              </a:tabLst>
              <a:defRPr sz="1200"/>
            </a:lvl2pPr>
            <a:lvl3pPr marL="228600" indent="-104775" algn="l">
              <a:buClrTx/>
              <a:buSzPct val="100000"/>
              <a:buFont typeface="Arial" panose="020B0604020202020204" pitchFamily="34" charset="0"/>
              <a:buChar char="−"/>
              <a:tabLst>
                <a:tab pos="3771900" algn="r"/>
              </a:tabLst>
              <a:defRPr sz="1200"/>
            </a:lvl3pPr>
            <a:lvl4pPr marL="352425" indent="-104775" algn="l">
              <a:buClrTx/>
              <a:buSzPct val="100000"/>
              <a:buFont typeface="Arial" panose="020B0604020202020204" pitchFamily="34" charset="0"/>
              <a:buChar char="◦"/>
              <a:tabLst>
                <a:tab pos="3771900" algn="r"/>
              </a:tabLst>
              <a:defRPr sz="1200"/>
            </a:lvl4pPr>
            <a:lvl5pPr marL="476250" indent="-104775" algn="l">
              <a:buClrTx/>
              <a:buSzPct val="100000"/>
              <a:buFont typeface="Arial" panose="020B0604020202020204" pitchFamily="34" charset="0"/>
              <a:buChar char="−"/>
              <a:tabLst>
                <a:tab pos="3771900" algn="r"/>
              </a:tabLst>
              <a:defRPr sz="1200"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8">
            <a:extLst>
              <a:ext uri="{FF2B5EF4-FFF2-40B4-BE49-F238E27FC236}">
                <a16:creationId xmlns:a16="http://schemas.microsoft.com/office/drawing/2014/main" id="{8A9CD2DA-AA83-4DCB-8501-DE5878CC0B8A}"/>
              </a:ext>
            </a:extLst>
          </p:cNvPr>
          <p:cNvSpPr>
            <a:spLocks noGrp="1"/>
          </p:cNvSpPr>
          <p:nvPr>
            <p:ph type="body" sz="quarter" idx="13" hasCustomPrompt="1"/>
          </p:nvPr>
        </p:nvSpPr>
        <p:spPr>
          <a:xfrm>
            <a:off x="463295" y="805490"/>
            <a:ext cx="11277600" cy="757255"/>
          </a:xfrm>
          <a:prstGeom prst="rect">
            <a:avLst/>
          </a:prstGeom>
        </p:spPr>
        <p:txBody>
          <a:bodyPr lIns="0" tIns="0" rIns="0" bIns="0">
            <a:noAutofit/>
          </a:bodyPr>
          <a:lstStyle>
            <a:lvl1pPr marL="0" indent="0">
              <a:buNone/>
              <a:defRPr sz="1600" b="0">
                <a:solidFill>
                  <a:schemeClr val="tx2"/>
                </a:solidFill>
                <a:latin typeface="Open Sans" panose="020B0606030504020204" pitchFamily="34" charset="0"/>
                <a:ea typeface="Open Sans" panose="020B0606030504020204" pitchFamily="34" charset="0"/>
                <a:cs typeface="Open Sans" panose="020B0606030504020204" pitchFamily="34" charset="0"/>
              </a:defRPr>
            </a:lvl1pPr>
          </a:lstStyle>
          <a:p>
            <a:pPr lvl="0"/>
            <a:r>
              <a:rPr lang="en-US"/>
              <a:t>Click to add subtitle</a:t>
            </a:r>
          </a:p>
        </p:txBody>
      </p:sp>
      <p:sp>
        <p:nvSpPr>
          <p:cNvPr id="7" name="Title Placeholder 1">
            <a:extLst>
              <a:ext uri="{FF2B5EF4-FFF2-40B4-BE49-F238E27FC236}">
                <a16:creationId xmlns:a16="http://schemas.microsoft.com/office/drawing/2014/main" id="{6559CC6F-6478-4902-A4D5-F8FB6538D285}"/>
              </a:ext>
            </a:extLst>
          </p:cNvPr>
          <p:cNvSpPr>
            <a:spLocks noGrp="1"/>
          </p:cNvSpPr>
          <p:nvPr>
            <p:ph type="title" hasCustomPrompt="1"/>
          </p:nvPr>
        </p:nvSpPr>
        <p:spPr>
          <a:xfrm>
            <a:off x="463295" y="468542"/>
            <a:ext cx="11277600" cy="334099"/>
          </a:xfrm>
          <a:prstGeom prst="rect">
            <a:avLst/>
          </a:prstGeom>
        </p:spPr>
        <p:txBody>
          <a:bodyPr vert="horz" lIns="0" tIns="0" rIns="0" bIns="0" rtlCol="0" anchor="t" anchorCtr="0">
            <a:noAutofit/>
          </a:bodyPr>
          <a:lstStyle>
            <a:lvl1pPr>
              <a:defRPr sz="2100">
                <a:latin typeface="Open Sans" panose="020B0606030504020204" pitchFamily="34" charset="0"/>
                <a:ea typeface="Open Sans" panose="020B0606030504020204" pitchFamily="34" charset="0"/>
                <a:cs typeface="Open Sans" panose="020B0606030504020204" pitchFamily="34" charset="0"/>
              </a:defRPr>
            </a:lvl1pPr>
          </a:lstStyle>
          <a:p>
            <a:r>
              <a:rPr lang="en-US"/>
              <a:t>Click to add title</a:t>
            </a:r>
          </a:p>
        </p:txBody>
      </p:sp>
      <p:pic>
        <p:nvPicPr>
          <p:cNvPr id="4" name="Picture 4" descr="Background pattern, surface chart&#10;&#10;Description automatically generated">
            <a:extLst>
              <a:ext uri="{FF2B5EF4-FFF2-40B4-BE49-F238E27FC236}">
                <a16:creationId xmlns:a16="http://schemas.microsoft.com/office/drawing/2014/main" id="{9D44B39C-2A16-0A34-DD2B-DBBAAA2E3F53}"/>
              </a:ext>
            </a:extLst>
          </p:cNvPr>
          <p:cNvPicPr>
            <a:picLocks noChangeAspect="1"/>
          </p:cNvPicPr>
          <p:nvPr userDrawn="1"/>
        </p:nvPicPr>
        <p:blipFill>
          <a:blip r:embed="rId2"/>
          <a:stretch>
            <a:fillRect/>
          </a:stretch>
        </p:blipFill>
        <p:spPr>
          <a:xfrm rot="16200000">
            <a:off x="7503043" y="2169043"/>
            <a:ext cx="6858000" cy="2519914"/>
          </a:xfrm>
          <a:prstGeom prst="rect">
            <a:avLst/>
          </a:prstGeom>
        </p:spPr>
      </p:pic>
    </p:spTree>
    <p:extLst>
      <p:ext uri="{BB962C8B-B14F-4D97-AF65-F5344CB8AC3E}">
        <p14:creationId xmlns:p14="http://schemas.microsoft.com/office/powerpoint/2010/main" val="409788638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 chart">
    <p:spTree>
      <p:nvGrpSpPr>
        <p:cNvPr id="1" name=""/>
        <p:cNvGrpSpPr/>
        <p:nvPr/>
      </p:nvGrpSpPr>
      <p:grpSpPr>
        <a:xfrm>
          <a:off x="0" y="0"/>
          <a:ext cx="0" cy="0"/>
          <a:chOff x="0" y="0"/>
          <a:chExt cx="0" cy="0"/>
        </a:xfrm>
      </p:grpSpPr>
      <p:sp>
        <p:nvSpPr>
          <p:cNvPr id="17" name="Chart Placeholder 3"/>
          <p:cNvSpPr>
            <a:spLocks noGrp="1"/>
          </p:cNvSpPr>
          <p:nvPr>
            <p:ph type="chart" sz="quarter" idx="15"/>
          </p:nvPr>
        </p:nvSpPr>
        <p:spPr>
          <a:xfrm>
            <a:off x="461468" y="2115797"/>
            <a:ext cx="3549549" cy="4005216"/>
          </a:xfrm>
          <a:prstGeom prst="rect">
            <a:avLst/>
          </a:prstGeom>
        </p:spPr>
        <p:txBody>
          <a:bodyPr>
            <a:noAutofit/>
          </a:bodyPr>
          <a:lstStyle>
            <a:lvl1pPr>
              <a:defRPr sz="1200"/>
            </a:lvl1pPr>
          </a:lstStyle>
          <a:p>
            <a:r>
              <a:rPr lang="en-US" noProof="0"/>
              <a:t>Click icon to add chart</a:t>
            </a:r>
          </a:p>
        </p:txBody>
      </p:sp>
      <p:sp>
        <p:nvSpPr>
          <p:cNvPr id="18" name="Text Placeholder 8"/>
          <p:cNvSpPr>
            <a:spLocks noGrp="1"/>
          </p:cNvSpPr>
          <p:nvPr>
            <p:ph type="body" sz="quarter" idx="18"/>
          </p:nvPr>
        </p:nvSpPr>
        <p:spPr>
          <a:xfrm>
            <a:off x="459119" y="1722943"/>
            <a:ext cx="3549549" cy="392112"/>
          </a:xfrm>
        </p:spPr>
        <p:txBody>
          <a:bodyPr>
            <a:noAutofit/>
          </a:bodyPr>
          <a:lstStyle>
            <a:lvl1pPr>
              <a:defRPr sz="1200"/>
            </a:lvl1pPr>
          </a:lstStyle>
          <a:p>
            <a:pPr lvl="0"/>
            <a:r>
              <a:rPr lang="en-US" noProof="0"/>
              <a:t>Click to edit Master text styles</a:t>
            </a:r>
          </a:p>
        </p:txBody>
      </p:sp>
      <p:sp>
        <p:nvSpPr>
          <p:cNvPr id="12" name="Text Placeholder 7"/>
          <p:cNvSpPr>
            <a:spLocks noGrp="1"/>
          </p:cNvSpPr>
          <p:nvPr>
            <p:ph type="body" sz="quarter" idx="23"/>
          </p:nvPr>
        </p:nvSpPr>
        <p:spPr>
          <a:xfrm>
            <a:off x="461468" y="6121016"/>
            <a:ext cx="11277600" cy="241685"/>
          </a:xfrm>
        </p:spPr>
        <p:txBody>
          <a:bodyPr>
            <a:noAutofit/>
          </a:bodyPr>
          <a:lstStyle>
            <a:lvl1pPr>
              <a:spcAft>
                <a:spcPts val="0"/>
              </a:spcAft>
              <a:defRPr sz="900"/>
            </a:lvl1pPr>
          </a:lstStyle>
          <a:p>
            <a:pPr lvl="0"/>
            <a:r>
              <a:rPr lang="en-US" noProof="0"/>
              <a:t>Click to edit Master text styles</a:t>
            </a:r>
          </a:p>
        </p:txBody>
      </p:sp>
      <p:sp>
        <p:nvSpPr>
          <p:cNvPr id="19" name="Chart Placeholder 3">
            <a:extLst>
              <a:ext uri="{FF2B5EF4-FFF2-40B4-BE49-F238E27FC236}">
                <a16:creationId xmlns:a16="http://schemas.microsoft.com/office/drawing/2014/main" id="{16889619-7368-4B21-B502-003FD717C954}"/>
              </a:ext>
            </a:extLst>
          </p:cNvPr>
          <p:cNvSpPr>
            <a:spLocks noGrp="1"/>
          </p:cNvSpPr>
          <p:nvPr>
            <p:ph type="chart" sz="quarter" idx="24"/>
          </p:nvPr>
        </p:nvSpPr>
        <p:spPr>
          <a:xfrm>
            <a:off x="4323575" y="2115798"/>
            <a:ext cx="3549549" cy="4005216"/>
          </a:xfrm>
          <a:prstGeom prst="rect">
            <a:avLst/>
          </a:prstGeom>
        </p:spPr>
        <p:txBody>
          <a:bodyPr>
            <a:noAutofit/>
          </a:bodyPr>
          <a:lstStyle>
            <a:lvl1pPr>
              <a:defRPr sz="1200"/>
            </a:lvl1pPr>
          </a:lstStyle>
          <a:p>
            <a:r>
              <a:rPr lang="en-US" noProof="0"/>
              <a:t>Click icon to add chart</a:t>
            </a:r>
          </a:p>
        </p:txBody>
      </p:sp>
      <p:sp>
        <p:nvSpPr>
          <p:cNvPr id="20" name="Text Placeholder 8">
            <a:extLst>
              <a:ext uri="{FF2B5EF4-FFF2-40B4-BE49-F238E27FC236}">
                <a16:creationId xmlns:a16="http://schemas.microsoft.com/office/drawing/2014/main" id="{7536B633-26E6-47E5-A809-A97D26199C41}"/>
              </a:ext>
            </a:extLst>
          </p:cNvPr>
          <p:cNvSpPr>
            <a:spLocks noGrp="1"/>
          </p:cNvSpPr>
          <p:nvPr>
            <p:ph type="body" sz="quarter" idx="25"/>
          </p:nvPr>
        </p:nvSpPr>
        <p:spPr>
          <a:xfrm>
            <a:off x="4321226" y="1722944"/>
            <a:ext cx="3549549" cy="392112"/>
          </a:xfrm>
        </p:spPr>
        <p:txBody>
          <a:bodyPr>
            <a:noAutofit/>
          </a:bodyPr>
          <a:lstStyle>
            <a:lvl1pPr>
              <a:defRPr sz="1200"/>
            </a:lvl1pPr>
          </a:lstStyle>
          <a:p>
            <a:pPr lvl="0"/>
            <a:r>
              <a:rPr lang="en-US" noProof="0"/>
              <a:t>Click to edit Master text styles</a:t>
            </a:r>
          </a:p>
        </p:txBody>
      </p:sp>
      <p:sp>
        <p:nvSpPr>
          <p:cNvPr id="21" name="Chart Placeholder 3">
            <a:extLst>
              <a:ext uri="{FF2B5EF4-FFF2-40B4-BE49-F238E27FC236}">
                <a16:creationId xmlns:a16="http://schemas.microsoft.com/office/drawing/2014/main" id="{B4691CB5-FF7F-4DAF-80B3-769541086497}"/>
              </a:ext>
            </a:extLst>
          </p:cNvPr>
          <p:cNvSpPr>
            <a:spLocks noGrp="1"/>
          </p:cNvSpPr>
          <p:nvPr>
            <p:ph type="chart" sz="quarter" idx="26"/>
          </p:nvPr>
        </p:nvSpPr>
        <p:spPr>
          <a:xfrm>
            <a:off x="8193695" y="2115798"/>
            <a:ext cx="3549549" cy="4005216"/>
          </a:xfrm>
          <a:prstGeom prst="rect">
            <a:avLst/>
          </a:prstGeom>
        </p:spPr>
        <p:txBody>
          <a:bodyPr>
            <a:noAutofit/>
          </a:bodyPr>
          <a:lstStyle>
            <a:lvl1pPr>
              <a:defRPr sz="1200"/>
            </a:lvl1pPr>
          </a:lstStyle>
          <a:p>
            <a:r>
              <a:rPr lang="en-US" noProof="0"/>
              <a:t>Click icon to add chart</a:t>
            </a:r>
          </a:p>
        </p:txBody>
      </p:sp>
      <p:sp>
        <p:nvSpPr>
          <p:cNvPr id="22" name="Text Placeholder 8">
            <a:extLst>
              <a:ext uri="{FF2B5EF4-FFF2-40B4-BE49-F238E27FC236}">
                <a16:creationId xmlns:a16="http://schemas.microsoft.com/office/drawing/2014/main" id="{D8875204-BB59-4C5F-ABB1-D0ECEC5A0701}"/>
              </a:ext>
            </a:extLst>
          </p:cNvPr>
          <p:cNvSpPr>
            <a:spLocks noGrp="1"/>
          </p:cNvSpPr>
          <p:nvPr>
            <p:ph type="body" sz="quarter" idx="27"/>
          </p:nvPr>
        </p:nvSpPr>
        <p:spPr>
          <a:xfrm>
            <a:off x="8191346" y="1722944"/>
            <a:ext cx="3549549" cy="392112"/>
          </a:xfrm>
        </p:spPr>
        <p:txBody>
          <a:bodyPr>
            <a:noAutofit/>
          </a:bodyPr>
          <a:lstStyle>
            <a:lvl1pPr>
              <a:defRPr sz="1200"/>
            </a:lvl1pPr>
          </a:lstStyle>
          <a:p>
            <a:pPr lvl="0"/>
            <a:r>
              <a:rPr lang="en-US" noProof="0"/>
              <a:t>Click to edit Master text styles</a:t>
            </a:r>
          </a:p>
        </p:txBody>
      </p:sp>
      <p:sp>
        <p:nvSpPr>
          <p:cNvPr id="23" name="Text Placeholder 8">
            <a:extLst>
              <a:ext uri="{FF2B5EF4-FFF2-40B4-BE49-F238E27FC236}">
                <a16:creationId xmlns:a16="http://schemas.microsoft.com/office/drawing/2014/main" id="{272C8D47-97C8-4E6F-91CC-C3AB406C1C26}"/>
              </a:ext>
            </a:extLst>
          </p:cNvPr>
          <p:cNvSpPr>
            <a:spLocks noGrp="1"/>
          </p:cNvSpPr>
          <p:nvPr>
            <p:ph type="body" sz="quarter" idx="13" hasCustomPrompt="1"/>
          </p:nvPr>
        </p:nvSpPr>
        <p:spPr>
          <a:xfrm>
            <a:off x="463295" y="805491"/>
            <a:ext cx="11277600" cy="757255"/>
          </a:xfrm>
          <a:prstGeom prst="rect">
            <a:avLst/>
          </a:prstGeom>
        </p:spPr>
        <p:txBody>
          <a:bodyPr lIns="0" tIns="0" rIns="0" bIns="0">
            <a:noAutofit/>
          </a:bodyPr>
          <a:lstStyle>
            <a:lvl1pPr marL="0" indent="0">
              <a:buNone/>
              <a:defRPr sz="1600" b="0">
                <a:solidFill>
                  <a:schemeClr val="tx2"/>
                </a:solidFill>
                <a:latin typeface="Open Sans" panose="020B0606030504020204" pitchFamily="34" charset="0"/>
                <a:ea typeface="Open Sans" panose="020B0606030504020204" pitchFamily="34" charset="0"/>
                <a:cs typeface="Open Sans" panose="020B0606030504020204" pitchFamily="34" charset="0"/>
              </a:defRPr>
            </a:lvl1pPr>
          </a:lstStyle>
          <a:p>
            <a:pPr lvl="0"/>
            <a:r>
              <a:rPr lang="en-US"/>
              <a:t>Click to add subtitle</a:t>
            </a:r>
          </a:p>
        </p:txBody>
      </p:sp>
      <p:sp>
        <p:nvSpPr>
          <p:cNvPr id="24" name="Title Placeholder 1">
            <a:extLst>
              <a:ext uri="{FF2B5EF4-FFF2-40B4-BE49-F238E27FC236}">
                <a16:creationId xmlns:a16="http://schemas.microsoft.com/office/drawing/2014/main" id="{D65F0445-032D-4E6A-83EC-59A2184ED5F6}"/>
              </a:ext>
            </a:extLst>
          </p:cNvPr>
          <p:cNvSpPr>
            <a:spLocks noGrp="1"/>
          </p:cNvSpPr>
          <p:nvPr>
            <p:ph type="title" hasCustomPrompt="1"/>
          </p:nvPr>
        </p:nvSpPr>
        <p:spPr>
          <a:xfrm>
            <a:off x="463295" y="468543"/>
            <a:ext cx="11277600" cy="334099"/>
          </a:xfrm>
          <a:prstGeom prst="rect">
            <a:avLst/>
          </a:prstGeom>
        </p:spPr>
        <p:txBody>
          <a:bodyPr vert="horz" lIns="0" tIns="0" rIns="0" bIns="0" rtlCol="0" anchor="t" anchorCtr="0">
            <a:noAutofit/>
          </a:bodyPr>
          <a:lstStyle>
            <a:lvl1pPr>
              <a:defRPr sz="2100">
                <a:latin typeface="Open Sans" panose="020B0606030504020204" pitchFamily="34" charset="0"/>
                <a:ea typeface="Open Sans" panose="020B0606030504020204" pitchFamily="34" charset="0"/>
                <a:cs typeface="Open Sans" panose="020B0606030504020204" pitchFamily="34" charset="0"/>
              </a:defRPr>
            </a:lvl1pPr>
          </a:lstStyle>
          <a:p>
            <a:r>
              <a:rPr lang="en-US"/>
              <a:t>Click to add title</a:t>
            </a:r>
          </a:p>
        </p:txBody>
      </p:sp>
      <p:pic>
        <p:nvPicPr>
          <p:cNvPr id="4" name="Picture 4" descr="Background pattern, surface chart&#10;&#10;Description automatically generated">
            <a:extLst>
              <a:ext uri="{FF2B5EF4-FFF2-40B4-BE49-F238E27FC236}">
                <a16:creationId xmlns:a16="http://schemas.microsoft.com/office/drawing/2014/main" id="{E17CE079-92B6-8CBE-7DB6-CA49F060954A}"/>
              </a:ext>
            </a:extLst>
          </p:cNvPr>
          <p:cNvPicPr>
            <a:picLocks noChangeAspect="1"/>
          </p:cNvPicPr>
          <p:nvPr userDrawn="1"/>
        </p:nvPicPr>
        <p:blipFill>
          <a:blip r:embed="rId2"/>
          <a:stretch>
            <a:fillRect/>
          </a:stretch>
        </p:blipFill>
        <p:spPr>
          <a:xfrm rot="16200000">
            <a:off x="7503043" y="2169043"/>
            <a:ext cx="6858000" cy="2519914"/>
          </a:xfrm>
          <a:prstGeom prst="rect">
            <a:avLst/>
          </a:prstGeom>
        </p:spPr>
      </p:pic>
    </p:spTree>
    <p:extLst>
      <p:ext uri="{BB962C8B-B14F-4D97-AF65-F5344CB8AC3E}">
        <p14:creationId xmlns:p14="http://schemas.microsoft.com/office/powerpoint/2010/main" val="136437372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mp; subtitle">
    <p:spTree>
      <p:nvGrpSpPr>
        <p:cNvPr id="1" name=""/>
        <p:cNvGrpSpPr/>
        <p:nvPr/>
      </p:nvGrpSpPr>
      <p:grpSpPr>
        <a:xfrm>
          <a:off x="0" y="0"/>
          <a:ext cx="0" cy="0"/>
          <a:chOff x="0" y="0"/>
          <a:chExt cx="0" cy="0"/>
        </a:xfrm>
      </p:grpSpPr>
      <p:sp>
        <p:nvSpPr>
          <p:cNvPr id="6" name="Text Placeholder 8">
            <a:extLst>
              <a:ext uri="{FF2B5EF4-FFF2-40B4-BE49-F238E27FC236}">
                <a16:creationId xmlns:a16="http://schemas.microsoft.com/office/drawing/2014/main" id="{8D89C7E6-37F5-4005-B8BE-658A5ADDE295}"/>
              </a:ext>
            </a:extLst>
          </p:cNvPr>
          <p:cNvSpPr>
            <a:spLocks noGrp="1"/>
          </p:cNvSpPr>
          <p:nvPr>
            <p:ph type="body" sz="quarter" idx="22" hasCustomPrompt="1"/>
          </p:nvPr>
        </p:nvSpPr>
        <p:spPr>
          <a:xfrm>
            <a:off x="463295" y="805491"/>
            <a:ext cx="11277600" cy="757255"/>
          </a:xfrm>
          <a:prstGeom prst="rect">
            <a:avLst/>
          </a:prstGeom>
        </p:spPr>
        <p:txBody>
          <a:bodyPr lIns="0" tIns="0" rIns="0" bIns="0">
            <a:noAutofit/>
          </a:bodyPr>
          <a:lstStyle>
            <a:lvl1pPr marL="0" indent="0">
              <a:buNone/>
              <a:defRPr sz="1600" b="0">
                <a:solidFill>
                  <a:schemeClr val="tx2"/>
                </a:solidFill>
                <a:latin typeface="Open Sans" panose="020B0606030504020204" pitchFamily="34" charset="0"/>
                <a:ea typeface="Open Sans" panose="020B0606030504020204" pitchFamily="34" charset="0"/>
                <a:cs typeface="Open Sans" panose="020B0606030504020204" pitchFamily="34" charset="0"/>
              </a:defRPr>
            </a:lvl1pPr>
          </a:lstStyle>
          <a:p>
            <a:pPr lvl="0"/>
            <a:r>
              <a:rPr lang="en-US"/>
              <a:t>Click to add subtitle</a:t>
            </a:r>
          </a:p>
        </p:txBody>
      </p:sp>
      <p:sp>
        <p:nvSpPr>
          <p:cNvPr id="7" name="Title Placeholder 1">
            <a:extLst>
              <a:ext uri="{FF2B5EF4-FFF2-40B4-BE49-F238E27FC236}">
                <a16:creationId xmlns:a16="http://schemas.microsoft.com/office/drawing/2014/main" id="{0FA13130-E22F-4F71-97DB-A64E7A175EC6}"/>
              </a:ext>
            </a:extLst>
          </p:cNvPr>
          <p:cNvSpPr>
            <a:spLocks noGrp="1"/>
          </p:cNvSpPr>
          <p:nvPr>
            <p:ph type="title" hasCustomPrompt="1"/>
          </p:nvPr>
        </p:nvSpPr>
        <p:spPr>
          <a:xfrm>
            <a:off x="463295" y="468543"/>
            <a:ext cx="11277600" cy="334099"/>
          </a:xfrm>
          <a:prstGeom prst="rect">
            <a:avLst/>
          </a:prstGeom>
        </p:spPr>
        <p:txBody>
          <a:bodyPr vert="horz" lIns="0" tIns="0" rIns="0" bIns="0" rtlCol="0" anchor="t" anchorCtr="0">
            <a:noAutofit/>
          </a:bodyPr>
          <a:lstStyle>
            <a:lvl1pPr>
              <a:defRPr sz="2100">
                <a:latin typeface="Open Sans" panose="020B0606030504020204" pitchFamily="34" charset="0"/>
                <a:ea typeface="Open Sans" panose="020B0606030504020204" pitchFamily="34" charset="0"/>
                <a:cs typeface="Open Sans" panose="020B0606030504020204" pitchFamily="34" charset="0"/>
              </a:defRPr>
            </a:lvl1pPr>
          </a:lstStyle>
          <a:p>
            <a:r>
              <a:rPr lang="en-US"/>
              <a:t>Click to add title</a:t>
            </a:r>
          </a:p>
        </p:txBody>
      </p:sp>
      <p:pic>
        <p:nvPicPr>
          <p:cNvPr id="3" name="Picture 4" descr="Background pattern, surface chart&#10;&#10;Description automatically generated">
            <a:extLst>
              <a:ext uri="{FF2B5EF4-FFF2-40B4-BE49-F238E27FC236}">
                <a16:creationId xmlns:a16="http://schemas.microsoft.com/office/drawing/2014/main" id="{4E365DD7-7173-8357-0A4F-9955BD2597DC}"/>
              </a:ext>
            </a:extLst>
          </p:cNvPr>
          <p:cNvPicPr>
            <a:picLocks noChangeAspect="1"/>
          </p:cNvPicPr>
          <p:nvPr userDrawn="1"/>
        </p:nvPicPr>
        <p:blipFill>
          <a:blip r:embed="rId2"/>
          <a:stretch>
            <a:fillRect/>
          </a:stretch>
        </p:blipFill>
        <p:spPr>
          <a:xfrm rot="16200000">
            <a:off x="7503043" y="2169043"/>
            <a:ext cx="6858000" cy="2519914"/>
          </a:xfrm>
          <a:prstGeom prst="rect">
            <a:avLst/>
          </a:prstGeom>
        </p:spPr>
      </p:pic>
    </p:spTree>
    <p:extLst>
      <p:ext uri="{BB962C8B-B14F-4D97-AF65-F5344CB8AC3E}">
        <p14:creationId xmlns:p14="http://schemas.microsoft.com/office/powerpoint/2010/main" val="304276803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26FB2E4B-5D1B-4250-844C-3D50DE4A9F69}"/>
              </a:ext>
            </a:extLst>
          </p:cNvPr>
          <p:cNvSpPr>
            <a:spLocks noGrp="1"/>
          </p:cNvSpPr>
          <p:nvPr>
            <p:ph type="title" hasCustomPrompt="1"/>
          </p:nvPr>
        </p:nvSpPr>
        <p:spPr>
          <a:xfrm>
            <a:off x="463295" y="468543"/>
            <a:ext cx="11277600" cy="334099"/>
          </a:xfrm>
          <a:prstGeom prst="rect">
            <a:avLst/>
          </a:prstGeom>
        </p:spPr>
        <p:txBody>
          <a:bodyPr vert="horz" lIns="0" tIns="0" rIns="0" bIns="0" rtlCol="0" anchor="t" anchorCtr="0">
            <a:noAutofit/>
          </a:bodyPr>
          <a:lstStyle>
            <a:lvl1pPr>
              <a:defRPr sz="2100">
                <a:latin typeface="Open Sans" panose="020B0606030504020204" pitchFamily="34" charset="0"/>
                <a:ea typeface="Open Sans" panose="020B0606030504020204" pitchFamily="34" charset="0"/>
                <a:cs typeface="Open Sans" panose="020B0606030504020204" pitchFamily="34" charset="0"/>
              </a:defRPr>
            </a:lvl1pPr>
          </a:lstStyle>
          <a:p>
            <a:r>
              <a:rPr lang="en-US"/>
              <a:t>Click to add title</a:t>
            </a:r>
          </a:p>
        </p:txBody>
      </p:sp>
      <p:pic>
        <p:nvPicPr>
          <p:cNvPr id="3" name="Picture 4" descr="Background pattern, surface chart&#10;&#10;Description automatically generated">
            <a:extLst>
              <a:ext uri="{FF2B5EF4-FFF2-40B4-BE49-F238E27FC236}">
                <a16:creationId xmlns:a16="http://schemas.microsoft.com/office/drawing/2014/main" id="{85690630-1379-170F-954A-EB16BD1997CF}"/>
              </a:ext>
            </a:extLst>
          </p:cNvPr>
          <p:cNvPicPr>
            <a:picLocks noChangeAspect="1"/>
          </p:cNvPicPr>
          <p:nvPr userDrawn="1"/>
        </p:nvPicPr>
        <p:blipFill>
          <a:blip r:embed="rId2"/>
          <a:stretch>
            <a:fillRect/>
          </a:stretch>
        </p:blipFill>
        <p:spPr>
          <a:xfrm rot="16200000">
            <a:off x="7503043" y="2169043"/>
            <a:ext cx="6858000" cy="2519914"/>
          </a:xfrm>
          <a:prstGeom prst="rect">
            <a:avLst/>
          </a:prstGeom>
        </p:spPr>
      </p:pic>
    </p:spTree>
    <p:extLst>
      <p:ext uri="{BB962C8B-B14F-4D97-AF65-F5344CB8AC3E}">
        <p14:creationId xmlns:p14="http://schemas.microsoft.com/office/powerpoint/2010/main" val="308033003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Title &amp; subtitle">
    <p:bg>
      <p:bgPr>
        <a:solidFill>
          <a:schemeClr val="tx1"/>
        </a:solidFill>
        <a:effectLst/>
      </p:bgPr>
    </p:bg>
    <p:spTree>
      <p:nvGrpSpPr>
        <p:cNvPr id="1" name=""/>
        <p:cNvGrpSpPr/>
        <p:nvPr/>
      </p:nvGrpSpPr>
      <p:grpSpPr>
        <a:xfrm>
          <a:off x="0" y="0"/>
          <a:ext cx="0" cy="0"/>
          <a:chOff x="0" y="0"/>
          <a:chExt cx="0" cy="0"/>
        </a:xfrm>
      </p:grpSpPr>
      <p:sp>
        <p:nvSpPr>
          <p:cNvPr id="6" name="Text Placeholder 8">
            <a:extLst>
              <a:ext uri="{FF2B5EF4-FFF2-40B4-BE49-F238E27FC236}">
                <a16:creationId xmlns:a16="http://schemas.microsoft.com/office/drawing/2014/main" id="{8D89C7E6-37F5-4005-B8BE-658A5ADDE295}"/>
              </a:ext>
            </a:extLst>
          </p:cNvPr>
          <p:cNvSpPr>
            <a:spLocks noGrp="1"/>
          </p:cNvSpPr>
          <p:nvPr>
            <p:ph type="body" sz="quarter" idx="22" hasCustomPrompt="1"/>
          </p:nvPr>
        </p:nvSpPr>
        <p:spPr>
          <a:xfrm>
            <a:off x="463295" y="805491"/>
            <a:ext cx="11277600" cy="757255"/>
          </a:xfrm>
          <a:prstGeom prst="rect">
            <a:avLst/>
          </a:prstGeom>
        </p:spPr>
        <p:txBody>
          <a:bodyPr lIns="0" tIns="0" rIns="0" bIns="0">
            <a:noAutofit/>
          </a:bodyPr>
          <a:lstStyle>
            <a:lvl1pPr marL="0" indent="0">
              <a:buNone/>
              <a:defRPr sz="1600" b="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pPr lvl="0"/>
            <a:r>
              <a:rPr lang="en-US"/>
              <a:t>Click to add subtitle</a:t>
            </a:r>
          </a:p>
        </p:txBody>
      </p:sp>
      <p:sp>
        <p:nvSpPr>
          <p:cNvPr id="7" name="Title Placeholder 1">
            <a:extLst>
              <a:ext uri="{FF2B5EF4-FFF2-40B4-BE49-F238E27FC236}">
                <a16:creationId xmlns:a16="http://schemas.microsoft.com/office/drawing/2014/main" id="{0FA13130-E22F-4F71-97DB-A64E7A175EC6}"/>
              </a:ext>
            </a:extLst>
          </p:cNvPr>
          <p:cNvSpPr>
            <a:spLocks noGrp="1"/>
          </p:cNvSpPr>
          <p:nvPr>
            <p:ph type="title" hasCustomPrompt="1"/>
          </p:nvPr>
        </p:nvSpPr>
        <p:spPr>
          <a:xfrm>
            <a:off x="463295" y="468543"/>
            <a:ext cx="11277600" cy="334099"/>
          </a:xfrm>
          <a:prstGeom prst="rect">
            <a:avLst/>
          </a:prstGeom>
        </p:spPr>
        <p:txBody>
          <a:bodyPr vert="horz" lIns="0" tIns="0" rIns="0" bIns="0" rtlCol="0" anchor="t" anchorCtr="0">
            <a:noAutofit/>
          </a:bodyPr>
          <a:lstStyle>
            <a:lvl1pPr>
              <a:defRPr sz="210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r>
              <a:rPr lang="en-US"/>
              <a:t>Click to add title</a:t>
            </a:r>
          </a:p>
        </p:txBody>
      </p:sp>
      <p:sp>
        <p:nvSpPr>
          <p:cNvPr id="5" name="Copyright">
            <a:extLst>
              <a:ext uri="{FF2B5EF4-FFF2-40B4-BE49-F238E27FC236}">
                <a16:creationId xmlns:a16="http://schemas.microsoft.com/office/drawing/2014/main" id="{2E36B963-9D15-4C32-9F41-40B9F47218D8}"/>
              </a:ext>
            </a:extLst>
          </p:cNvPr>
          <p:cNvSpPr txBox="1"/>
          <p:nvPr userDrawn="1"/>
        </p:nvSpPr>
        <p:spPr>
          <a:xfrm>
            <a:off x="457200" y="6515063"/>
            <a:ext cx="5355168" cy="12311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a:solidFill>
                  <a:schemeClr val="bg1"/>
                </a:solidFill>
                <a:latin typeface="Calibri" panose="020F0502020204030204" pitchFamily="34" charset="0"/>
                <a:cs typeface="Calibri" panose="020F0502020204030204" pitchFamily="34" charset="0"/>
              </a:rPr>
              <a:t>Copyright © 2022 Deloitte Development LLC. All rights reserved.</a:t>
            </a:r>
          </a:p>
        </p:txBody>
      </p:sp>
      <p:sp>
        <p:nvSpPr>
          <p:cNvPr id="8" name="TextBox 7">
            <a:extLst>
              <a:ext uri="{FF2B5EF4-FFF2-40B4-BE49-F238E27FC236}">
                <a16:creationId xmlns:a16="http://schemas.microsoft.com/office/drawing/2014/main" id="{C7881FDA-61FE-410D-AA55-5494F0E35273}"/>
              </a:ext>
            </a:extLst>
          </p:cNvPr>
          <p:cNvSpPr txBox="1"/>
          <p:nvPr userDrawn="1"/>
        </p:nvSpPr>
        <p:spPr>
          <a:xfrm>
            <a:off x="11426826" y="6519673"/>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smtClean="0">
                <a:solidFill>
                  <a:schemeClr val="bg1"/>
                </a:solidFill>
                <a:latin typeface="Calibri" panose="020F0502020204030204" pitchFamily="34" charset="0"/>
                <a:cs typeface="Calibri" panose="020F0502020204030204" pitchFamily="34" charset="0"/>
              </a:rPr>
              <a:pPr marL="0" indent="0" algn="r">
                <a:spcBef>
                  <a:spcPts val="450"/>
                </a:spcBef>
                <a:buSzPct val="100000"/>
                <a:buFont typeface="Arial"/>
                <a:buNone/>
              </a:pPr>
              <a:t>‹#›</a:t>
            </a:fld>
            <a:endParaRPr lang="en-US" sz="800" noProof="0">
              <a:solidFill>
                <a:schemeClr val="bg1"/>
              </a:solidFill>
              <a:latin typeface="Calibri" panose="020F0502020204030204" pitchFamily="34" charset="0"/>
              <a:cs typeface="Calibri" panose="020F0502020204030204" pitchFamily="34" charset="0"/>
            </a:endParaRPr>
          </a:p>
        </p:txBody>
      </p:sp>
      <p:pic>
        <p:nvPicPr>
          <p:cNvPr id="3" name="Picture 4" descr="Background pattern, surface chart&#10;&#10;Description automatically generated">
            <a:extLst>
              <a:ext uri="{FF2B5EF4-FFF2-40B4-BE49-F238E27FC236}">
                <a16:creationId xmlns:a16="http://schemas.microsoft.com/office/drawing/2014/main" id="{F8121CA7-606F-C8F1-854D-CBD8AD5EF51D}"/>
              </a:ext>
            </a:extLst>
          </p:cNvPr>
          <p:cNvPicPr>
            <a:picLocks noChangeAspect="1"/>
          </p:cNvPicPr>
          <p:nvPr userDrawn="1"/>
        </p:nvPicPr>
        <p:blipFill>
          <a:blip r:embed="rId2"/>
          <a:stretch>
            <a:fillRect/>
          </a:stretch>
        </p:blipFill>
        <p:spPr>
          <a:xfrm rot="16200000">
            <a:off x="7503043" y="2169043"/>
            <a:ext cx="6858000" cy="2519914"/>
          </a:xfrm>
          <a:prstGeom prst="rect">
            <a:avLst/>
          </a:prstGeom>
        </p:spPr>
      </p:pic>
    </p:spTree>
    <p:extLst>
      <p:ext uri="{BB962C8B-B14F-4D97-AF65-F5344CB8AC3E}">
        <p14:creationId xmlns:p14="http://schemas.microsoft.com/office/powerpoint/2010/main" val="347976473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Title Only">
    <p:bg>
      <p:bgPr>
        <a:solidFill>
          <a:schemeClr val="tx1"/>
        </a:solidFill>
        <a:effectLst/>
      </p:bgPr>
    </p:bg>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26FB2E4B-5D1B-4250-844C-3D50DE4A9F69}"/>
              </a:ext>
            </a:extLst>
          </p:cNvPr>
          <p:cNvSpPr>
            <a:spLocks noGrp="1"/>
          </p:cNvSpPr>
          <p:nvPr>
            <p:ph type="title" hasCustomPrompt="1"/>
          </p:nvPr>
        </p:nvSpPr>
        <p:spPr>
          <a:xfrm>
            <a:off x="463295" y="468543"/>
            <a:ext cx="11277600" cy="334099"/>
          </a:xfrm>
          <a:prstGeom prst="rect">
            <a:avLst/>
          </a:prstGeom>
        </p:spPr>
        <p:txBody>
          <a:bodyPr vert="horz" lIns="0" tIns="0" rIns="0" bIns="0" rtlCol="0" anchor="t" anchorCtr="0">
            <a:noAutofit/>
          </a:bodyPr>
          <a:lstStyle>
            <a:lvl1pPr>
              <a:defRPr sz="210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r>
              <a:rPr lang="en-US"/>
              <a:t>Click to add title</a:t>
            </a:r>
          </a:p>
        </p:txBody>
      </p:sp>
      <p:sp>
        <p:nvSpPr>
          <p:cNvPr id="4" name="Copyright">
            <a:extLst>
              <a:ext uri="{FF2B5EF4-FFF2-40B4-BE49-F238E27FC236}">
                <a16:creationId xmlns:a16="http://schemas.microsoft.com/office/drawing/2014/main" id="{E4A75749-1B1A-4B7D-9B08-747E50E0A7F6}"/>
              </a:ext>
            </a:extLst>
          </p:cNvPr>
          <p:cNvSpPr txBox="1"/>
          <p:nvPr userDrawn="1"/>
        </p:nvSpPr>
        <p:spPr>
          <a:xfrm>
            <a:off x="457200" y="6515063"/>
            <a:ext cx="5355168" cy="12311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a:solidFill>
                  <a:schemeClr val="bg1"/>
                </a:solidFill>
                <a:latin typeface="Calibri" panose="020F0502020204030204" pitchFamily="34" charset="0"/>
                <a:cs typeface="Calibri" panose="020F0502020204030204" pitchFamily="34" charset="0"/>
              </a:rPr>
              <a:t>Copyright © 2022 Deloitte Development LLC. All rights reserved.</a:t>
            </a:r>
          </a:p>
        </p:txBody>
      </p:sp>
      <p:sp>
        <p:nvSpPr>
          <p:cNvPr id="6" name="TextBox 5">
            <a:extLst>
              <a:ext uri="{FF2B5EF4-FFF2-40B4-BE49-F238E27FC236}">
                <a16:creationId xmlns:a16="http://schemas.microsoft.com/office/drawing/2014/main" id="{1A7821EB-039B-416D-8062-CE00448C9BBE}"/>
              </a:ext>
            </a:extLst>
          </p:cNvPr>
          <p:cNvSpPr txBox="1"/>
          <p:nvPr userDrawn="1"/>
        </p:nvSpPr>
        <p:spPr>
          <a:xfrm>
            <a:off x="11426826" y="6519673"/>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smtClean="0">
                <a:solidFill>
                  <a:schemeClr val="bg1"/>
                </a:solidFill>
                <a:latin typeface="Calibri" panose="020F0502020204030204" pitchFamily="34" charset="0"/>
                <a:cs typeface="Calibri" panose="020F0502020204030204" pitchFamily="34" charset="0"/>
              </a:rPr>
              <a:pPr marL="0" indent="0" algn="r">
                <a:spcBef>
                  <a:spcPts val="450"/>
                </a:spcBef>
                <a:buSzPct val="100000"/>
                <a:buFont typeface="Arial"/>
                <a:buNone/>
              </a:pPr>
              <a:t>‹#›</a:t>
            </a:fld>
            <a:endParaRPr lang="en-US" sz="800" noProof="0">
              <a:solidFill>
                <a:schemeClr val="bg1"/>
              </a:solidFill>
              <a:latin typeface="Calibri" panose="020F0502020204030204" pitchFamily="34" charset="0"/>
              <a:cs typeface="Calibri" panose="020F0502020204030204" pitchFamily="34" charset="0"/>
            </a:endParaRPr>
          </a:p>
        </p:txBody>
      </p:sp>
      <p:pic>
        <p:nvPicPr>
          <p:cNvPr id="7" name="Picture 4" descr="Background pattern, surface chart&#10;&#10;Description automatically generated">
            <a:extLst>
              <a:ext uri="{FF2B5EF4-FFF2-40B4-BE49-F238E27FC236}">
                <a16:creationId xmlns:a16="http://schemas.microsoft.com/office/drawing/2014/main" id="{93A1B054-8604-7ABE-7BD5-4694BF8B50A4}"/>
              </a:ext>
            </a:extLst>
          </p:cNvPr>
          <p:cNvPicPr>
            <a:picLocks noChangeAspect="1"/>
          </p:cNvPicPr>
          <p:nvPr userDrawn="1"/>
        </p:nvPicPr>
        <p:blipFill>
          <a:blip r:embed="rId2"/>
          <a:stretch>
            <a:fillRect/>
          </a:stretch>
        </p:blipFill>
        <p:spPr>
          <a:xfrm rot="16200000">
            <a:off x="7503043" y="2169043"/>
            <a:ext cx="6858000" cy="2519914"/>
          </a:xfrm>
          <a:prstGeom prst="rect">
            <a:avLst/>
          </a:prstGeom>
        </p:spPr>
      </p:pic>
    </p:spTree>
    <p:extLst>
      <p:ext uri="{BB962C8B-B14F-4D97-AF65-F5344CB8AC3E}">
        <p14:creationId xmlns:p14="http://schemas.microsoft.com/office/powerpoint/2010/main" val="260190070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lank">
    <p:bg>
      <p:bgPr>
        <a:solidFill>
          <a:schemeClr val="tx1"/>
        </a:solidFill>
        <a:effectLst/>
      </p:bgPr>
    </p:bg>
    <p:spTree>
      <p:nvGrpSpPr>
        <p:cNvPr id="1" name=""/>
        <p:cNvGrpSpPr/>
        <p:nvPr/>
      </p:nvGrpSpPr>
      <p:grpSpPr>
        <a:xfrm>
          <a:off x="0" y="0"/>
          <a:ext cx="0" cy="0"/>
          <a:chOff x="0" y="0"/>
          <a:chExt cx="0" cy="0"/>
        </a:xfrm>
      </p:grpSpPr>
      <p:sp>
        <p:nvSpPr>
          <p:cNvPr id="4" name="Copyright">
            <a:extLst>
              <a:ext uri="{FF2B5EF4-FFF2-40B4-BE49-F238E27FC236}">
                <a16:creationId xmlns:a16="http://schemas.microsoft.com/office/drawing/2014/main" id="{7259976F-5BF8-4021-A35A-E02889621B23}"/>
              </a:ext>
            </a:extLst>
          </p:cNvPr>
          <p:cNvSpPr txBox="1"/>
          <p:nvPr userDrawn="1"/>
        </p:nvSpPr>
        <p:spPr>
          <a:xfrm>
            <a:off x="457200" y="6515063"/>
            <a:ext cx="5355168" cy="12311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a:solidFill>
                  <a:schemeClr val="bg1"/>
                </a:solidFill>
                <a:latin typeface="Calibri" panose="020F0502020204030204" pitchFamily="34" charset="0"/>
                <a:cs typeface="Calibri" panose="020F0502020204030204" pitchFamily="34" charset="0"/>
              </a:rPr>
              <a:t>Copyright © 2022 Deloitte Development LLC. All rights reserved.</a:t>
            </a:r>
          </a:p>
        </p:txBody>
      </p:sp>
      <p:sp>
        <p:nvSpPr>
          <p:cNvPr id="6" name="TextBox 5">
            <a:extLst>
              <a:ext uri="{FF2B5EF4-FFF2-40B4-BE49-F238E27FC236}">
                <a16:creationId xmlns:a16="http://schemas.microsoft.com/office/drawing/2014/main" id="{BAE6C844-BB1D-473C-9432-8E351FD28E26}"/>
              </a:ext>
            </a:extLst>
          </p:cNvPr>
          <p:cNvSpPr txBox="1"/>
          <p:nvPr userDrawn="1"/>
        </p:nvSpPr>
        <p:spPr>
          <a:xfrm>
            <a:off x="11426826" y="6519673"/>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smtClean="0">
                <a:solidFill>
                  <a:schemeClr val="bg1"/>
                </a:solidFill>
                <a:latin typeface="Calibri" panose="020F0502020204030204" pitchFamily="34" charset="0"/>
                <a:cs typeface="Calibri" panose="020F0502020204030204" pitchFamily="34" charset="0"/>
              </a:rPr>
              <a:pPr marL="0" indent="0" algn="r">
                <a:spcBef>
                  <a:spcPts val="450"/>
                </a:spcBef>
                <a:buSzPct val="100000"/>
                <a:buFont typeface="Arial"/>
                <a:buNone/>
              </a:pPr>
              <a:t>‹#›</a:t>
            </a:fld>
            <a:endParaRPr lang="en-US" sz="800" noProof="0">
              <a:solidFill>
                <a:schemeClr val="bg1"/>
              </a:solidFill>
              <a:latin typeface="Calibri" panose="020F0502020204030204" pitchFamily="34" charset="0"/>
              <a:cs typeface="Calibri" panose="020F0502020204030204" pitchFamily="34" charset="0"/>
            </a:endParaRPr>
          </a:p>
        </p:txBody>
      </p:sp>
      <p:pic>
        <p:nvPicPr>
          <p:cNvPr id="3" name="Picture 4" descr="Background pattern, surface chart&#10;&#10;Description automatically generated">
            <a:extLst>
              <a:ext uri="{FF2B5EF4-FFF2-40B4-BE49-F238E27FC236}">
                <a16:creationId xmlns:a16="http://schemas.microsoft.com/office/drawing/2014/main" id="{33949910-7095-FA12-A179-3A0AB5F30757}"/>
              </a:ext>
            </a:extLst>
          </p:cNvPr>
          <p:cNvPicPr>
            <a:picLocks noChangeAspect="1"/>
          </p:cNvPicPr>
          <p:nvPr userDrawn="1"/>
        </p:nvPicPr>
        <p:blipFill>
          <a:blip r:embed="rId2"/>
          <a:stretch>
            <a:fillRect/>
          </a:stretch>
        </p:blipFill>
        <p:spPr>
          <a:xfrm rot="16200000">
            <a:off x="7503043" y="2169043"/>
            <a:ext cx="6858000" cy="2519914"/>
          </a:xfrm>
          <a:prstGeom prst="rect">
            <a:avLst/>
          </a:prstGeom>
        </p:spPr>
      </p:pic>
    </p:spTree>
    <p:extLst>
      <p:ext uri="{BB962C8B-B14F-4D97-AF65-F5344CB8AC3E}">
        <p14:creationId xmlns:p14="http://schemas.microsoft.com/office/powerpoint/2010/main" val="298103291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1_2 columns of text">
    <p:spTree>
      <p:nvGrpSpPr>
        <p:cNvPr id="1" name=""/>
        <p:cNvGrpSpPr/>
        <p:nvPr/>
      </p:nvGrpSpPr>
      <p:grpSpPr>
        <a:xfrm>
          <a:off x="0" y="0"/>
          <a:ext cx="0" cy="0"/>
          <a:chOff x="0" y="0"/>
          <a:chExt cx="0" cy="0"/>
        </a:xfrm>
      </p:grpSpPr>
      <p:sp>
        <p:nvSpPr>
          <p:cNvPr id="13" name="Content Placeholder 3"/>
          <p:cNvSpPr>
            <a:spLocks noGrp="1"/>
          </p:cNvSpPr>
          <p:nvPr>
            <p:ph sz="quarter" idx="10"/>
          </p:nvPr>
        </p:nvSpPr>
        <p:spPr>
          <a:xfrm>
            <a:off x="463296" y="1719072"/>
            <a:ext cx="5480304" cy="4643628"/>
          </a:xfrm>
          <a:prstGeom prst="rect">
            <a:avLst/>
          </a:prstGeom>
        </p:spPr>
        <p:txBody>
          <a:bodyPr>
            <a:noAutofit/>
          </a:bodyPr>
          <a:lstStyle>
            <a:lvl1pPr marL="0" indent="0" algn="l">
              <a:buFontTx/>
              <a:buNone/>
              <a:tabLst>
                <a:tab pos="3771900" algn="r"/>
              </a:tabLst>
              <a:defRPr sz="1200"/>
            </a:lvl1pPr>
            <a:lvl2pPr marL="104775" indent="-104775" algn="l">
              <a:buClrTx/>
              <a:buSzPct val="100000"/>
              <a:buFont typeface="Arial" panose="020B0604020202020204" pitchFamily="34" charset="0"/>
              <a:buChar char="•"/>
              <a:tabLst>
                <a:tab pos="3771900" algn="r"/>
              </a:tabLst>
              <a:defRPr sz="1200"/>
            </a:lvl2pPr>
            <a:lvl3pPr marL="228600" indent="-104775" algn="l">
              <a:buClrTx/>
              <a:buSzPct val="100000"/>
              <a:buFont typeface="Arial" panose="020B0604020202020204" pitchFamily="34" charset="0"/>
              <a:buChar char="−"/>
              <a:tabLst>
                <a:tab pos="3771900" algn="r"/>
              </a:tabLst>
              <a:defRPr sz="1200"/>
            </a:lvl3pPr>
            <a:lvl4pPr marL="352425" indent="-104775" algn="l">
              <a:buClrTx/>
              <a:buSzPct val="100000"/>
              <a:buFont typeface="Arial" panose="020B0604020202020204" pitchFamily="34" charset="0"/>
              <a:buChar char="◦"/>
              <a:tabLst>
                <a:tab pos="3771900" algn="r"/>
              </a:tabLst>
              <a:defRPr sz="1200"/>
            </a:lvl4pPr>
            <a:lvl5pPr marL="476250" indent="-104775" algn="l">
              <a:buClrTx/>
              <a:buSzPct val="100000"/>
              <a:buFont typeface="Arial" panose="020B0604020202020204" pitchFamily="34" charset="0"/>
              <a:buChar char="−"/>
              <a:tabLst>
                <a:tab pos="3771900" algn="r"/>
              </a:tabLst>
              <a:defRPr sz="1200"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Content Placeholder 3"/>
          <p:cNvSpPr>
            <a:spLocks noGrp="1"/>
          </p:cNvSpPr>
          <p:nvPr>
            <p:ph sz="quarter" idx="20"/>
          </p:nvPr>
        </p:nvSpPr>
        <p:spPr>
          <a:xfrm>
            <a:off x="6248404" y="1719072"/>
            <a:ext cx="5486397" cy="4643628"/>
          </a:xfrm>
          <a:prstGeom prst="rect">
            <a:avLst/>
          </a:prstGeom>
        </p:spPr>
        <p:txBody>
          <a:bodyPr>
            <a:noAutofit/>
          </a:bodyPr>
          <a:lstStyle>
            <a:lvl1pPr marL="0" indent="0" algn="l">
              <a:buFontTx/>
              <a:buNone/>
              <a:tabLst>
                <a:tab pos="3771900" algn="r"/>
              </a:tabLst>
              <a:defRPr sz="1200"/>
            </a:lvl1pPr>
            <a:lvl2pPr marL="104775" indent="-104775" algn="l">
              <a:buClrTx/>
              <a:buSzPct val="100000"/>
              <a:buFont typeface="Arial" panose="020B0604020202020204" pitchFamily="34" charset="0"/>
              <a:buChar char="•"/>
              <a:tabLst>
                <a:tab pos="3771900" algn="r"/>
              </a:tabLst>
              <a:defRPr sz="1200"/>
            </a:lvl2pPr>
            <a:lvl3pPr marL="228600" indent="-104775" algn="l">
              <a:buClrTx/>
              <a:buSzPct val="100000"/>
              <a:buFont typeface="Arial" panose="020B0604020202020204" pitchFamily="34" charset="0"/>
              <a:buChar char="−"/>
              <a:tabLst>
                <a:tab pos="3771900" algn="r"/>
              </a:tabLst>
              <a:defRPr sz="1200"/>
            </a:lvl3pPr>
            <a:lvl4pPr marL="352425" indent="-104775" algn="l">
              <a:buClrTx/>
              <a:buSzPct val="100000"/>
              <a:buFont typeface="Arial" panose="020B0604020202020204" pitchFamily="34" charset="0"/>
              <a:buChar char="◦"/>
              <a:tabLst>
                <a:tab pos="3771900" algn="r"/>
              </a:tabLst>
              <a:defRPr sz="1200"/>
            </a:lvl4pPr>
            <a:lvl5pPr marL="476250" indent="-104775" algn="l">
              <a:buClrTx/>
              <a:buSzPct val="100000"/>
              <a:buFont typeface="Arial" panose="020B0604020202020204" pitchFamily="34" charset="0"/>
              <a:buChar char="−"/>
              <a:tabLst>
                <a:tab pos="3771900" algn="r"/>
              </a:tabLst>
              <a:defRPr sz="1200"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8">
            <a:extLst>
              <a:ext uri="{FF2B5EF4-FFF2-40B4-BE49-F238E27FC236}">
                <a16:creationId xmlns:a16="http://schemas.microsoft.com/office/drawing/2014/main" id="{8A9CD2DA-AA83-4DCB-8501-DE5878CC0B8A}"/>
              </a:ext>
            </a:extLst>
          </p:cNvPr>
          <p:cNvSpPr>
            <a:spLocks noGrp="1"/>
          </p:cNvSpPr>
          <p:nvPr>
            <p:ph type="body" sz="quarter" idx="13" hasCustomPrompt="1"/>
          </p:nvPr>
        </p:nvSpPr>
        <p:spPr>
          <a:xfrm>
            <a:off x="463295" y="805490"/>
            <a:ext cx="11277600" cy="757255"/>
          </a:xfrm>
          <a:prstGeom prst="rect">
            <a:avLst/>
          </a:prstGeom>
        </p:spPr>
        <p:txBody>
          <a:bodyPr lIns="0" tIns="0" rIns="0" bIns="0">
            <a:noAutofit/>
          </a:bodyPr>
          <a:lstStyle>
            <a:lvl1pPr marL="0" indent="0">
              <a:buNone/>
              <a:defRPr sz="1600" b="0">
                <a:solidFill>
                  <a:schemeClr val="tx2"/>
                </a:solidFill>
                <a:latin typeface="Open Sans" panose="020B0606030504020204" pitchFamily="34" charset="0"/>
                <a:ea typeface="Open Sans" panose="020B0606030504020204" pitchFamily="34" charset="0"/>
                <a:cs typeface="Open Sans" panose="020B0606030504020204" pitchFamily="34" charset="0"/>
              </a:defRPr>
            </a:lvl1pPr>
          </a:lstStyle>
          <a:p>
            <a:pPr lvl="0"/>
            <a:r>
              <a:rPr lang="en-US"/>
              <a:t>Click to add subtitle</a:t>
            </a:r>
          </a:p>
        </p:txBody>
      </p:sp>
      <p:sp>
        <p:nvSpPr>
          <p:cNvPr id="7" name="Title Placeholder 1">
            <a:extLst>
              <a:ext uri="{FF2B5EF4-FFF2-40B4-BE49-F238E27FC236}">
                <a16:creationId xmlns:a16="http://schemas.microsoft.com/office/drawing/2014/main" id="{6559CC6F-6478-4902-A4D5-F8FB6538D285}"/>
              </a:ext>
            </a:extLst>
          </p:cNvPr>
          <p:cNvSpPr>
            <a:spLocks noGrp="1"/>
          </p:cNvSpPr>
          <p:nvPr>
            <p:ph type="title" hasCustomPrompt="1"/>
          </p:nvPr>
        </p:nvSpPr>
        <p:spPr>
          <a:xfrm>
            <a:off x="463295" y="468542"/>
            <a:ext cx="11277600" cy="334099"/>
          </a:xfrm>
          <a:prstGeom prst="rect">
            <a:avLst/>
          </a:prstGeom>
        </p:spPr>
        <p:txBody>
          <a:bodyPr vert="horz" lIns="0" tIns="0" rIns="0" bIns="0" rtlCol="0" anchor="t" anchorCtr="0">
            <a:noAutofit/>
          </a:bodyPr>
          <a:lstStyle>
            <a:lvl1pPr>
              <a:defRPr sz="2100">
                <a:latin typeface="Open Sans" panose="020B0606030504020204" pitchFamily="34" charset="0"/>
                <a:ea typeface="Open Sans" panose="020B0606030504020204" pitchFamily="34" charset="0"/>
                <a:cs typeface="Open Sans" panose="020B0606030504020204" pitchFamily="34" charset="0"/>
              </a:defRPr>
            </a:lvl1pPr>
          </a:lstStyle>
          <a:p>
            <a:r>
              <a:rPr lang="en-US"/>
              <a:t>Click to add title</a:t>
            </a:r>
          </a:p>
        </p:txBody>
      </p:sp>
    </p:spTree>
    <p:extLst>
      <p:ext uri="{BB962C8B-B14F-4D97-AF65-F5344CB8AC3E}">
        <p14:creationId xmlns:p14="http://schemas.microsoft.com/office/powerpoint/2010/main" val="267076837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3 chart">
    <p:spTree>
      <p:nvGrpSpPr>
        <p:cNvPr id="1" name=""/>
        <p:cNvGrpSpPr/>
        <p:nvPr/>
      </p:nvGrpSpPr>
      <p:grpSpPr>
        <a:xfrm>
          <a:off x="0" y="0"/>
          <a:ext cx="0" cy="0"/>
          <a:chOff x="0" y="0"/>
          <a:chExt cx="0" cy="0"/>
        </a:xfrm>
      </p:grpSpPr>
      <p:sp>
        <p:nvSpPr>
          <p:cNvPr id="17" name="Chart Placeholder 3"/>
          <p:cNvSpPr>
            <a:spLocks noGrp="1"/>
          </p:cNvSpPr>
          <p:nvPr>
            <p:ph type="chart" sz="quarter" idx="15"/>
          </p:nvPr>
        </p:nvSpPr>
        <p:spPr>
          <a:xfrm>
            <a:off x="461468" y="2115797"/>
            <a:ext cx="3549549" cy="4005216"/>
          </a:xfrm>
          <a:prstGeom prst="rect">
            <a:avLst/>
          </a:prstGeom>
        </p:spPr>
        <p:txBody>
          <a:bodyPr>
            <a:noAutofit/>
          </a:bodyPr>
          <a:lstStyle>
            <a:lvl1pPr>
              <a:defRPr sz="1200"/>
            </a:lvl1pPr>
          </a:lstStyle>
          <a:p>
            <a:r>
              <a:rPr lang="en-US" noProof="0"/>
              <a:t>Click icon to add chart</a:t>
            </a:r>
          </a:p>
        </p:txBody>
      </p:sp>
      <p:sp>
        <p:nvSpPr>
          <p:cNvPr id="18" name="Text Placeholder 8"/>
          <p:cNvSpPr>
            <a:spLocks noGrp="1"/>
          </p:cNvSpPr>
          <p:nvPr>
            <p:ph type="body" sz="quarter" idx="18"/>
          </p:nvPr>
        </p:nvSpPr>
        <p:spPr>
          <a:xfrm>
            <a:off x="459119" y="1722943"/>
            <a:ext cx="3549549" cy="392112"/>
          </a:xfrm>
        </p:spPr>
        <p:txBody>
          <a:bodyPr>
            <a:noAutofit/>
          </a:bodyPr>
          <a:lstStyle>
            <a:lvl1pPr>
              <a:defRPr sz="1200"/>
            </a:lvl1pPr>
          </a:lstStyle>
          <a:p>
            <a:pPr lvl="0"/>
            <a:r>
              <a:rPr lang="en-US" noProof="0"/>
              <a:t>Click to edit Master text styles</a:t>
            </a:r>
          </a:p>
        </p:txBody>
      </p:sp>
      <p:sp>
        <p:nvSpPr>
          <p:cNvPr id="12" name="Text Placeholder 7"/>
          <p:cNvSpPr>
            <a:spLocks noGrp="1"/>
          </p:cNvSpPr>
          <p:nvPr>
            <p:ph type="body" sz="quarter" idx="23"/>
          </p:nvPr>
        </p:nvSpPr>
        <p:spPr>
          <a:xfrm>
            <a:off x="461468" y="6121016"/>
            <a:ext cx="11277600" cy="241685"/>
          </a:xfrm>
        </p:spPr>
        <p:txBody>
          <a:bodyPr>
            <a:noAutofit/>
          </a:bodyPr>
          <a:lstStyle>
            <a:lvl1pPr>
              <a:spcAft>
                <a:spcPts val="0"/>
              </a:spcAft>
              <a:defRPr sz="900"/>
            </a:lvl1pPr>
          </a:lstStyle>
          <a:p>
            <a:pPr lvl="0"/>
            <a:r>
              <a:rPr lang="en-US" noProof="0"/>
              <a:t>Click to edit Master text styles</a:t>
            </a:r>
          </a:p>
        </p:txBody>
      </p:sp>
      <p:sp>
        <p:nvSpPr>
          <p:cNvPr id="19" name="Chart Placeholder 3">
            <a:extLst>
              <a:ext uri="{FF2B5EF4-FFF2-40B4-BE49-F238E27FC236}">
                <a16:creationId xmlns:a16="http://schemas.microsoft.com/office/drawing/2014/main" id="{16889619-7368-4B21-B502-003FD717C954}"/>
              </a:ext>
            </a:extLst>
          </p:cNvPr>
          <p:cNvSpPr>
            <a:spLocks noGrp="1"/>
          </p:cNvSpPr>
          <p:nvPr>
            <p:ph type="chart" sz="quarter" idx="24"/>
          </p:nvPr>
        </p:nvSpPr>
        <p:spPr>
          <a:xfrm>
            <a:off x="4323575" y="2115798"/>
            <a:ext cx="3549549" cy="4005216"/>
          </a:xfrm>
          <a:prstGeom prst="rect">
            <a:avLst/>
          </a:prstGeom>
        </p:spPr>
        <p:txBody>
          <a:bodyPr>
            <a:noAutofit/>
          </a:bodyPr>
          <a:lstStyle>
            <a:lvl1pPr>
              <a:defRPr sz="1200"/>
            </a:lvl1pPr>
          </a:lstStyle>
          <a:p>
            <a:r>
              <a:rPr lang="en-US" noProof="0"/>
              <a:t>Click icon to add chart</a:t>
            </a:r>
          </a:p>
        </p:txBody>
      </p:sp>
      <p:sp>
        <p:nvSpPr>
          <p:cNvPr id="20" name="Text Placeholder 8">
            <a:extLst>
              <a:ext uri="{FF2B5EF4-FFF2-40B4-BE49-F238E27FC236}">
                <a16:creationId xmlns:a16="http://schemas.microsoft.com/office/drawing/2014/main" id="{7536B633-26E6-47E5-A809-A97D26199C41}"/>
              </a:ext>
            </a:extLst>
          </p:cNvPr>
          <p:cNvSpPr>
            <a:spLocks noGrp="1"/>
          </p:cNvSpPr>
          <p:nvPr>
            <p:ph type="body" sz="quarter" idx="25"/>
          </p:nvPr>
        </p:nvSpPr>
        <p:spPr>
          <a:xfrm>
            <a:off x="4321226" y="1722944"/>
            <a:ext cx="3549549" cy="392112"/>
          </a:xfrm>
        </p:spPr>
        <p:txBody>
          <a:bodyPr>
            <a:noAutofit/>
          </a:bodyPr>
          <a:lstStyle>
            <a:lvl1pPr>
              <a:defRPr sz="1200"/>
            </a:lvl1pPr>
          </a:lstStyle>
          <a:p>
            <a:pPr lvl="0"/>
            <a:r>
              <a:rPr lang="en-US" noProof="0"/>
              <a:t>Click to edit Master text styles</a:t>
            </a:r>
          </a:p>
        </p:txBody>
      </p:sp>
      <p:sp>
        <p:nvSpPr>
          <p:cNvPr id="21" name="Chart Placeholder 3">
            <a:extLst>
              <a:ext uri="{FF2B5EF4-FFF2-40B4-BE49-F238E27FC236}">
                <a16:creationId xmlns:a16="http://schemas.microsoft.com/office/drawing/2014/main" id="{B4691CB5-FF7F-4DAF-80B3-769541086497}"/>
              </a:ext>
            </a:extLst>
          </p:cNvPr>
          <p:cNvSpPr>
            <a:spLocks noGrp="1"/>
          </p:cNvSpPr>
          <p:nvPr>
            <p:ph type="chart" sz="quarter" idx="26"/>
          </p:nvPr>
        </p:nvSpPr>
        <p:spPr>
          <a:xfrm>
            <a:off x="8193695" y="2115798"/>
            <a:ext cx="3549549" cy="4005216"/>
          </a:xfrm>
          <a:prstGeom prst="rect">
            <a:avLst/>
          </a:prstGeom>
        </p:spPr>
        <p:txBody>
          <a:bodyPr>
            <a:noAutofit/>
          </a:bodyPr>
          <a:lstStyle>
            <a:lvl1pPr>
              <a:defRPr sz="1200"/>
            </a:lvl1pPr>
          </a:lstStyle>
          <a:p>
            <a:r>
              <a:rPr lang="en-US" noProof="0"/>
              <a:t>Click icon to add chart</a:t>
            </a:r>
          </a:p>
        </p:txBody>
      </p:sp>
      <p:sp>
        <p:nvSpPr>
          <p:cNvPr id="22" name="Text Placeholder 8">
            <a:extLst>
              <a:ext uri="{FF2B5EF4-FFF2-40B4-BE49-F238E27FC236}">
                <a16:creationId xmlns:a16="http://schemas.microsoft.com/office/drawing/2014/main" id="{D8875204-BB59-4C5F-ABB1-D0ECEC5A0701}"/>
              </a:ext>
            </a:extLst>
          </p:cNvPr>
          <p:cNvSpPr>
            <a:spLocks noGrp="1"/>
          </p:cNvSpPr>
          <p:nvPr>
            <p:ph type="body" sz="quarter" idx="27"/>
          </p:nvPr>
        </p:nvSpPr>
        <p:spPr>
          <a:xfrm>
            <a:off x="8191346" y="1722944"/>
            <a:ext cx="3549549" cy="392112"/>
          </a:xfrm>
        </p:spPr>
        <p:txBody>
          <a:bodyPr>
            <a:noAutofit/>
          </a:bodyPr>
          <a:lstStyle>
            <a:lvl1pPr>
              <a:defRPr sz="1200"/>
            </a:lvl1pPr>
          </a:lstStyle>
          <a:p>
            <a:pPr lvl="0"/>
            <a:r>
              <a:rPr lang="en-US" noProof="0"/>
              <a:t>Click to edit Master text styles</a:t>
            </a:r>
          </a:p>
        </p:txBody>
      </p:sp>
      <p:sp>
        <p:nvSpPr>
          <p:cNvPr id="23" name="Text Placeholder 8">
            <a:extLst>
              <a:ext uri="{FF2B5EF4-FFF2-40B4-BE49-F238E27FC236}">
                <a16:creationId xmlns:a16="http://schemas.microsoft.com/office/drawing/2014/main" id="{272C8D47-97C8-4E6F-91CC-C3AB406C1C26}"/>
              </a:ext>
            </a:extLst>
          </p:cNvPr>
          <p:cNvSpPr>
            <a:spLocks noGrp="1"/>
          </p:cNvSpPr>
          <p:nvPr>
            <p:ph type="body" sz="quarter" idx="13" hasCustomPrompt="1"/>
          </p:nvPr>
        </p:nvSpPr>
        <p:spPr>
          <a:xfrm>
            <a:off x="463295" y="805491"/>
            <a:ext cx="11277600" cy="757255"/>
          </a:xfrm>
          <a:prstGeom prst="rect">
            <a:avLst/>
          </a:prstGeom>
        </p:spPr>
        <p:txBody>
          <a:bodyPr lIns="0" tIns="0" rIns="0" bIns="0">
            <a:noAutofit/>
          </a:bodyPr>
          <a:lstStyle>
            <a:lvl1pPr marL="0" indent="0">
              <a:buNone/>
              <a:defRPr sz="1600" b="0">
                <a:solidFill>
                  <a:schemeClr val="tx2"/>
                </a:solidFill>
                <a:latin typeface="Open Sans" panose="020B0606030504020204" pitchFamily="34" charset="0"/>
                <a:ea typeface="Open Sans" panose="020B0606030504020204" pitchFamily="34" charset="0"/>
                <a:cs typeface="Open Sans" panose="020B0606030504020204" pitchFamily="34" charset="0"/>
              </a:defRPr>
            </a:lvl1pPr>
          </a:lstStyle>
          <a:p>
            <a:pPr lvl="0"/>
            <a:r>
              <a:rPr lang="en-US"/>
              <a:t>Click to add subtitle</a:t>
            </a:r>
          </a:p>
        </p:txBody>
      </p:sp>
      <p:sp>
        <p:nvSpPr>
          <p:cNvPr id="24" name="Title Placeholder 1">
            <a:extLst>
              <a:ext uri="{FF2B5EF4-FFF2-40B4-BE49-F238E27FC236}">
                <a16:creationId xmlns:a16="http://schemas.microsoft.com/office/drawing/2014/main" id="{D65F0445-032D-4E6A-83EC-59A2184ED5F6}"/>
              </a:ext>
            </a:extLst>
          </p:cNvPr>
          <p:cNvSpPr>
            <a:spLocks noGrp="1"/>
          </p:cNvSpPr>
          <p:nvPr>
            <p:ph type="title" hasCustomPrompt="1"/>
          </p:nvPr>
        </p:nvSpPr>
        <p:spPr>
          <a:xfrm>
            <a:off x="463295" y="468543"/>
            <a:ext cx="11277600" cy="334099"/>
          </a:xfrm>
          <a:prstGeom prst="rect">
            <a:avLst/>
          </a:prstGeom>
        </p:spPr>
        <p:txBody>
          <a:bodyPr vert="horz" lIns="0" tIns="0" rIns="0" bIns="0" rtlCol="0" anchor="t" anchorCtr="0">
            <a:noAutofit/>
          </a:bodyPr>
          <a:lstStyle>
            <a:lvl1pPr>
              <a:defRPr sz="2100">
                <a:latin typeface="Open Sans" panose="020B0606030504020204" pitchFamily="34" charset="0"/>
                <a:ea typeface="Open Sans" panose="020B0606030504020204" pitchFamily="34" charset="0"/>
                <a:cs typeface="Open Sans" panose="020B0606030504020204" pitchFamily="34" charset="0"/>
              </a:defRPr>
            </a:lvl1pPr>
          </a:lstStyle>
          <a:p>
            <a:r>
              <a:rPr lang="en-US"/>
              <a:t>Click to add title</a:t>
            </a:r>
          </a:p>
        </p:txBody>
      </p:sp>
    </p:spTree>
    <p:extLst>
      <p:ext uri="{BB962C8B-B14F-4D97-AF65-F5344CB8AC3E}">
        <p14:creationId xmlns:p14="http://schemas.microsoft.com/office/powerpoint/2010/main" val="131956695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_Title &amp; subtitle">
    <p:spTree>
      <p:nvGrpSpPr>
        <p:cNvPr id="1" name=""/>
        <p:cNvGrpSpPr/>
        <p:nvPr/>
      </p:nvGrpSpPr>
      <p:grpSpPr>
        <a:xfrm>
          <a:off x="0" y="0"/>
          <a:ext cx="0" cy="0"/>
          <a:chOff x="0" y="0"/>
          <a:chExt cx="0" cy="0"/>
        </a:xfrm>
      </p:grpSpPr>
      <p:sp>
        <p:nvSpPr>
          <p:cNvPr id="6" name="Text Placeholder 8">
            <a:extLst>
              <a:ext uri="{FF2B5EF4-FFF2-40B4-BE49-F238E27FC236}">
                <a16:creationId xmlns:a16="http://schemas.microsoft.com/office/drawing/2014/main" id="{8D89C7E6-37F5-4005-B8BE-658A5ADDE295}"/>
              </a:ext>
            </a:extLst>
          </p:cNvPr>
          <p:cNvSpPr>
            <a:spLocks noGrp="1"/>
          </p:cNvSpPr>
          <p:nvPr>
            <p:ph type="body" sz="quarter" idx="22" hasCustomPrompt="1"/>
          </p:nvPr>
        </p:nvSpPr>
        <p:spPr>
          <a:xfrm>
            <a:off x="463295" y="805491"/>
            <a:ext cx="11277600" cy="757255"/>
          </a:xfrm>
          <a:prstGeom prst="rect">
            <a:avLst/>
          </a:prstGeom>
        </p:spPr>
        <p:txBody>
          <a:bodyPr lIns="0" tIns="0" rIns="0" bIns="0">
            <a:noAutofit/>
          </a:bodyPr>
          <a:lstStyle>
            <a:lvl1pPr marL="0" indent="0">
              <a:buNone/>
              <a:defRPr sz="1600" b="0">
                <a:solidFill>
                  <a:schemeClr val="tx2"/>
                </a:solidFill>
                <a:latin typeface="Open Sans" panose="020B0606030504020204" pitchFamily="34" charset="0"/>
                <a:ea typeface="Open Sans" panose="020B0606030504020204" pitchFamily="34" charset="0"/>
                <a:cs typeface="Open Sans" panose="020B0606030504020204" pitchFamily="34" charset="0"/>
              </a:defRPr>
            </a:lvl1pPr>
          </a:lstStyle>
          <a:p>
            <a:pPr lvl="0"/>
            <a:r>
              <a:rPr lang="en-US"/>
              <a:t>Click to add subtitle</a:t>
            </a:r>
          </a:p>
        </p:txBody>
      </p:sp>
      <p:sp>
        <p:nvSpPr>
          <p:cNvPr id="7" name="Title Placeholder 1">
            <a:extLst>
              <a:ext uri="{FF2B5EF4-FFF2-40B4-BE49-F238E27FC236}">
                <a16:creationId xmlns:a16="http://schemas.microsoft.com/office/drawing/2014/main" id="{0FA13130-E22F-4F71-97DB-A64E7A175EC6}"/>
              </a:ext>
            </a:extLst>
          </p:cNvPr>
          <p:cNvSpPr>
            <a:spLocks noGrp="1"/>
          </p:cNvSpPr>
          <p:nvPr>
            <p:ph type="title" hasCustomPrompt="1"/>
          </p:nvPr>
        </p:nvSpPr>
        <p:spPr>
          <a:xfrm>
            <a:off x="463295" y="468543"/>
            <a:ext cx="11277600" cy="334099"/>
          </a:xfrm>
          <a:prstGeom prst="rect">
            <a:avLst/>
          </a:prstGeom>
        </p:spPr>
        <p:txBody>
          <a:bodyPr vert="horz" lIns="0" tIns="0" rIns="0" bIns="0" rtlCol="0" anchor="t" anchorCtr="0">
            <a:noAutofit/>
          </a:bodyPr>
          <a:lstStyle>
            <a:lvl1pPr>
              <a:defRPr sz="2100">
                <a:latin typeface="Open Sans" panose="020B0606030504020204" pitchFamily="34" charset="0"/>
                <a:ea typeface="Open Sans" panose="020B0606030504020204" pitchFamily="34" charset="0"/>
                <a:cs typeface="Open Sans" panose="020B0606030504020204" pitchFamily="34" charset="0"/>
              </a:defRPr>
            </a:lvl1pPr>
          </a:lstStyle>
          <a:p>
            <a:r>
              <a:rPr lang="en-US"/>
              <a:t>Click to add title</a:t>
            </a:r>
          </a:p>
        </p:txBody>
      </p:sp>
    </p:spTree>
    <p:extLst>
      <p:ext uri="{BB962C8B-B14F-4D97-AF65-F5344CB8AC3E}">
        <p14:creationId xmlns:p14="http://schemas.microsoft.com/office/powerpoint/2010/main" val="275195595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subtitle &amp; 1 column text">
    <p:spTree>
      <p:nvGrpSpPr>
        <p:cNvPr id="1" name=""/>
        <p:cNvGrpSpPr/>
        <p:nvPr/>
      </p:nvGrpSpPr>
      <p:grpSpPr>
        <a:xfrm>
          <a:off x="0" y="0"/>
          <a:ext cx="0" cy="0"/>
          <a:chOff x="0" y="0"/>
          <a:chExt cx="0" cy="0"/>
        </a:xfrm>
      </p:grpSpPr>
      <p:sp>
        <p:nvSpPr>
          <p:cNvPr id="14" name="Text Placeholder 18"/>
          <p:cNvSpPr>
            <a:spLocks noGrp="1"/>
          </p:cNvSpPr>
          <p:nvPr>
            <p:ph idx="1"/>
          </p:nvPr>
        </p:nvSpPr>
        <p:spPr>
          <a:xfrm>
            <a:off x="461823" y="1714500"/>
            <a:ext cx="11277600" cy="4667250"/>
          </a:xfrm>
          <a:prstGeom prst="rect">
            <a:avLst/>
          </a:prstGeom>
        </p:spPr>
        <p:txBody>
          <a:bodyPr vert="horz" lIns="0" tIns="0" rIns="0" bIns="0" rtlCol="0">
            <a:noAutofit/>
          </a:bodyPr>
          <a:lstStyle>
            <a:lvl1pPr>
              <a:defRPr sz="1200"/>
            </a:lvl1pPr>
            <a:lvl2pPr>
              <a:defRPr sz="1200"/>
            </a:lvl2pPr>
            <a:lvl3pPr>
              <a:defRPr sz="1200"/>
            </a:lvl3pPr>
            <a:lvl4pPr>
              <a:defRPr sz="1200"/>
            </a:lvl4pPr>
            <a:lvl5pPr>
              <a:defRPr sz="12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8">
            <a:extLst>
              <a:ext uri="{FF2B5EF4-FFF2-40B4-BE49-F238E27FC236}">
                <a16:creationId xmlns:a16="http://schemas.microsoft.com/office/drawing/2014/main" id="{259C2253-8D87-4928-94C4-A4D186A7A8BD}"/>
              </a:ext>
            </a:extLst>
          </p:cNvPr>
          <p:cNvSpPr>
            <a:spLocks noGrp="1"/>
          </p:cNvSpPr>
          <p:nvPr>
            <p:ph type="body" sz="quarter" idx="22" hasCustomPrompt="1"/>
          </p:nvPr>
        </p:nvSpPr>
        <p:spPr>
          <a:xfrm>
            <a:off x="463295" y="805489"/>
            <a:ext cx="11277600" cy="757255"/>
          </a:xfrm>
          <a:prstGeom prst="rect">
            <a:avLst/>
          </a:prstGeom>
        </p:spPr>
        <p:txBody>
          <a:bodyPr lIns="0" tIns="0" rIns="0" bIns="0">
            <a:noAutofit/>
          </a:bodyPr>
          <a:lstStyle>
            <a:lvl1pPr marL="0" indent="0">
              <a:buNone/>
              <a:defRPr sz="1600" b="0">
                <a:solidFill>
                  <a:schemeClr val="tx2"/>
                </a:solidFill>
                <a:latin typeface="Open Sans" panose="020B0606030504020204" pitchFamily="34" charset="0"/>
                <a:ea typeface="Open Sans" panose="020B0606030504020204" pitchFamily="34" charset="0"/>
                <a:cs typeface="Open Sans" panose="020B0606030504020204" pitchFamily="34" charset="0"/>
              </a:defRPr>
            </a:lvl1pPr>
          </a:lstStyle>
          <a:p>
            <a:pPr lvl="0"/>
            <a:r>
              <a:rPr lang="en-US"/>
              <a:t>Click to add subtitle</a:t>
            </a:r>
          </a:p>
        </p:txBody>
      </p:sp>
      <p:sp>
        <p:nvSpPr>
          <p:cNvPr id="6" name="Title Placeholder 1">
            <a:extLst>
              <a:ext uri="{FF2B5EF4-FFF2-40B4-BE49-F238E27FC236}">
                <a16:creationId xmlns:a16="http://schemas.microsoft.com/office/drawing/2014/main" id="{96593EEB-1CDC-4080-8C11-602DEAE1026D}"/>
              </a:ext>
            </a:extLst>
          </p:cNvPr>
          <p:cNvSpPr>
            <a:spLocks noGrp="1"/>
          </p:cNvSpPr>
          <p:nvPr>
            <p:ph type="title" hasCustomPrompt="1"/>
          </p:nvPr>
        </p:nvSpPr>
        <p:spPr>
          <a:xfrm>
            <a:off x="463295" y="468541"/>
            <a:ext cx="11277600" cy="334099"/>
          </a:xfrm>
          <a:prstGeom prst="rect">
            <a:avLst/>
          </a:prstGeom>
        </p:spPr>
        <p:txBody>
          <a:bodyPr vert="horz" lIns="0" tIns="0" rIns="0" bIns="0" rtlCol="0" anchor="t" anchorCtr="0">
            <a:noAutofit/>
          </a:bodyPr>
          <a:lstStyle>
            <a:lvl1pPr>
              <a:defRPr sz="2100">
                <a:latin typeface="Open Sans" panose="020B0606030504020204" pitchFamily="34" charset="0"/>
                <a:ea typeface="Open Sans" panose="020B0606030504020204" pitchFamily="34" charset="0"/>
                <a:cs typeface="Open Sans" panose="020B0606030504020204" pitchFamily="34" charset="0"/>
              </a:defRPr>
            </a:lvl1pPr>
          </a:lstStyle>
          <a:p>
            <a:r>
              <a:rPr lang="en-US"/>
              <a:t>Click to add title</a:t>
            </a:r>
          </a:p>
        </p:txBody>
      </p:sp>
    </p:spTree>
    <p:extLst>
      <p:ext uri="{BB962C8B-B14F-4D97-AF65-F5344CB8AC3E}">
        <p14:creationId xmlns:p14="http://schemas.microsoft.com/office/powerpoint/2010/main" val="413555629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3_Title &amp; subtitle">
    <p:bg>
      <p:bgPr>
        <a:solidFill>
          <a:schemeClr val="tx1"/>
        </a:solidFill>
        <a:effectLst/>
      </p:bgPr>
    </p:bg>
    <p:spTree>
      <p:nvGrpSpPr>
        <p:cNvPr id="1" name=""/>
        <p:cNvGrpSpPr/>
        <p:nvPr/>
      </p:nvGrpSpPr>
      <p:grpSpPr>
        <a:xfrm>
          <a:off x="0" y="0"/>
          <a:ext cx="0" cy="0"/>
          <a:chOff x="0" y="0"/>
          <a:chExt cx="0" cy="0"/>
        </a:xfrm>
      </p:grpSpPr>
      <p:sp>
        <p:nvSpPr>
          <p:cNvPr id="6" name="Text Placeholder 8">
            <a:extLst>
              <a:ext uri="{FF2B5EF4-FFF2-40B4-BE49-F238E27FC236}">
                <a16:creationId xmlns:a16="http://schemas.microsoft.com/office/drawing/2014/main" id="{8D89C7E6-37F5-4005-B8BE-658A5ADDE295}"/>
              </a:ext>
            </a:extLst>
          </p:cNvPr>
          <p:cNvSpPr>
            <a:spLocks noGrp="1"/>
          </p:cNvSpPr>
          <p:nvPr>
            <p:ph type="body" sz="quarter" idx="22" hasCustomPrompt="1"/>
          </p:nvPr>
        </p:nvSpPr>
        <p:spPr>
          <a:xfrm>
            <a:off x="463295" y="805491"/>
            <a:ext cx="11277600" cy="757255"/>
          </a:xfrm>
          <a:prstGeom prst="rect">
            <a:avLst/>
          </a:prstGeom>
        </p:spPr>
        <p:txBody>
          <a:bodyPr lIns="0" tIns="0" rIns="0" bIns="0">
            <a:noAutofit/>
          </a:bodyPr>
          <a:lstStyle>
            <a:lvl1pPr marL="0" indent="0">
              <a:buNone/>
              <a:defRPr sz="1600" b="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pPr lvl="0"/>
            <a:r>
              <a:rPr lang="en-US"/>
              <a:t>Click to add subtitle</a:t>
            </a:r>
          </a:p>
        </p:txBody>
      </p:sp>
      <p:sp>
        <p:nvSpPr>
          <p:cNvPr id="7" name="Title Placeholder 1">
            <a:extLst>
              <a:ext uri="{FF2B5EF4-FFF2-40B4-BE49-F238E27FC236}">
                <a16:creationId xmlns:a16="http://schemas.microsoft.com/office/drawing/2014/main" id="{0FA13130-E22F-4F71-97DB-A64E7A175EC6}"/>
              </a:ext>
            </a:extLst>
          </p:cNvPr>
          <p:cNvSpPr>
            <a:spLocks noGrp="1"/>
          </p:cNvSpPr>
          <p:nvPr>
            <p:ph type="title" hasCustomPrompt="1"/>
          </p:nvPr>
        </p:nvSpPr>
        <p:spPr>
          <a:xfrm>
            <a:off x="463295" y="468543"/>
            <a:ext cx="11277600" cy="334099"/>
          </a:xfrm>
          <a:prstGeom prst="rect">
            <a:avLst/>
          </a:prstGeom>
        </p:spPr>
        <p:txBody>
          <a:bodyPr vert="horz" lIns="0" tIns="0" rIns="0" bIns="0" rtlCol="0" anchor="t" anchorCtr="0">
            <a:noAutofit/>
          </a:bodyPr>
          <a:lstStyle>
            <a:lvl1pPr>
              <a:defRPr sz="210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r>
              <a:rPr lang="en-US"/>
              <a:t>Click to add title</a:t>
            </a:r>
          </a:p>
        </p:txBody>
      </p:sp>
      <p:sp>
        <p:nvSpPr>
          <p:cNvPr id="5" name="Copyright">
            <a:extLst>
              <a:ext uri="{FF2B5EF4-FFF2-40B4-BE49-F238E27FC236}">
                <a16:creationId xmlns:a16="http://schemas.microsoft.com/office/drawing/2014/main" id="{2E36B963-9D15-4C32-9F41-40B9F47218D8}"/>
              </a:ext>
            </a:extLst>
          </p:cNvPr>
          <p:cNvSpPr txBox="1"/>
          <p:nvPr userDrawn="1"/>
        </p:nvSpPr>
        <p:spPr>
          <a:xfrm>
            <a:off x="457200" y="6515063"/>
            <a:ext cx="5355168" cy="12311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a:solidFill>
                  <a:schemeClr val="bg1"/>
                </a:solidFill>
                <a:latin typeface="Calibri" panose="020F0502020204030204" pitchFamily="34" charset="0"/>
                <a:cs typeface="Calibri" panose="020F0502020204030204" pitchFamily="34" charset="0"/>
              </a:rPr>
              <a:t>Copyright © 2022 Deloitte Development LLC. All rights reserved.</a:t>
            </a:r>
          </a:p>
        </p:txBody>
      </p:sp>
      <p:sp>
        <p:nvSpPr>
          <p:cNvPr id="8" name="TextBox 7">
            <a:extLst>
              <a:ext uri="{FF2B5EF4-FFF2-40B4-BE49-F238E27FC236}">
                <a16:creationId xmlns:a16="http://schemas.microsoft.com/office/drawing/2014/main" id="{C7881FDA-61FE-410D-AA55-5494F0E35273}"/>
              </a:ext>
            </a:extLst>
          </p:cNvPr>
          <p:cNvSpPr txBox="1"/>
          <p:nvPr userDrawn="1"/>
        </p:nvSpPr>
        <p:spPr>
          <a:xfrm>
            <a:off x="11426826" y="6519673"/>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smtClean="0">
                <a:solidFill>
                  <a:schemeClr val="bg1"/>
                </a:solidFill>
                <a:latin typeface="Calibri" panose="020F0502020204030204" pitchFamily="34" charset="0"/>
                <a:cs typeface="Calibri" panose="020F0502020204030204" pitchFamily="34" charset="0"/>
              </a:rPr>
              <a:pPr marL="0" indent="0" algn="r">
                <a:spcBef>
                  <a:spcPts val="450"/>
                </a:spcBef>
                <a:buSzPct val="100000"/>
                <a:buFont typeface="Arial"/>
                <a:buNone/>
              </a:pPr>
              <a:t>‹#›</a:t>
            </a:fld>
            <a:endParaRPr lang="en-US" sz="800" noProof="0">
              <a:solidFill>
                <a:schemeClr val="bg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89652090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_Title Only">
    <p:bg>
      <p:bgPr>
        <a:solidFill>
          <a:schemeClr val="tx1"/>
        </a:solidFill>
        <a:effectLst/>
      </p:bgPr>
    </p:bg>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26FB2E4B-5D1B-4250-844C-3D50DE4A9F69}"/>
              </a:ext>
            </a:extLst>
          </p:cNvPr>
          <p:cNvSpPr>
            <a:spLocks noGrp="1"/>
          </p:cNvSpPr>
          <p:nvPr>
            <p:ph type="title" hasCustomPrompt="1"/>
          </p:nvPr>
        </p:nvSpPr>
        <p:spPr>
          <a:xfrm>
            <a:off x="463295" y="468543"/>
            <a:ext cx="11277600" cy="334099"/>
          </a:xfrm>
          <a:prstGeom prst="rect">
            <a:avLst/>
          </a:prstGeom>
        </p:spPr>
        <p:txBody>
          <a:bodyPr vert="horz" lIns="0" tIns="0" rIns="0" bIns="0" rtlCol="0" anchor="t" anchorCtr="0">
            <a:noAutofit/>
          </a:bodyPr>
          <a:lstStyle>
            <a:lvl1pPr>
              <a:defRPr sz="210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r>
              <a:rPr lang="en-US"/>
              <a:t>Click to add title</a:t>
            </a:r>
          </a:p>
        </p:txBody>
      </p:sp>
      <p:sp>
        <p:nvSpPr>
          <p:cNvPr id="4" name="Copyright">
            <a:extLst>
              <a:ext uri="{FF2B5EF4-FFF2-40B4-BE49-F238E27FC236}">
                <a16:creationId xmlns:a16="http://schemas.microsoft.com/office/drawing/2014/main" id="{E4A75749-1B1A-4B7D-9B08-747E50E0A7F6}"/>
              </a:ext>
            </a:extLst>
          </p:cNvPr>
          <p:cNvSpPr txBox="1"/>
          <p:nvPr userDrawn="1"/>
        </p:nvSpPr>
        <p:spPr>
          <a:xfrm>
            <a:off x="457200" y="6515063"/>
            <a:ext cx="5355168" cy="12311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a:solidFill>
                  <a:schemeClr val="bg1"/>
                </a:solidFill>
                <a:latin typeface="Calibri" panose="020F0502020204030204" pitchFamily="34" charset="0"/>
                <a:cs typeface="Calibri" panose="020F0502020204030204" pitchFamily="34" charset="0"/>
              </a:rPr>
              <a:t>Copyright © 2022 Deloitte Development LLC. All rights reserved.</a:t>
            </a:r>
          </a:p>
        </p:txBody>
      </p:sp>
      <p:sp>
        <p:nvSpPr>
          <p:cNvPr id="6" name="TextBox 5">
            <a:extLst>
              <a:ext uri="{FF2B5EF4-FFF2-40B4-BE49-F238E27FC236}">
                <a16:creationId xmlns:a16="http://schemas.microsoft.com/office/drawing/2014/main" id="{1A7821EB-039B-416D-8062-CE00448C9BBE}"/>
              </a:ext>
            </a:extLst>
          </p:cNvPr>
          <p:cNvSpPr txBox="1"/>
          <p:nvPr userDrawn="1"/>
        </p:nvSpPr>
        <p:spPr>
          <a:xfrm>
            <a:off x="11426826" y="6519673"/>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smtClean="0">
                <a:solidFill>
                  <a:schemeClr val="bg1"/>
                </a:solidFill>
                <a:latin typeface="Calibri" panose="020F0502020204030204" pitchFamily="34" charset="0"/>
                <a:cs typeface="Calibri" panose="020F0502020204030204" pitchFamily="34" charset="0"/>
              </a:rPr>
              <a:pPr marL="0" indent="0" algn="r">
                <a:spcBef>
                  <a:spcPts val="450"/>
                </a:spcBef>
                <a:buSzPct val="100000"/>
                <a:buFont typeface="Arial"/>
                <a:buNone/>
              </a:pPr>
              <a:t>‹#›</a:t>
            </a:fld>
            <a:endParaRPr lang="en-US" sz="800" noProof="0">
              <a:solidFill>
                <a:schemeClr val="bg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06472648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2_Title &amp; 1 column text">
    <p:spTree>
      <p:nvGrpSpPr>
        <p:cNvPr id="1" name=""/>
        <p:cNvGrpSpPr/>
        <p:nvPr/>
      </p:nvGrpSpPr>
      <p:grpSpPr>
        <a:xfrm>
          <a:off x="0" y="0"/>
          <a:ext cx="0" cy="0"/>
          <a:chOff x="0" y="0"/>
          <a:chExt cx="0" cy="0"/>
        </a:xfrm>
      </p:grpSpPr>
      <p:sp>
        <p:nvSpPr>
          <p:cNvPr id="14" name="Text Placeholder 18"/>
          <p:cNvSpPr>
            <a:spLocks noGrp="1"/>
          </p:cNvSpPr>
          <p:nvPr>
            <p:ph idx="1"/>
          </p:nvPr>
        </p:nvSpPr>
        <p:spPr>
          <a:xfrm>
            <a:off x="463296" y="1714500"/>
            <a:ext cx="11277600" cy="4648200"/>
          </a:xfrm>
          <a:prstGeom prst="rect">
            <a:avLst/>
          </a:prstGeom>
        </p:spPr>
        <p:txBody>
          <a:bodyPr vert="horz" lIns="0" tIns="0" rIns="0" bIns="0" rtlCol="0">
            <a:noAutofit/>
          </a:bodyPr>
          <a:lstStyle>
            <a:lvl1pPr marL="0" indent="0" algn="l">
              <a:buFontTx/>
              <a:buNone/>
              <a:defRPr sz="1200">
                <a:latin typeface="+mn-lt"/>
              </a:defRPr>
            </a:lvl1pPr>
            <a:lvl2pPr marL="104775" indent="-104775" algn="l">
              <a:buClrTx/>
              <a:buSzPct val="100000"/>
              <a:buFont typeface="Arial" panose="020B0604020202020204" pitchFamily="34" charset="0"/>
              <a:buChar char="•"/>
              <a:defRPr sz="1200">
                <a:latin typeface="+mj-lt"/>
              </a:defRPr>
            </a:lvl2pPr>
            <a:lvl3pPr marL="228600" indent="-104775" algn="l">
              <a:buClrTx/>
              <a:buSzPct val="100000"/>
              <a:buFont typeface="Arial" panose="020B0604020202020204" pitchFamily="34" charset="0"/>
              <a:buChar char="−"/>
              <a:defRPr sz="1200">
                <a:latin typeface="+mn-lt"/>
              </a:defRPr>
            </a:lvl3pPr>
            <a:lvl4pPr marL="352425" indent="-104775" algn="l">
              <a:buClrTx/>
              <a:buSzPct val="100000"/>
              <a:buFont typeface="Arial" panose="020B0604020202020204" pitchFamily="34" charset="0"/>
              <a:buChar char="◦"/>
              <a:defRPr sz="1200">
                <a:latin typeface="+mn-lt"/>
              </a:defRPr>
            </a:lvl4pPr>
            <a:lvl5pPr marL="476250" indent="-104775" algn="l">
              <a:buClrTx/>
              <a:buSzPct val="100000"/>
              <a:buFont typeface="Arial" panose="020B0604020202020204" pitchFamily="34" charset="0"/>
              <a:buChar char="−"/>
              <a:defRPr sz="12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noProof="0"/>
          </a:p>
        </p:txBody>
      </p:sp>
      <p:sp>
        <p:nvSpPr>
          <p:cNvPr id="4" name="Title Placeholder 1">
            <a:extLst>
              <a:ext uri="{FF2B5EF4-FFF2-40B4-BE49-F238E27FC236}">
                <a16:creationId xmlns:a16="http://schemas.microsoft.com/office/drawing/2014/main" id="{A1AF4B88-9BDB-4994-AE11-3A74CC55FE51}"/>
              </a:ext>
            </a:extLst>
          </p:cNvPr>
          <p:cNvSpPr>
            <a:spLocks noGrp="1"/>
          </p:cNvSpPr>
          <p:nvPr>
            <p:ph type="title" hasCustomPrompt="1"/>
          </p:nvPr>
        </p:nvSpPr>
        <p:spPr>
          <a:xfrm>
            <a:off x="463296" y="470025"/>
            <a:ext cx="11277600" cy="338328"/>
          </a:xfrm>
          <a:prstGeom prst="rect">
            <a:avLst/>
          </a:prstGeom>
        </p:spPr>
        <p:txBody>
          <a:bodyPr vert="horz" lIns="0" tIns="0" rIns="0" bIns="0" rtlCol="0" anchor="t" anchorCtr="0">
            <a:noAutofit/>
          </a:bodyPr>
          <a:lstStyle>
            <a:lvl1pPr>
              <a:defRPr sz="2100"/>
            </a:lvl1pPr>
          </a:lstStyle>
          <a:p>
            <a:r>
              <a:rPr lang="en-US"/>
              <a:t>Click to add title</a:t>
            </a:r>
          </a:p>
        </p:txBody>
      </p:sp>
    </p:spTree>
    <p:extLst>
      <p:ext uri="{BB962C8B-B14F-4D97-AF65-F5344CB8AC3E}">
        <p14:creationId xmlns:p14="http://schemas.microsoft.com/office/powerpoint/2010/main" val="3279902364"/>
      </p:ext>
    </p:extLst>
  </p:cSld>
  <p:clrMapOvr>
    <a:masterClrMapping/>
  </p:clrMapOvr>
  <p:hf hdr="0" dt="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35650856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26FB2E4B-5D1B-4250-844C-3D50DE4A9F69}"/>
              </a:ext>
            </a:extLst>
          </p:cNvPr>
          <p:cNvSpPr>
            <a:spLocks noGrp="1"/>
          </p:cNvSpPr>
          <p:nvPr>
            <p:ph type="title" hasCustomPrompt="1"/>
          </p:nvPr>
        </p:nvSpPr>
        <p:spPr>
          <a:xfrm>
            <a:off x="463295" y="468543"/>
            <a:ext cx="11277600" cy="334099"/>
          </a:xfrm>
          <a:prstGeom prst="rect">
            <a:avLst/>
          </a:prstGeom>
        </p:spPr>
        <p:txBody>
          <a:bodyPr vert="horz" lIns="0" tIns="0" rIns="0" bIns="0" rtlCol="0" anchor="t" anchorCtr="0">
            <a:noAutofit/>
          </a:bodyPr>
          <a:lstStyle>
            <a:lvl1pPr>
              <a:defRPr sz="2100">
                <a:latin typeface="Open Sans" panose="020B0606030504020204" pitchFamily="34" charset="0"/>
                <a:ea typeface="Open Sans" panose="020B0606030504020204" pitchFamily="34" charset="0"/>
                <a:cs typeface="Open Sans" panose="020B0606030504020204" pitchFamily="34" charset="0"/>
              </a:defRPr>
            </a:lvl1pPr>
          </a:lstStyle>
          <a:p>
            <a:r>
              <a:rPr lang="en-US"/>
              <a:t>Click to add title</a:t>
            </a:r>
          </a:p>
        </p:txBody>
      </p:sp>
    </p:spTree>
    <p:extLst>
      <p:ext uri="{BB962C8B-B14F-4D97-AF65-F5344CB8AC3E}">
        <p14:creationId xmlns:p14="http://schemas.microsoft.com/office/powerpoint/2010/main" val="1890600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_Blank">
    <p:bg>
      <p:bgPr>
        <a:solidFill>
          <a:schemeClr val="tx1"/>
        </a:solidFill>
        <a:effectLst/>
      </p:bgPr>
    </p:bg>
    <p:spTree>
      <p:nvGrpSpPr>
        <p:cNvPr id="1" name=""/>
        <p:cNvGrpSpPr/>
        <p:nvPr/>
      </p:nvGrpSpPr>
      <p:grpSpPr>
        <a:xfrm>
          <a:off x="0" y="0"/>
          <a:ext cx="0" cy="0"/>
          <a:chOff x="0" y="0"/>
          <a:chExt cx="0" cy="0"/>
        </a:xfrm>
      </p:grpSpPr>
      <p:sp>
        <p:nvSpPr>
          <p:cNvPr id="4" name="Copyright">
            <a:extLst>
              <a:ext uri="{FF2B5EF4-FFF2-40B4-BE49-F238E27FC236}">
                <a16:creationId xmlns:a16="http://schemas.microsoft.com/office/drawing/2014/main" id="{7259976F-5BF8-4021-A35A-E02889621B23}"/>
              </a:ext>
            </a:extLst>
          </p:cNvPr>
          <p:cNvSpPr txBox="1"/>
          <p:nvPr userDrawn="1"/>
        </p:nvSpPr>
        <p:spPr>
          <a:xfrm>
            <a:off x="457200" y="6515063"/>
            <a:ext cx="5355168" cy="12311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a:solidFill>
                  <a:schemeClr val="bg1"/>
                </a:solidFill>
                <a:latin typeface="Calibri" panose="020F0502020204030204" pitchFamily="34" charset="0"/>
                <a:cs typeface="Calibri" panose="020F0502020204030204" pitchFamily="34" charset="0"/>
              </a:rPr>
              <a:t>Copyright © 2022 Deloitte Development LLC. All rights reserved.</a:t>
            </a:r>
          </a:p>
        </p:txBody>
      </p:sp>
      <p:sp>
        <p:nvSpPr>
          <p:cNvPr id="6" name="TextBox 5">
            <a:extLst>
              <a:ext uri="{FF2B5EF4-FFF2-40B4-BE49-F238E27FC236}">
                <a16:creationId xmlns:a16="http://schemas.microsoft.com/office/drawing/2014/main" id="{BAE6C844-BB1D-473C-9432-8E351FD28E26}"/>
              </a:ext>
            </a:extLst>
          </p:cNvPr>
          <p:cNvSpPr txBox="1"/>
          <p:nvPr userDrawn="1"/>
        </p:nvSpPr>
        <p:spPr>
          <a:xfrm>
            <a:off x="11426826" y="6519673"/>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smtClean="0">
                <a:solidFill>
                  <a:schemeClr val="bg1"/>
                </a:solidFill>
                <a:latin typeface="Calibri" panose="020F0502020204030204" pitchFamily="34" charset="0"/>
                <a:cs typeface="Calibri" panose="020F0502020204030204" pitchFamily="34" charset="0"/>
              </a:rPr>
              <a:pPr marL="0" indent="0" algn="r">
                <a:spcBef>
                  <a:spcPts val="450"/>
                </a:spcBef>
                <a:buSzPct val="100000"/>
                <a:buFont typeface="Arial"/>
                <a:buNone/>
              </a:pPr>
              <a:t>‹#›</a:t>
            </a:fld>
            <a:endParaRPr lang="en-US" sz="800" noProof="0">
              <a:solidFill>
                <a:schemeClr val="bg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87832734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5BDC220-FDA0-41D7-98BA-BB440BC4A90B}"/>
              </a:ext>
            </a:extLst>
          </p:cNvPr>
          <p:cNvSpPr/>
          <p:nvPr userDrawn="1"/>
        </p:nvSpPr>
        <p:spPr bwMode="gray">
          <a:xfrm>
            <a:off x="11568701" y="6482993"/>
            <a:ext cx="503434" cy="375007"/>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9" name="TextBox 8">
            <a:extLst>
              <a:ext uri="{FF2B5EF4-FFF2-40B4-BE49-F238E27FC236}">
                <a16:creationId xmlns:a16="http://schemas.microsoft.com/office/drawing/2014/main" id="{3DAD1E82-7DE3-46EF-9065-6719F60566AC}"/>
              </a:ext>
            </a:extLst>
          </p:cNvPr>
          <p:cNvSpPr txBox="1"/>
          <p:nvPr userDrawn="1"/>
        </p:nvSpPr>
        <p:spPr>
          <a:xfrm>
            <a:off x="11410953"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tx1"/>
                </a:solidFill>
                <a:latin typeface="Open Sans" panose="020B0606030504020204" pitchFamily="34" charset="0"/>
                <a:ea typeface="Open Sans" panose="020B0606030504020204" pitchFamily="34" charset="0"/>
                <a:cs typeface="Open Sans" panose="020B0606030504020204" pitchFamily="34" charset="0"/>
              </a:rPr>
              <a:pPr marL="0" indent="0" algn="r">
                <a:spcBef>
                  <a:spcPts val="800"/>
                </a:spcBef>
                <a:buSzPct val="100000"/>
                <a:buFont typeface="Arial"/>
                <a:buNone/>
              </a:pPr>
              <a:t>‹#›</a:t>
            </a:fld>
            <a:endParaRPr lang="en-US" sz="650" noProof="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grpSp>
        <p:nvGrpSpPr>
          <p:cNvPr id="5" name="Group 4">
            <a:extLst>
              <a:ext uri="{FF2B5EF4-FFF2-40B4-BE49-F238E27FC236}">
                <a16:creationId xmlns:a16="http://schemas.microsoft.com/office/drawing/2014/main" id="{8274867C-C62D-4F4A-922C-4A83C82B88B1}"/>
              </a:ext>
            </a:extLst>
          </p:cNvPr>
          <p:cNvGrpSpPr/>
          <p:nvPr userDrawn="1"/>
        </p:nvGrpSpPr>
        <p:grpSpPr>
          <a:xfrm>
            <a:off x="-11703" y="-3628"/>
            <a:ext cx="75101" cy="6861628"/>
            <a:chOff x="-11703" y="-3628"/>
            <a:chExt cx="75101" cy="6861628"/>
          </a:xfrm>
        </p:grpSpPr>
        <p:sp>
          <p:nvSpPr>
            <p:cNvPr id="6" name="Rectangle 5">
              <a:extLst>
                <a:ext uri="{FF2B5EF4-FFF2-40B4-BE49-F238E27FC236}">
                  <a16:creationId xmlns:a16="http://schemas.microsoft.com/office/drawing/2014/main" id="{B848915A-5C7B-416F-B5B0-7693F5EE0BF9}"/>
                </a:ext>
              </a:extLst>
            </p:cNvPr>
            <p:cNvSpPr/>
            <p:nvPr/>
          </p:nvSpPr>
          <p:spPr>
            <a:xfrm rot="5400000">
              <a:off x="-659267" y="645307"/>
              <a:ext cx="1371600" cy="73730"/>
            </a:xfrm>
            <a:prstGeom prst="rect">
              <a:avLst/>
            </a:prstGeom>
            <a:solidFill>
              <a:srgbClr val="43B0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8FCA6CAC-7815-469B-9315-157CA98B8F24}"/>
                </a:ext>
              </a:extLst>
            </p:cNvPr>
            <p:cNvSpPr/>
            <p:nvPr/>
          </p:nvSpPr>
          <p:spPr>
            <a:xfrm rot="5400000">
              <a:off x="-659267" y="2016907"/>
              <a:ext cx="1371600" cy="73730"/>
            </a:xfrm>
            <a:prstGeom prst="rect">
              <a:avLst/>
            </a:prstGeom>
            <a:solidFill>
              <a:srgbClr val="97999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68AF41DF-170C-4192-8044-63BF6EC31434}"/>
                </a:ext>
              </a:extLst>
            </p:cNvPr>
            <p:cNvSpPr/>
            <p:nvPr/>
          </p:nvSpPr>
          <p:spPr>
            <a:xfrm rot="5400000">
              <a:off x="-659267" y="3388507"/>
              <a:ext cx="1371600" cy="73730"/>
            </a:xfrm>
            <a:prstGeom prst="rect">
              <a:avLst/>
            </a:prstGeom>
            <a:solidFill>
              <a:srgbClr val="00AB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4C18193-4099-4965-AA2B-941FE751E927}"/>
                </a:ext>
              </a:extLst>
            </p:cNvPr>
            <p:cNvSpPr/>
            <p:nvPr/>
          </p:nvSpPr>
          <p:spPr>
            <a:xfrm rot="5400000">
              <a:off x="-660638" y="4760107"/>
              <a:ext cx="1371600" cy="73730"/>
            </a:xfrm>
            <a:prstGeom prst="rect">
              <a:avLst/>
            </a:prstGeom>
            <a:solidFill>
              <a:srgbClr val="00A3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179FF898-7DE9-4674-9DB8-430920126867}"/>
                </a:ext>
              </a:extLst>
            </p:cNvPr>
            <p:cNvSpPr/>
            <p:nvPr/>
          </p:nvSpPr>
          <p:spPr>
            <a:xfrm rot="5400000">
              <a:off x="-660638" y="6135335"/>
              <a:ext cx="1371600" cy="73730"/>
            </a:xfrm>
            <a:prstGeom prst="rect">
              <a:avLst/>
            </a:prstGeom>
            <a:solidFill>
              <a:srgbClr val="86BC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Text Placeholder 8">
            <a:extLst>
              <a:ext uri="{FF2B5EF4-FFF2-40B4-BE49-F238E27FC236}">
                <a16:creationId xmlns:a16="http://schemas.microsoft.com/office/drawing/2014/main" id="{64DC2670-5D11-4421-8167-B380A667E4E1}"/>
              </a:ext>
            </a:extLst>
          </p:cNvPr>
          <p:cNvSpPr>
            <a:spLocks noGrp="1"/>
          </p:cNvSpPr>
          <p:nvPr>
            <p:ph type="body" sz="quarter" idx="13" hasCustomPrompt="1"/>
          </p:nvPr>
        </p:nvSpPr>
        <p:spPr>
          <a:xfrm>
            <a:off x="551688" y="684903"/>
            <a:ext cx="11390734" cy="454080"/>
          </a:xfrm>
          <a:prstGeom prst="rect">
            <a:avLst/>
          </a:prstGeom>
        </p:spPr>
        <p:txBody>
          <a:bodyPr lIns="0" tIns="0" rIns="0" bIns="0">
            <a:noAutofit/>
          </a:bodyPr>
          <a:lstStyle>
            <a:lvl1pPr marL="0" indent="0" algn="l" defTabSz="914400" rtl="0" eaLnBrk="1" latinLnBrk="0" hangingPunct="1">
              <a:spcBef>
                <a:spcPts val="200"/>
              </a:spcBef>
              <a:buSzPct val="100000"/>
              <a:buNone/>
              <a:defRPr lang="en-US" sz="1800" kern="1200" noProof="0" dirty="0">
                <a:solidFill>
                  <a:schemeClr val="tx1">
                    <a:lumMod val="75000"/>
                    <a:lumOff val="25000"/>
                  </a:schemeClr>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pPr lvl="0"/>
            <a:r>
              <a:rPr lang="en-US" noProof="0"/>
              <a:t>Click to add subtitle</a:t>
            </a:r>
          </a:p>
        </p:txBody>
      </p:sp>
      <p:sp>
        <p:nvSpPr>
          <p:cNvPr id="18" name="Title Placeholder 1">
            <a:extLst>
              <a:ext uri="{FF2B5EF4-FFF2-40B4-BE49-F238E27FC236}">
                <a16:creationId xmlns:a16="http://schemas.microsoft.com/office/drawing/2014/main" id="{A791C14F-ED57-4012-8301-39F6E6B9EEC6}"/>
              </a:ext>
            </a:extLst>
          </p:cNvPr>
          <p:cNvSpPr>
            <a:spLocks noGrp="1"/>
          </p:cNvSpPr>
          <p:nvPr>
            <p:ph type="title" hasCustomPrompt="1"/>
          </p:nvPr>
        </p:nvSpPr>
        <p:spPr>
          <a:xfrm>
            <a:off x="551688" y="238607"/>
            <a:ext cx="11390734" cy="365760"/>
          </a:xfrm>
          <a:prstGeom prst="rect">
            <a:avLst/>
          </a:prstGeom>
        </p:spPr>
        <p:txBody>
          <a:bodyPr vert="horz" lIns="0" tIns="0" rIns="0" bIns="0" rtlCol="0" anchor="t" anchorCtr="0">
            <a:noAutofit/>
          </a:bodyPr>
          <a:lstStyle>
            <a:lvl1pPr marL="0" algn="l" defTabSz="1219170" rtl="0" eaLnBrk="1" latinLnBrk="0" hangingPunct="1">
              <a:spcBef>
                <a:spcPct val="0"/>
              </a:spcBef>
              <a:buNone/>
              <a:defRPr lang="en-US" sz="2400" b="1" kern="1200" noProof="0" dirty="0">
                <a:solidFill>
                  <a:schemeClr val="tx1">
                    <a:lumMod val="85000"/>
                    <a:lumOff val="15000"/>
                  </a:schemeClr>
                </a:solidFill>
                <a:latin typeface="Open Sans SemiBold" panose="020B0706030804020204" pitchFamily="34" charset="0"/>
                <a:ea typeface="Open Sans SemiBold" panose="020B0706030804020204" pitchFamily="34" charset="0"/>
                <a:cs typeface="Open Sans SemiBold" panose="020B0706030804020204" pitchFamily="34" charset="0"/>
              </a:defRPr>
            </a:lvl1pPr>
          </a:lstStyle>
          <a:p>
            <a:r>
              <a:rPr lang="en-US" noProof="0"/>
              <a:t>Click to add title</a:t>
            </a:r>
          </a:p>
        </p:txBody>
      </p:sp>
    </p:spTree>
    <p:extLst>
      <p:ext uri="{BB962C8B-B14F-4D97-AF65-F5344CB8AC3E}">
        <p14:creationId xmlns:p14="http://schemas.microsoft.com/office/powerpoint/2010/main" val="484891636"/>
      </p:ext>
    </p:extLst>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Content">
  <p:cSld name="1_Content">
    <p:spTree>
      <p:nvGrpSpPr>
        <p:cNvPr id="1" name="Shape 139"/>
        <p:cNvGrpSpPr/>
        <p:nvPr/>
      </p:nvGrpSpPr>
      <p:grpSpPr>
        <a:xfrm>
          <a:off x="0" y="0"/>
          <a:ext cx="0" cy="0"/>
          <a:chOff x="0" y="0"/>
          <a:chExt cx="0" cy="0"/>
        </a:xfrm>
      </p:grpSpPr>
      <p:sp>
        <p:nvSpPr>
          <p:cNvPr id="140" name="Google Shape;140;p16"/>
          <p:cNvSpPr/>
          <p:nvPr/>
        </p:nvSpPr>
        <p:spPr>
          <a:xfrm>
            <a:off x="11568701" y="6482993"/>
            <a:ext cx="503434" cy="375007"/>
          </a:xfrm>
          <a:prstGeom prst="rect">
            <a:avLst/>
          </a:prstGeom>
          <a:solidFill>
            <a:schemeClr val="lt1"/>
          </a:solidFill>
          <a:ln>
            <a:noFill/>
          </a:ln>
        </p:spPr>
        <p:txBody>
          <a:bodyPr spcFirstLastPara="1" wrap="square" lIns="88900" tIns="88900" rIns="88900" bIns="88900" anchor="ctr" anchorCtr="0">
            <a:noAutofit/>
          </a:bodyPr>
          <a:lstStyle/>
          <a:p>
            <a:pPr marL="0" marR="0" lvl="0" indent="0" algn="ctr" rtl="0">
              <a:lnSpc>
                <a:spcPct val="106000"/>
              </a:lnSpc>
              <a:spcBef>
                <a:spcPts val="0"/>
              </a:spcBef>
              <a:spcAft>
                <a:spcPts val="0"/>
              </a:spcAft>
              <a:buClr>
                <a:schemeClr val="dk1"/>
              </a:buClr>
              <a:buSzPts val="1600"/>
              <a:buFont typeface="Noto Sans Symbols"/>
              <a:buNone/>
            </a:pPr>
            <a:endParaRPr sz="1600" b="1">
              <a:solidFill>
                <a:schemeClr val="lt1"/>
              </a:solidFill>
              <a:latin typeface="Open Sans"/>
              <a:ea typeface="Open Sans"/>
              <a:cs typeface="Open Sans"/>
              <a:sym typeface="Open Sans"/>
            </a:endParaRPr>
          </a:p>
        </p:txBody>
      </p:sp>
      <p:sp>
        <p:nvSpPr>
          <p:cNvPr id="141" name="Google Shape;141;p16"/>
          <p:cNvSpPr txBox="1">
            <a:spLocks noGrp="1"/>
          </p:cNvSpPr>
          <p:nvPr>
            <p:ph type="body" idx="1"/>
          </p:nvPr>
        </p:nvSpPr>
        <p:spPr>
          <a:xfrm>
            <a:off x="551688" y="684903"/>
            <a:ext cx="11390734" cy="454080"/>
          </a:xfrm>
          <a:prstGeom prst="rect">
            <a:avLst/>
          </a:prstGeom>
          <a:noFill/>
          <a:ln>
            <a:noFill/>
          </a:ln>
        </p:spPr>
        <p:txBody>
          <a:bodyPr spcFirstLastPara="1" wrap="square" lIns="0" tIns="0" rIns="0" bIns="0" anchor="t" anchorCtr="0">
            <a:noAutofit/>
          </a:bodyPr>
          <a:lstStyle>
            <a:lvl1pPr marL="457200" lvl="0" indent="-228600" algn="l">
              <a:spcBef>
                <a:spcPts val="200"/>
              </a:spcBef>
              <a:spcAft>
                <a:spcPts val="0"/>
              </a:spcAft>
              <a:buClr>
                <a:srgbClr val="3F3F3F"/>
              </a:buClr>
              <a:buSzPts val="1800"/>
              <a:buFont typeface="Open Sans Light"/>
              <a:buNone/>
              <a:defRPr sz="1800">
                <a:solidFill>
                  <a:srgbClr val="3F3F3F"/>
                </a:solidFill>
                <a:latin typeface="Open Sans Light"/>
                <a:ea typeface="Open Sans Light"/>
                <a:cs typeface="Open Sans Light"/>
                <a:sym typeface="Open Sans Light"/>
              </a:defRPr>
            </a:lvl1pPr>
            <a:lvl2pPr marL="914400" lvl="1" indent="-342900" algn="l">
              <a:spcBef>
                <a:spcPts val="1333"/>
              </a:spcBef>
              <a:spcAft>
                <a:spcPts val="0"/>
              </a:spcAft>
              <a:buClr>
                <a:schemeClr val="dk1"/>
              </a:buClr>
              <a:buSzPts val="1800"/>
              <a:buChar char="•"/>
              <a:defRPr/>
            </a:lvl2pPr>
            <a:lvl3pPr marL="1371600" lvl="2" indent="-228600" algn="l">
              <a:spcBef>
                <a:spcPts val="1333"/>
              </a:spcBef>
              <a:spcAft>
                <a:spcPts val="0"/>
              </a:spcAft>
              <a:buClr>
                <a:schemeClr val="dk1"/>
              </a:buClr>
              <a:buSzPts val="1800"/>
              <a:buNone/>
              <a:defRPr/>
            </a:lvl3pPr>
            <a:lvl4pPr marL="1828800" lvl="3" indent="-342900" algn="l">
              <a:spcBef>
                <a:spcPts val="1333"/>
              </a:spcBef>
              <a:spcAft>
                <a:spcPts val="0"/>
              </a:spcAft>
              <a:buClr>
                <a:schemeClr val="dk1"/>
              </a:buClr>
              <a:buSzPts val="1800"/>
              <a:buChar char="o"/>
              <a:defRPr/>
            </a:lvl4pPr>
            <a:lvl5pPr marL="2286000" lvl="4" indent="-228600" algn="l">
              <a:spcBef>
                <a:spcPts val="1333"/>
              </a:spcBef>
              <a:spcAft>
                <a:spcPts val="0"/>
              </a:spcAft>
              <a:buClr>
                <a:schemeClr val="dk1"/>
              </a:buClr>
              <a:buSzPts val="1800"/>
              <a:buNone/>
              <a:defRPr/>
            </a:lvl5pPr>
            <a:lvl6pPr marL="2743200" lvl="5" indent="-228600" algn="l">
              <a:spcBef>
                <a:spcPts val="1333"/>
              </a:spcBef>
              <a:spcAft>
                <a:spcPts val="0"/>
              </a:spcAft>
              <a:buClr>
                <a:schemeClr val="dk1"/>
              </a:buClr>
              <a:buSzPts val="1800"/>
              <a:buNone/>
              <a:defRPr/>
            </a:lvl6pPr>
            <a:lvl7pPr marL="3200400" lvl="6" indent="-228600" algn="l">
              <a:spcBef>
                <a:spcPts val="1333"/>
              </a:spcBef>
              <a:spcAft>
                <a:spcPts val="0"/>
              </a:spcAft>
              <a:buClr>
                <a:schemeClr val="dk1"/>
              </a:buClr>
              <a:buSzPts val="1800"/>
              <a:buNone/>
              <a:defRPr/>
            </a:lvl7pPr>
            <a:lvl8pPr marL="3657600" lvl="7" indent="-228600" algn="l">
              <a:spcBef>
                <a:spcPts val="1333"/>
              </a:spcBef>
              <a:spcAft>
                <a:spcPts val="0"/>
              </a:spcAft>
              <a:buClr>
                <a:schemeClr val="dk1"/>
              </a:buClr>
              <a:buSzPts val="1800"/>
              <a:buNone/>
              <a:defRPr/>
            </a:lvl8pPr>
            <a:lvl9pPr marL="4114800" lvl="8" indent="-228600" algn="l">
              <a:spcBef>
                <a:spcPts val="1333"/>
              </a:spcBef>
              <a:spcAft>
                <a:spcPts val="1333"/>
              </a:spcAft>
              <a:buClr>
                <a:schemeClr val="dk1"/>
              </a:buClr>
              <a:buSzPts val="1800"/>
              <a:buNone/>
              <a:defRPr/>
            </a:lvl9pPr>
          </a:lstStyle>
          <a:p>
            <a:endParaRPr/>
          </a:p>
        </p:txBody>
      </p:sp>
      <p:sp>
        <p:nvSpPr>
          <p:cNvPr id="142" name="Google Shape;142;p16"/>
          <p:cNvSpPr txBox="1">
            <a:spLocks noGrp="1"/>
          </p:cNvSpPr>
          <p:nvPr>
            <p:ph type="title"/>
          </p:nvPr>
        </p:nvSpPr>
        <p:spPr>
          <a:xfrm>
            <a:off x="551688" y="238607"/>
            <a:ext cx="11390734" cy="365760"/>
          </a:xfrm>
          <a:prstGeom prst="rect">
            <a:avLst/>
          </a:prstGeom>
          <a:noFill/>
          <a:ln>
            <a:noFill/>
          </a:ln>
        </p:spPr>
        <p:txBody>
          <a:bodyPr spcFirstLastPara="1" wrap="square" lIns="0" tIns="0" rIns="0" bIns="0" anchor="t" anchorCtr="0">
            <a:noAutofit/>
          </a:bodyPr>
          <a:lstStyle>
            <a:lvl1pPr lvl="0" algn="l">
              <a:spcBef>
                <a:spcPts val="0"/>
              </a:spcBef>
              <a:spcAft>
                <a:spcPts val="0"/>
              </a:spcAft>
              <a:buClr>
                <a:srgbClr val="262626"/>
              </a:buClr>
              <a:buSzPts val="2400"/>
              <a:buFont typeface="Open Sans SemiBold"/>
              <a:buNone/>
              <a:defRPr sz="2400" b="1">
                <a:solidFill>
                  <a:srgbClr val="262626"/>
                </a:solidFill>
                <a:latin typeface="Open Sans SemiBold"/>
                <a:ea typeface="Open Sans SemiBold"/>
                <a:cs typeface="Open Sans SemiBold"/>
                <a:sym typeface="Open Sans SemiBold"/>
              </a:defRPr>
            </a:lvl1pPr>
            <a:lvl2pPr lvl="1">
              <a:spcBef>
                <a:spcPts val="0"/>
              </a:spcBef>
              <a:spcAft>
                <a:spcPts val="0"/>
              </a:spcAft>
              <a:buSzPts val="1500"/>
              <a:buNone/>
              <a:defRPr/>
            </a:lvl2pPr>
            <a:lvl3pPr lvl="2">
              <a:spcBef>
                <a:spcPts val="0"/>
              </a:spcBef>
              <a:spcAft>
                <a:spcPts val="0"/>
              </a:spcAft>
              <a:buSzPts val="1500"/>
              <a:buNone/>
              <a:defRPr/>
            </a:lvl3pPr>
            <a:lvl4pPr lvl="3">
              <a:spcBef>
                <a:spcPts val="0"/>
              </a:spcBef>
              <a:spcAft>
                <a:spcPts val="0"/>
              </a:spcAft>
              <a:buSzPts val="1500"/>
              <a:buNone/>
              <a:defRPr/>
            </a:lvl4pPr>
            <a:lvl5pPr lvl="4">
              <a:spcBef>
                <a:spcPts val="0"/>
              </a:spcBef>
              <a:spcAft>
                <a:spcPts val="0"/>
              </a:spcAft>
              <a:buSzPts val="1500"/>
              <a:buNone/>
              <a:defRPr/>
            </a:lvl5pPr>
            <a:lvl6pPr lvl="5">
              <a:spcBef>
                <a:spcPts val="0"/>
              </a:spcBef>
              <a:spcAft>
                <a:spcPts val="0"/>
              </a:spcAft>
              <a:buSzPts val="1500"/>
              <a:buNone/>
              <a:defRPr/>
            </a:lvl6pPr>
            <a:lvl7pPr lvl="6">
              <a:spcBef>
                <a:spcPts val="0"/>
              </a:spcBef>
              <a:spcAft>
                <a:spcPts val="0"/>
              </a:spcAft>
              <a:buSzPts val="1500"/>
              <a:buNone/>
              <a:defRPr/>
            </a:lvl7pPr>
            <a:lvl8pPr lvl="7">
              <a:spcBef>
                <a:spcPts val="0"/>
              </a:spcBef>
              <a:spcAft>
                <a:spcPts val="0"/>
              </a:spcAft>
              <a:buSzPts val="1500"/>
              <a:buNone/>
              <a:defRPr/>
            </a:lvl8pPr>
            <a:lvl9pPr lvl="8">
              <a:spcBef>
                <a:spcPts val="0"/>
              </a:spcBef>
              <a:spcAft>
                <a:spcPts val="0"/>
              </a:spcAft>
              <a:buSzPts val="1500"/>
              <a:buNone/>
              <a:defRPr/>
            </a:lvl9pPr>
          </a:lstStyle>
          <a:p>
            <a:endParaRPr/>
          </a:p>
        </p:txBody>
      </p:sp>
      <p:sp>
        <p:nvSpPr>
          <p:cNvPr id="143" name="Google Shape;143;p16"/>
          <p:cNvSpPr/>
          <p:nvPr/>
        </p:nvSpPr>
        <p:spPr>
          <a:xfrm>
            <a:off x="11562047" y="6512054"/>
            <a:ext cx="134652" cy="138499"/>
          </a:xfrm>
          <a:prstGeom prst="rect">
            <a:avLst/>
          </a:prstGeom>
          <a:noFill/>
          <a:ln>
            <a:noFill/>
          </a:ln>
        </p:spPr>
        <p:txBody>
          <a:bodyPr spcFirstLastPara="1" wrap="square" lIns="0" tIns="0" rIns="0" bIns="0" anchor="t" anchorCtr="0">
            <a:noAutofit/>
          </a:bodyPr>
          <a:lstStyle/>
          <a:p>
            <a:pPr marL="0" marR="0" lvl="0" indent="0" algn="r" rtl="0">
              <a:spcBef>
                <a:spcPts val="0"/>
              </a:spcBef>
              <a:spcAft>
                <a:spcPts val="0"/>
              </a:spcAft>
              <a:buNone/>
            </a:pPr>
            <a:fld id="{00000000-1234-1234-1234-123412341234}" type="slidenum">
              <a:rPr lang="en-US" sz="900" b="0" i="0">
                <a:solidFill>
                  <a:schemeClr val="dk1"/>
                </a:solidFill>
                <a:latin typeface="Calibri"/>
                <a:ea typeface="Calibri"/>
                <a:cs typeface="Calibri"/>
                <a:sym typeface="Calibri"/>
              </a:rPr>
              <a:t>‹#›</a:t>
            </a:fld>
            <a:endParaRPr sz="900" b="0" i="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100492943"/>
      </p:ext>
    </p:extLst>
  </p:cSld>
  <p:clrMapOvr>
    <a:masterClrMapping/>
  </p:clrMapOvr>
  <p:transition>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Title Slide - White">
    <p:bg bwMode="gray">
      <p:bgPr>
        <a:solidFill>
          <a:schemeClr val="bg1"/>
        </a:solidFill>
        <a:effectLst/>
      </p:bgPr>
    </p:bg>
    <p:spTree>
      <p:nvGrpSpPr>
        <p:cNvPr id="1" name=""/>
        <p:cNvGrpSpPr/>
        <p:nvPr/>
      </p:nvGrpSpPr>
      <p:grpSpPr>
        <a:xfrm>
          <a:off x="0" y="0"/>
          <a:ext cx="0" cy="0"/>
          <a:chOff x="0" y="0"/>
          <a:chExt cx="0" cy="0"/>
        </a:xfrm>
      </p:grpSpPr>
      <p:sp>
        <p:nvSpPr>
          <p:cNvPr id="42" name="Title 1">
            <a:extLst>
              <a:ext uri="{FF2B5EF4-FFF2-40B4-BE49-F238E27FC236}">
                <a16:creationId xmlns:a16="http://schemas.microsoft.com/office/drawing/2014/main" id="{B345DB50-CB94-4421-9E14-33DABF973475}"/>
              </a:ext>
            </a:extLst>
          </p:cNvPr>
          <p:cNvSpPr>
            <a:spLocks noGrp="1"/>
          </p:cNvSpPr>
          <p:nvPr>
            <p:ph type="ctrTitle"/>
          </p:nvPr>
        </p:nvSpPr>
        <p:spPr bwMode="gray">
          <a:xfrm>
            <a:off x="457201" y="5186209"/>
            <a:ext cx="9489988" cy="895983"/>
          </a:xfrm>
          <a:prstGeom prst="rect">
            <a:avLst/>
          </a:prstGeom>
        </p:spPr>
        <p:txBody>
          <a:bodyPr anchor="b" anchorCtr="0">
            <a:noAutofit/>
          </a:bodyPr>
          <a:lstStyle>
            <a:lvl1pPr algn="l">
              <a:lnSpc>
                <a:spcPts val="3200"/>
              </a:lnSpc>
              <a:defRPr sz="3200" b="1">
                <a:solidFill>
                  <a:schemeClr val="accent5"/>
                </a:solidFill>
                <a:latin typeface="Open Sans" panose="020B0606030504020204" pitchFamily="34" charset="0"/>
                <a:ea typeface="Open Sans" panose="020B0606030504020204" pitchFamily="34" charset="0"/>
                <a:cs typeface="Open Sans" panose="020B0606030504020204" pitchFamily="34" charset="0"/>
              </a:defRPr>
            </a:lvl1pPr>
          </a:lstStyle>
          <a:p>
            <a:r>
              <a:rPr lang="en-US" noProof="0"/>
              <a:t>Click to edit Master title style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p:nvPr>
        </p:nvSpPr>
        <p:spPr>
          <a:xfrm>
            <a:off x="457201" y="6365848"/>
            <a:ext cx="4490721" cy="273050"/>
          </a:xfrm>
          <a:prstGeom prst="rect">
            <a:avLst/>
          </a:prstGeom>
        </p:spPr>
        <p:txBody>
          <a:bodyPr anchor="t">
            <a:noAutofit/>
          </a:bodyPr>
          <a:lstStyle>
            <a:lvl1pPr>
              <a:spcAft>
                <a:spcPts val="0"/>
              </a:spcAft>
              <a:defRPr sz="1400" b="1">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27" name="Group 26">
            <a:extLst>
              <a:ext uri="{FF2B5EF4-FFF2-40B4-BE49-F238E27FC236}">
                <a16:creationId xmlns:a16="http://schemas.microsoft.com/office/drawing/2014/main" id="{A01EE57E-4C1B-4ECF-94C5-14A453751EA1}"/>
              </a:ext>
            </a:extLst>
          </p:cNvPr>
          <p:cNvGrpSpPr>
            <a:grpSpLocks noChangeAspect="1"/>
          </p:cNvGrpSpPr>
          <p:nvPr userDrawn="1"/>
        </p:nvGrpSpPr>
        <p:grpSpPr>
          <a:xfrm>
            <a:off x="460541" y="344137"/>
            <a:ext cx="1819109" cy="345828"/>
            <a:chOff x="398463" y="404813"/>
            <a:chExt cx="1627187" cy="307976"/>
          </a:xfrm>
          <a:solidFill>
            <a:schemeClr val="tx1"/>
          </a:solidFill>
        </p:grpSpPr>
        <p:sp>
          <p:nvSpPr>
            <p:cNvPr id="28" name="Oval 5">
              <a:extLst>
                <a:ext uri="{FF2B5EF4-FFF2-40B4-BE49-F238E27FC236}">
                  <a16:creationId xmlns:a16="http://schemas.microsoft.com/office/drawing/2014/main" id="{848B10DB-7BA0-47A6-A2BF-E43FDE325327}"/>
                </a:ext>
              </a:extLst>
            </p:cNvPr>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29" name="Freeform 6">
              <a:extLst>
                <a:ext uri="{FF2B5EF4-FFF2-40B4-BE49-F238E27FC236}">
                  <a16:creationId xmlns:a16="http://schemas.microsoft.com/office/drawing/2014/main" id="{B690FCB5-02B0-42C1-A71D-2F5ABCA25FF7}"/>
                </a:ext>
              </a:extLst>
            </p:cNvPr>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33" name="Rectangle 7">
              <a:extLst>
                <a:ext uri="{FF2B5EF4-FFF2-40B4-BE49-F238E27FC236}">
                  <a16:creationId xmlns:a16="http://schemas.microsoft.com/office/drawing/2014/main" id="{358223E3-2772-41EC-BDC5-F0327F14B288}"/>
                </a:ext>
              </a:extLst>
            </p:cNvPr>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34" name="Freeform 8">
              <a:extLst>
                <a:ext uri="{FF2B5EF4-FFF2-40B4-BE49-F238E27FC236}">
                  <a16:creationId xmlns:a16="http://schemas.microsoft.com/office/drawing/2014/main" id="{60E75CE7-1268-47E9-A585-16E350CB0979}"/>
                </a:ext>
              </a:extLst>
            </p:cNvPr>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35" name="Rectangle 9">
              <a:extLst>
                <a:ext uri="{FF2B5EF4-FFF2-40B4-BE49-F238E27FC236}">
                  <a16:creationId xmlns:a16="http://schemas.microsoft.com/office/drawing/2014/main" id="{BF8B8A80-FD9A-43B9-A936-A0BE1CAD8037}"/>
                </a:ext>
              </a:extLst>
            </p:cNvPr>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36" name="Rectangle 10">
              <a:extLst>
                <a:ext uri="{FF2B5EF4-FFF2-40B4-BE49-F238E27FC236}">
                  <a16:creationId xmlns:a16="http://schemas.microsoft.com/office/drawing/2014/main" id="{5DA18E48-2689-422E-A84C-ECB5B61A0D29}"/>
                </a:ext>
              </a:extLst>
            </p:cNvPr>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37" name="Freeform 11">
              <a:extLst>
                <a:ext uri="{FF2B5EF4-FFF2-40B4-BE49-F238E27FC236}">
                  <a16:creationId xmlns:a16="http://schemas.microsoft.com/office/drawing/2014/main" id="{D9316E24-7A8A-4FCF-B2C4-4EE40E3BA994}"/>
                </a:ext>
              </a:extLst>
            </p:cNvPr>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38" name="Freeform 12">
              <a:extLst>
                <a:ext uri="{FF2B5EF4-FFF2-40B4-BE49-F238E27FC236}">
                  <a16:creationId xmlns:a16="http://schemas.microsoft.com/office/drawing/2014/main" id="{76354CE9-D577-46E8-886D-1BBB079BE4DC}"/>
                </a:ext>
              </a:extLst>
            </p:cNvPr>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39" name="Freeform 13">
              <a:extLst>
                <a:ext uri="{FF2B5EF4-FFF2-40B4-BE49-F238E27FC236}">
                  <a16:creationId xmlns:a16="http://schemas.microsoft.com/office/drawing/2014/main" id="{2232419E-4011-4B15-A744-7F8FCDD1F558}"/>
                </a:ext>
              </a:extLst>
            </p:cNvPr>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40" name="Freeform 14">
              <a:extLst>
                <a:ext uri="{FF2B5EF4-FFF2-40B4-BE49-F238E27FC236}">
                  <a16:creationId xmlns:a16="http://schemas.microsoft.com/office/drawing/2014/main" id="{2F957E66-C402-4A51-A806-6052AEAFC8F2}"/>
                </a:ext>
              </a:extLst>
            </p:cNvPr>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grpSp>
      <p:sp>
        <p:nvSpPr>
          <p:cNvPr id="44" name="Picture Placeholder 8">
            <a:extLst>
              <a:ext uri="{FF2B5EF4-FFF2-40B4-BE49-F238E27FC236}">
                <a16:creationId xmlns:a16="http://schemas.microsoft.com/office/drawing/2014/main" id="{932C736B-20BB-4603-9DD1-FEB85AD9DC39}"/>
              </a:ext>
            </a:extLst>
          </p:cNvPr>
          <p:cNvSpPr>
            <a:spLocks noGrp="1"/>
          </p:cNvSpPr>
          <p:nvPr>
            <p:ph type="pic" sz="quarter" idx="11"/>
          </p:nvPr>
        </p:nvSpPr>
        <p:spPr>
          <a:xfrm>
            <a:off x="3319272" y="688848"/>
            <a:ext cx="5562600" cy="5556504"/>
          </a:xfrm>
          <a:prstGeom prst="rect">
            <a:avLst/>
          </a:prstGeom>
        </p:spPr>
        <p:txBody>
          <a:bodyPr/>
          <a:lstStyle/>
          <a:p>
            <a:r>
              <a:rPr lang="en-US" noProof="0"/>
              <a:t>Click icon to add picture</a:t>
            </a:r>
          </a:p>
        </p:txBody>
      </p:sp>
      <p:pic>
        <p:nvPicPr>
          <p:cNvPr id="2" name="Picture 4" descr="Background pattern, surface chart&#10;&#10;Description automatically generated">
            <a:extLst>
              <a:ext uri="{FF2B5EF4-FFF2-40B4-BE49-F238E27FC236}">
                <a16:creationId xmlns:a16="http://schemas.microsoft.com/office/drawing/2014/main" id="{11B2913D-1335-9F0F-22C2-E390D4A15D25}"/>
              </a:ext>
            </a:extLst>
          </p:cNvPr>
          <p:cNvPicPr>
            <a:picLocks noChangeAspect="1"/>
          </p:cNvPicPr>
          <p:nvPr userDrawn="1"/>
        </p:nvPicPr>
        <p:blipFill>
          <a:blip r:embed="rId2"/>
          <a:stretch>
            <a:fillRect/>
          </a:stretch>
        </p:blipFill>
        <p:spPr>
          <a:xfrm rot="16200000">
            <a:off x="7503043" y="2169043"/>
            <a:ext cx="6858000" cy="2519914"/>
          </a:xfrm>
          <a:prstGeom prst="rect">
            <a:avLst/>
          </a:prstGeom>
        </p:spPr>
      </p:pic>
      <p:sp>
        <p:nvSpPr>
          <p:cNvPr id="4" name="TextBox 3">
            <a:extLst>
              <a:ext uri="{FF2B5EF4-FFF2-40B4-BE49-F238E27FC236}">
                <a16:creationId xmlns:a16="http://schemas.microsoft.com/office/drawing/2014/main" id="{FF3098ED-1190-635A-1136-CB327EE902D6}"/>
              </a:ext>
            </a:extLst>
          </p:cNvPr>
          <p:cNvSpPr txBox="1"/>
          <p:nvPr userDrawn="1"/>
        </p:nvSpPr>
        <p:spPr>
          <a:xfrm>
            <a:off x="9373881" y="344137"/>
            <a:ext cx="2359766" cy="492443"/>
          </a:xfrm>
          <a:prstGeom prst="rect">
            <a:avLst/>
          </a:prstGeom>
          <a:noFill/>
        </p:spPr>
        <p:txBody>
          <a:bodyPr wrap="square" lIns="0" tIns="0" rIns="0" bIns="0" rtlCol="0">
            <a:spAutoFit/>
          </a:bodyPr>
          <a:lstStyle/>
          <a:p>
            <a:pPr marL="0" indent="0" algn="r">
              <a:spcBef>
                <a:spcPts val="600"/>
              </a:spcBef>
              <a:buSzPct val="100000"/>
              <a:buFont typeface="Arial"/>
              <a:buNone/>
            </a:pPr>
            <a:r>
              <a:rPr lang="en-US" sz="3200" b="1" spc="300" baseline="0" dirty="0">
                <a:solidFill>
                  <a:schemeClr val="bg2"/>
                </a:solidFill>
                <a:latin typeface="Open Sans Light" panose="020B0306030504020204" pitchFamily="34" charset="0"/>
                <a:ea typeface="Open Sans Light" panose="020B0306030504020204" pitchFamily="34" charset="0"/>
                <a:cs typeface="Open Sans Light" panose="020B0306030504020204" pitchFamily="34" charset="0"/>
              </a:rPr>
              <a:t>FinanceAI</a:t>
            </a:r>
          </a:p>
        </p:txBody>
      </p:sp>
    </p:spTree>
    <p:extLst>
      <p:ext uri="{BB962C8B-B14F-4D97-AF65-F5344CB8AC3E}">
        <p14:creationId xmlns:p14="http://schemas.microsoft.com/office/powerpoint/2010/main" val="192234835"/>
      </p:ext>
    </p:extLst>
  </p:cSld>
  <p:clrMapOvr>
    <a:masterClrMapping/>
  </p:clrMapOvr>
  <p:hf hdr="0" dt="0"/>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Title Slide - Black">
    <p:bg bwMode="gray">
      <p:bgPr>
        <a:solidFill>
          <a:schemeClr val="tx1"/>
        </a:solidFill>
        <a:effectLst/>
      </p:bgPr>
    </p:bg>
    <p:spTree>
      <p:nvGrpSpPr>
        <p:cNvPr id="1" name=""/>
        <p:cNvGrpSpPr/>
        <p:nvPr/>
      </p:nvGrpSpPr>
      <p:grpSpPr>
        <a:xfrm>
          <a:off x="0" y="0"/>
          <a:ext cx="0" cy="0"/>
          <a:chOff x="0" y="0"/>
          <a:chExt cx="0" cy="0"/>
        </a:xfrm>
      </p:grpSpPr>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p:nvPr>
        </p:nvSpPr>
        <p:spPr>
          <a:xfrm>
            <a:off x="463296" y="6365848"/>
            <a:ext cx="4446269" cy="273050"/>
          </a:xfrm>
          <a:prstGeom prst="rect">
            <a:avLst/>
          </a:prstGeom>
        </p:spPr>
        <p:txBody>
          <a:bodyPr anchor="t">
            <a:noAutofit/>
          </a:bodyPr>
          <a:lstStyle>
            <a:lvl1pPr>
              <a:spcAft>
                <a:spcPts val="0"/>
              </a:spcAft>
              <a:defRPr sz="1400" b="1">
                <a:solidFill>
                  <a:schemeClr val="bg1"/>
                </a:solidFill>
                <a:latin typeface="Open Sans" panose="020B0606030504020204" pitchFamily="34" charset="0"/>
                <a:ea typeface="Open Sans" panose="020B0606030504020204" pitchFamily="34" charset="0"/>
                <a:cs typeface="Open Sans" panose="020B06060305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27" name="Group 26">
            <a:extLst>
              <a:ext uri="{FF2B5EF4-FFF2-40B4-BE49-F238E27FC236}">
                <a16:creationId xmlns:a16="http://schemas.microsoft.com/office/drawing/2014/main" id="{B6F50CF5-77BF-459B-9A79-3C4CC22A0F3A}"/>
              </a:ext>
            </a:extLst>
          </p:cNvPr>
          <p:cNvGrpSpPr/>
          <p:nvPr userDrawn="1"/>
        </p:nvGrpSpPr>
        <p:grpSpPr>
          <a:xfrm>
            <a:off x="463296" y="341312"/>
            <a:ext cx="1819656" cy="347472"/>
            <a:chOff x="398463" y="404813"/>
            <a:chExt cx="1627187" cy="307976"/>
          </a:xfrm>
          <a:solidFill>
            <a:schemeClr val="bg1"/>
          </a:solidFill>
        </p:grpSpPr>
        <p:sp>
          <p:nvSpPr>
            <p:cNvPr id="28" name="Oval 5">
              <a:extLst>
                <a:ext uri="{FF2B5EF4-FFF2-40B4-BE49-F238E27FC236}">
                  <a16:creationId xmlns:a16="http://schemas.microsoft.com/office/drawing/2014/main" id="{E9128BED-07B9-451E-B858-7CC1141471B6}"/>
                </a:ext>
              </a:extLst>
            </p:cNvPr>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29" name="Freeform 6">
              <a:extLst>
                <a:ext uri="{FF2B5EF4-FFF2-40B4-BE49-F238E27FC236}">
                  <a16:creationId xmlns:a16="http://schemas.microsoft.com/office/drawing/2014/main" id="{C68196BA-7D11-4539-BDF9-983E22D34232}"/>
                </a:ext>
              </a:extLst>
            </p:cNvPr>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44" name="Rectangle 7">
              <a:extLst>
                <a:ext uri="{FF2B5EF4-FFF2-40B4-BE49-F238E27FC236}">
                  <a16:creationId xmlns:a16="http://schemas.microsoft.com/office/drawing/2014/main" id="{42AF1C77-6287-4499-B04A-87B27165DE90}"/>
                </a:ext>
              </a:extLst>
            </p:cNvPr>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45" name="Freeform 8">
              <a:extLst>
                <a:ext uri="{FF2B5EF4-FFF2-40B4-BE49-F238E27FC236}">
                  <a16:creationId xmlns:a16="http://schemas.microsoft.com/office/drawing/2014/main" id="{25579AED-BEB3-43B3-8ED1-4F00DD4BD00F}"/>
                </a:ext>
              </a:extLst>
            </p:cNvPr>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46" name="Rectangle 9">
              <a:extLst>
                <a:ext uri="{FF2B5EF4-FFF2-40B4-BE49-F238E27FC236}">
                  <a16:creationId xmlns:a16="http://schemas.microsoft.com/office/drawing/2014/main" id="{E45E9D0B-F5C0-4893-92F0-D69A666C1B0B}"/>
                </a:ext>
              </a:extLst>
            </p:cNvPr>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47" name="Rectangle 10">
              <a:extLst>
                <a:ext uri="{FF2B5EF4-FFF2-40B4-BE49-F238E27FC236}">
                  <a16:creationId xmlns:a16="http://schemas.microsoft.com/office/drawing/2014/main" id="{DE5C210F-0B06-4949-8E4D-64301D93E9D9}"/>
                </a:ext>
              </a:extLst>
            </p:cNvPr>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48" name="Freeform 11">
              <a:extLst>
                <a:ext uri="{FF2B5EF4-FFF2-40B4-BE49-F238E27FC236}">
                  <a16:creationId xmlns:a16="http://schemas.microsoft.com/office/drawing/2014/main" id="{F24B8B3C-D0AE-4485-8A30-2C7813EFDEE1}"/>
                </a:ext>
              </a:extLst>
            </p:cNvPr>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49" name="Freeform 12">
              <a:extLst>
                <a:ext uri="{FF2B5EF4-FFF2-40B4-BE49-F238E27FC236}">
                  <a16:creationId xmlns:a16="http://schemas.microsoft.com/office/drawing/2014/main" id="{0DD172EE-B893-46D5-9A64-6715E431296D}"/>
                </a:ext>
              </a:extLst>
            </p:cNvPr>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50" name="Freeform 13">
              <a:extLst>
                <a:ext uri="{FF2B5EF4-FFF2-40B4-BE49-F238E27FC236}">
                  <a16:creationId xmlns:a16="http://schemas.microsoft.com/office/drawing/2014/main" id="{41641FDD-35E1-4F42-B99C-FFA6812569B0}"/>
                </a:ext>
              </a:extLst>
            </p:cNvPr>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51" name="Freeform 14">
              <a:extLst>
                <a:ext uri="{FF2B5EF4-FFF2-40B4-BE49-F238E27FC236}">
                  <a16:creationId xmlns:a16="http://schemas.microsoft.com/office/drawing/2014/main" id="{DFE30DEA-FA20-4812-875C-D70A3CA3F5F2}"/>
                </a:ext>
              </a:extLst>
            </p:cNvPr>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grpSp>
      <p:sp>
        <p:nvSpPr>
          <p:cNvPr id="53" name="Title 1">
            <a:extLst>
              <a:ext uri="{FF2B5EF4-FFF2-40B4-BE49-F238E27FC236}">
                <a16:creationId xmlns:a16="http://schemas.microsoft.com/office/drawing/2014/main" id="{647FBB06-57A1-478F-8BCE-57D05265516A}"/>
              </a:ext>
            </a:extLst>
          </p:cNvPr>
          <p:cNvSpPr>
            <a:spLocks noGrp="1"/>
          </p:cNvSpPr>
          <p:nvPr>
            <p:ph type="ctrTitle"/>
          </p:nvPr>
        </p:nvSpPr>
        <p:spPr bwMode="gray">
          <a:xfrm>
            <a:off x="463296" y="5186209"/>
            <a:ext cx="10225299" cy="895983"/>
          </a:xfrm>
          <a:prstGeom prst="rect">
            <a:avLst/>
          </a:prstGeom>
        </p:spPr>
        <p:txBody>
          <a:bodyPr anchor="b" anchorCtr="0">
            <a:noAutofit/>
          </a:bodyPr>
          <a:lstStyle>
            <a:lvl1pPr algn="l">
              <a:lnSpc>
                <a:spcPts val="3200"/>
              </a:lnSpc>
              <a:defRPr sz="3200" b="1">
                <a:solidFill>
                  <a:schemeClr val="bg2"/>
                </a:solidFill>
                <a:latin typeface="Open Sans" panose="020B0606030504020204" pitchFamily="34" charset="0"/>
                <a:ea typeface="Open Sans" panose="020B0606030504020204" pitchFamily="34" charset="0"/>
                <a:cs typeface="Open Sans" panose="020B0606030504020204" pitchFamily="34" charset="0"/>
              </a:defRPr>
            </a:lvl1pPr>
          </a:lstStyle>
          <a:p>
            <a:r>
              <a:rPr lang="en-US" noProof="0"/>
              <a:t>Click to edit Master title style</a:t>
            </a:r>
          </a:p>
        </p:txBody>
      </p:sp>
      <p:sp>
        <p:nvSpPr>
          <p:cNvPr id="17" name="Picture Placeholder 8">
            <a:extLst>
              <a:ext uri="{FF2B5EF4-FFF2-40B4-BE49-F238E27FC236}">
                <a16:creationId xmlns:a16="http://schemas.microsoft.com/office/drawing/2014/main" id="{AA5D9D6B-8AE5-40BD-B06B-DB5F7F3841FC}"/>
              </a:ext>
            </a:extLst>
          </p:cNvPr>
          <p:cNvSpPr>
            <a:spLocks noGrp="1"/>
          </p:cNvSpPr>
          <p:nvPr>
            <p:ph type="pic" sz="quarter" idx="11"/>
          </p:nvPr>
        </p:nvSpPr>
        <p:spPr>
          <a:xfrm>
            <a:off x="3316942" y="688848"/>
            <a:ext cx="5562600" cy="5556504"/>
          </a:xfrm>
          <a:prstGeom prst="rect">
            <a:avLst/>
          </a:prstGeom>
        </p:spPr>
        <p:txBody>
          <a:bodyPr/>
          <a:lstStyle/>
          <a:p>
            <a:r>
              <a:rPr lang="en-US" noProof="0"/>
              <a:t>Click icon to add picture</a:t>
            </a:r>
          </a:p>
        </p:txBody>
      </p:sp>
      <p:pic>
        <p:nvPicPr>
          <p:cNvPr id="2" name="Picture 4" descr="Background pattern, surface chart&#10;&#10;Description automatically generated">
            <a:extLst>
              <a:ext uri="{FF2B5EF4-FFF2-40B4-BE49-F238E27FC236}">
                <a16:creationId xmlns:a16="http://schemas.microsoft.com/office/drawing/2014/main" id="{E5C99E10-3332-BF57-91D1-338C644B83CC}"/>
              </a:ext>
            </a:extLst>
          </p:cNvPr>
          <p:cNvPicPr>
            <a:picLocks noChangeAspect="1"/>
          </p:cNvPicPr>
          <p:nvPr userDrawn="1"/>
        </p:nvPicPr>
        <p:blipFill>
          <a:blip r:embed="rId2"/>
          <a:stretch>
            <a:fillRect/>
          </a:stretch>
        </p:blipFill>
        <p:spPr>
          <a:xfrm rot="16200000">
            <a:off x="7503043" y="2169043"/>
            <a:ext cx="6858000" cy="2519914"/>
          </a:xfrm>
          <a:prstGeom prst="rect">
            <a:avLst/>
          </a:prstGeom>
        </p:spPr>
      </p:pic>
      <p:sp>
        <p:nvSpPr>
          <p:cNvPr id="3" name="TextBox 2">
            <a:extLst>
              <a:ext uri="{FF2B5EF4-FFF2-40B4-BE49-F238E27FC236}">
                <a16:creationId xmlns:a16="http://schemas.microsoft.com/office/drawing/2014/main" id="{9E0EC7A9-A73B-A01D-C39A-62237262402F}"/>
              </a:ext>
            </a:extLst>
          </p:cNvPr>
          <p:cNvSpPr txBox="1"/>
          <p:nvPr userDrawn="1"/>
        </p:nvSpPr>
        <p:spPr>
          <a:xfrm>
            <a:off x="9164359" y="344137"/>
            <a:ext cx="2569288" cy="492443"/>
          </a:xfrm>
          <a:prstGeom prst="rect">
            <a:avLst/>
          </a:prstGeom>
          <a:noFill/>
        </p:spPr>
        <p:txBody>
          <a:bodyPr wrap="square" lIns="0" tIns="0" rIns="0" bIns="0" rtlCol="0">
            <a:spAutoFit/>
          </a:bodyPr>
          <a:lstStyle/>
          <a:p>
            <a:pPr marL="0" indent="0" algn="r">
              <a:spcBef>
                <a:spcPts val="600"/>
              </a:spcBef>
              <a:buSzPct val="100000"/>
              <a:buFont typeface="Arial"/>
              <a:buNone/>
            </a:pPr>
            <a:r>
              <a:rPr lang="en-US" sz="3200" b="1" spc="300" baseline="0">
                <a:solidFill>
                  <a:schemeClr val="bg2"/>
                </a:solidFill>
                <a:latin typeface="Open Sans Light" panose="020B0306030504020204" pitchFamily="34" charset="0"/>
                <a:ea typeface="Open Sans Light" panose="020B0306030504020204" pitchFamily="34" charset="0"/>
                <a:cs typeface="Open Sans Light" panose="020B0306030504020204" pitchFamily="34" charset="0"/>
              </a:rPr>
              <a:t>FinanceAI</a:t>
            </a:r>
            <a:r>
              <a:rPr lang="en-US" sz="3200" b="1" spc="300" baseline="30000">
                <a:solidFill>
                  <a:schemeClr val="bg2"/>
                </a:solidFill>
                <a:latin typeface="Open Sans Light" panose="020B0306030504020204" pitchFamily="34" charset="0"/>
                <a:ea typeface="Open Sans Light" panose="020B0306030504020204" pitchFamily="34" charset="0"/>
                <a:cs typeface="Open Sans Light" panose="020B0306030504020204" pitchFamily="34" charset="0"/>
              </a:rPr>
              <a:t>TM</a:t>
            </a:r>
          </a:p>
        </p:txBody>
      </p:sp>
    </p:spTree>
    <p:extLst>
      <p:ext uri="{BB962C8B-B14F-4D97-AF65-F5344CB8AC3E}">
        <p14:creationId xmlns:p14="http://schemas.microsoft.com/office/powerpoint/2010/main" val="690587710"/>
      </p:ext>
    </p:extLst>
  </p:cSld>
  <p:clrMapOvr>
    <a:masterClrMapping/>
  </p:clrMapOvr>
  <p:hf hdr="0" dt="0"/>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1_Title Slide - White">
    <p:bg bwMode="gray">
      <p:bgPr>
        <a:solidFill>
          <a:schemeClr val="bg1"/>
        </a:solidFill>
        <a:effectLst/>
      </p:bgPr>
    </p:bg>
    <p:spTree>
      <p:nvGrpSpPr>
        <p:cNvPr id="1" name=""/>
        <p:cNvGrpSpPr/>
        <p:nvPr/>
      </p:nvGrpSpPr>
      <p:grpSpPr>
        <a:xfrm>
          <a:off x="0" y="0"/>
          <a:ext cx="0" cy="0"/>
          <a:chOff x="0" y="0"/>
          <a:chExt cx="0" cy="0"/>
        </a:xfrm>
      </p:grpSpPr>
      <p:sp>
        <p:nvSpPr>
          <p:cNvPr id="42" name="Title 1">
            <a:extLst>
              <a:ext uri="{FF2B5EF4-FFF2-40B4-BE49-F238E27FC236}">
                <a16:creationId xmlns:a16="http://schemas.microsoft.com/office/drawing/2014/main" id="{B345DB50-CB94-4421-9E14-33DABF973475}"/>
              </a:ext>
            </a:extLst>
          </p:cNvPr>
          <p:cNvSpPr>
            <a:spLocks noGrp="1"/>
          </p:cNvSpPr>
          <p:nvPr>
            <p:ph type="ctrTitle"/>
          </p:nvPr>
        </p:nvSpPr>
        <p:spPr bwMode="gray">
          <a:xfrm>
            <a:off x="457201" y="5186209"/>
            <a:ext cx="9885404" cy="895983"/>
          </a:xfrm>
          <a:prstGeom prst="rect">
            <a:avLst/>
          </a:prstGeom>
        </p:spPr>
        <p:txBody>
          <a:bodyPr anchor="b" anchorCtr="0">
            <a:noAutofit/>
          </a:bodyPr>
          <a:lstStyle>
            <a:lvl1pPr algn="l">
              <a:lnSpc>
                <a:spcPts val="3200"/>
              </a:lnSpc>
              <a:defRPr sz="3200" b="1">
                <a:solidFill>
                  <a:schemeClr val="accent5"/>
                </a:solidFill>
                <a:latin typeface="Open Sans" panose="020B0606030504020204" pitchFamily="34" charset="0"/>
                <a:ea typeface="Open Sans" panose="020B0606030504020204" pitchFamily="34" charset="0"/>
                <a:cs typeface="Open Sans" panose="020B0606030504020204" pitchFamily="34" charset="0"/>
              </a:defRPr>
            </a:lvl1pPr>
          </a:lstStyle>
          <a:p>
            <a:r>
              <a:rPr lang="en-US" noProof="0"/>
              <a:t>Click to edit Master title style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p:nvPr>
        </p:nvSpPr>
        <p:spPr>
          <a:xfrm>
            <a:off x="457201" y="6365848"/>
            <a:ext cx="4490721" cy="273050"/>
          </a:xfrm>
          <a:prstGeom prst="rect">
            <a:avLst/>
          </a:prstGeom>
        </p:spPr>
        <p:txBody>
          <a:bodyPr anchor="t">
            <a:noAutofit/>
          </a:bodyPr>
          <a:lstStyle>
            <a:lvl1pPr>
              <a:spcAft>
                <a:spcPts val="0"/>
              </a:spcAft>
              <a:defRPr sz="1400" b="1">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27" name="Group 26">
            <a:extLst>
              <a:ext uri="{FF2B5EF4-FFF2-40B4-BE49-F238E27FC236}">
                <a16:creationId xmlns:a16="http://schemas.microsoft.com/office/drawing/2014/main" id="{A01EE57E-4C1B-4ECF-94C5-14A453751EA1}"/>
              </a:ext>
            </a:extLst>
          </p:cNvPr>
          <p:cNvGrpSpPr>
            <a:grpSpLocks noChangeAspect="1"/>
          </p:cNvGrpSpPr>
          <p:nvPr userDrawn="1"/>
        </p:nvGrpSpPr>
        <p:grpSpPr>
          <a:xfrm>
            <a:off x="460541" y="344137"/>
            <a:ext cx="1819109" cy="345828"/>
            <a:chOff x="398463" y="404813"/>
            <a:chExt cx="1627187" cy="307976"/>
          </a:xfrm>
          <a:solidFill>
            <a:schemeClr val="tx1"/>
          </a:solidFill>
        </p:grpSpPr>
        <p:sp>
          <p:nvSpPr>
            <p:cNvPr id="28" name="Oval 5">
              <a:extLst>
                <a:ext uri="{FF2B5EF4-FFF2-40B4-BE49-F238E27FC236}">
                  <a16:creationId xmlns:a16="http://schemas.microsoft.com/office/drawing/2014/main" id="{848B10DB-7BA0-47A6-A2BF-E43FDE325327}"/>
                </a:ext>
              </a:extLst>
            </p:cNvPr>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29" name="Freeform 6">
              <a:extLst>
                <a:ext uri="{FF2B5EF4-FFF2-40B4-BE49-F238E27FC236}">
                  <a16:creationId xmlns:a16="http://schemas.microsoft.com/office/drawing/2014/main" id="{B690FCB5-02B0-42C1-A71D-2F5ABCA25FF7}"/>
                </a:ext>
              </a:extLst>
            </p:cNvPr>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33" name="Rectangle 7">
              <a:extLst>
                <a:ext uri="{FF2B5EF4-FFF2-40B4-BE49-F238E27FC236}">
                  <a16:creationId xmlns:a16="http://schemas.microsoft.com/office/drawing/2014/main" id="{358223E3-2772-41EC-BDC5-F0327F14B288}"/>
                </a:ext>
              </a:extLst>
            </p:cNvPr>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34" name="Freeform 8">
              <a:extLst>
                <a:ext uri="{FF2B5EF4-FFF2-40B4-BE49-F238E27FC236}">
                  <a16:creationId xmlns:a16="http://schemas.microsoft.com/office/drawing/2014/main" id="{60E75CE7-1268-47E9-A585-16E350CB0979}"/>
                </a:ext>
              </a:extLst>
            </p:cNvPr>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35" name="Rectangle 9">
              <a:extLst>
                <a:ext uri="{FF2B5EF4-FFF2-40B4-BE49-F238E27FC236}">
                  <a16:creationId xmlns:a16="http://schemas.microsoft.com/office/drawing/2014/main" id="{BF8B8A80-FD9A-43B9-A936-A0BE1CAD8037}"/>
                </a:ext>
              </a:extLst>
            </p:cNvPr>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36" name="Rectangle 10">
              <a:extLst>
                <a:ext uri="{FF2B5EF4-FFF2-40B4-BE49-F238E27FC236}">
                  <a16:creationId xmlns:a16="http://schemas.microsoft.com/office/drawing/2014/main" id="{5DA18E48-2689-422E-A84C-ECB5B61A0D29}"/>
                </a:ext>
              </a:extLst>
            </p:cNvPr>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37" name="Freeform 11">
              <a:extLst>
                <a:ext uri="{FF2B5EF4-FFF2-40B4-BE49-F238E27FC236}">
                  <a16:creationId xmlns:a16="http://schemas.microsoft.com/office/drawing/2014/main" id="{D9316E24-7A8A-4FCF-B2C4-4EE40E3BA994}"/>
                </a:ext>
              </a:extLst>
            </p:cNvPr>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38" name="Freeform 12">
              <a:extLst>
                <a:ext uri="{FF2B5EF4-FFF2-40B4-BE49-F238E27FC236}">
                  <a16:creationId xmlns:a16="http://schemas.microsoft.com/office/drawing/2014/main" id="{76354CE9-D577-46E8-886D-1BBB079BE4DC}"/>
                </a:ext>
              </a:extLst>
            </p:cNvPr>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39" name="Freeform 13">
              <a:extLst>
                <a:ext uri="{FF2B5EF4-FFF2-40B4-BE49-F238E27FC236}">
                  <a16:creationId xmlns:a16="http://schemas.microsoft.com/office/drawing/2014/main" id="{2232419E-4011-4B15-A744-7F8FCDD1F558}"/>
                </a:ext>
              </a:extLst>
            </p:cNvPr>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40" name="Freeform 14">
              <a:extLst>
                <a:ext uri="{FF2B5EF4-FFF2-40B4-BE49-F238E27FC236}">
                  <a16:creationId xmlns:a16="http://schemas.microsoft.com/office/drawing/2014/main" id="{2F957E66-C402-4A51-A806-6052AEAFC8F2}"/>
                </a:ext>
              </a:extLst>
            </p:cNvPr>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grpSp>
      <p:sp>
        <p:nvSpPr>
          <p:cNvPr id="44" name="Picture Placeholder 8">
            <a:extLst>
              <a:ext uri="{FF2B5EF4-FFF2-40B4-BE49-F238E27FC236}">
                <a16:creationId xmlns:a16="http://schemas.microsoft.com/office/drawing/2014/main" id="{932C736B-20BB-4603-9DD1-FEB85AD9DC39}"/>
              </a:ext>
            </a:extLst>
          </p:cNvPr>
          <p:cNvSpPr>
            <a:spLocks noGrp="1"/>
          </p:cNvSpPr>
          <p:nvPr>
            <p:ph type="pic" sz="quarter" idx="11"/>
          </p:nvPr>
        </p:nvSpPr>
        <p:spPr>
          <a:xfrm>
            <a:off x="3319272" y="688848"/>
            <a:ext cx="5562600" cy="5556504"/>
          </a:xfrm>
          <a:prstGeom prst="rect">
            <a:avLst/>
          </a:prstGeom>
        </p:spPr>
        <p:txBody>
          <a:bodyPr/>
          <a:lstStyle/>
          <a:p>
            <a:r>
              <a:rPr lang="en-US" noProof="0"/>
              <a:t>Click icon to add picture</a:t>
            </a:r>
          </a:p>
        </p:txBody>
      </p:sp>
      <p:sp>
        <p:nvSpPr>
          <p:cNvPr id="3" name="TextBox 2">
            <a:extLst>
              <a:ext uri="{FF2B5EF4-FFF2-40B4-BE49-F238E27FC236}">
                <a16:creationId xmlns:a16="http://schemas.microsoft.com/office/drawing/2014/main" id="{6061042B-C2EE-2DF6-3C50-4EF0FE92CBA2}"/>
              </a:ext>
            </a:extLst>
          </p:cNvPr>
          <p:cNvSpPr txBox="1"/>
          <p:nvPr userDrawn="1"/>
        </p:nvSpPr>
        <p:spPr>
          <a:xfrm>
            <a:off x="9373881" y="344137"/>
            <a:ext cx="2359766" cy="492443"/>
          </a:xfrm>
          <a:prstGeom prst="rect">
            <a:avLst/>
          </a:prstGeom>
          <a:noFill/>
        </p:spPr>
        <p:txBody>
          <a:bodyPr wrap="square" lIns="0" tIns="0" rIns="0" bIns="0" rtlCol="0">
            <a:spAutoFit/>
          </a:bodyPr>
          <a:lstStyle/>
          <a:p>
            <a:pPr marL="0" indent="0" algn="r">
              <a:spcBef>
                <a:spcPts val="600"/>
              </a:spcBef>
              <a:buSzPct val="100000"/>
              <a:buFont typeface="Arial"/>
              <a:buNone/>
            </a:pPr>
            <a:r>
              <a:rPr lang="en-US" sz="3200" b="1" spc="300" baseline="0" dirty="0">
                <a:solidFill>
                  <a:schemeClr val="bg2"/>
                </a:solidFill>
                <a:latin typeface="Open Sans Light" panose="020B0306030504020204" pitchFamily="34" charset="0"/>
                <a:ea typeface="Open Sans Light" panose="020B0306030504020204" pitchFamily="34" charset="0"/>
                <a:cs typeface="Open Sans Light" panose="020B0306030504020204" pitchFamily="34" charset="0"/>
              </a:rPr>
              <a:t>FinanceAI</a:t>
            </a:r>
          </a:p>
        </p:txBody>
      </p:sp>
    </p:spTree>
    <p:extLst>
      <p:ext uri="{BB962C8B-B14F-4D97-AF65-F5344CB8AC3E}">
        <p14:creationId xmlns:p14="http://schemas.microsoft.com/office/powerpoint/2010/main" val="2054615321"/>
      </p:ext>
    </p:extLst>
  </p:cSld>
  <p:clrMapOvr>
    <a:masterClrMapping/>
  </p:clrMapOvr>
  <p:hf hdr="0" dt="0"/>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1_Title Slide - Black">
    <p:bg bwMode="gray">
      <p:bgPr>
        <a:solidFill>
          <a:schemeClr val="tx1"/>
        </a:solidFill>
        <a:effectLst/>
      </p:bgPr>
    </p:bg>
    <p:spTree>
      <p:nvGrpSpPr>
        <p:cNvPr id="1" name=""/>
        <p:cNvGrpSpPr/>
        <p:nvPr/>
      </p:nvGrpSpPr>
      <p:grpSpPr>
        <a:xfrm>
          <a:off x="0" y="0"/>
          <a:ext cx="0" cy="0"/>
          <a:chOff x="0" y="0"/>
          <a:chExt cx="0" cy="0"/>
        </a:xfrm>
      </p:grpSpPr>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p:nvPr>
        </p:nvSpPr>
        <p:spPr>
          <a:xfrm>
            <a:off x="463296" y="6365848"/>
            <a:ext cx="4446269" cy="273050"/>
          </a:xfrm>
          <a:prstGeom prst="rect">
            <a:avLst/>
          </a:prstGeom>
        </p:spPr>
        <p:txBody>
          <a:bodyPr anchor="t">
            <a:noAutofit/>
          </a:bodyPr>
          <a:lstStyle>
            <a:lvl1pPr>
              <a:spcAft>
                <a:spcPts val="0"/>
              </a:spcAft>
              <a:defRPr sz="1400" b="1">
                <a:solidFill>
                  <a:schemeClr val="bg1"/>
                </a:solidFill>
                <a:latin typeface="Calibri" panose="020F050202020403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27" name="Group 26">
            <a:extLst>
              <a:ext uri="{FF2B5EF4-FFF2-40B4-BE49-F238E27FC236}">
                <a16:creationId xmlns:a16="http://schemas.microsoft.com/office/drawing/2014/main" id="{B6F50CF5-77BF-459B-9A79-3C4CC22A0F3A}"/>
              </a:ext>
            </a:extLst>
          </p:cNvPr>
          <p:cNvGrpSpPr/>
          <p:nvPr userDrawn="1"/>
        </p:nvGrpSpPr>
        <p:grpSpPr>
          <a:xfrm>
            <a:off x="463296" y="341312"/>
            <a:ext cx="1819656" cy="347472"/>
            <a:chOff x="398463" y="404813"/>
            <a:chExt cx="1627187" cy="307976"/>
          </a:xfrm>
          <a:solidFill>
            <a:schemeClr val="bg1"/>
          </a:solidFill>
        </p:grpSpPr>
        <p:sp>
          <p:nvSpPr>
            <p:cNvPr id="28" name="Oval 5">
              <a:extLst>
                <a:ext uri="{FF2B5EF4-FFF2-40B4-BE49-F238E27FC236}">
                  <a16:creationId xmlns:a16="http://schemas.microsoft.com/office/drawing/2014/main" id="{E9128BED-07B9-451E-B858-7CC1141471B6}"/>
                </a:ext>
              </a:extLst>
            </p:cNvPr>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29" name="Freeform 6">
              <a:extLst>
                <a:ext uri="{FF2B5EF4-FFF2-40B4-BE49-F238E27FC236}">
                  <a16:creationId xmlns:a16="http://schemas.microsoft.com/office/drawing/2014/main" id="{C68196BA-7D11-4539-BDF9-983E22D34232}"/>
                </a:ext>
              </a:extLst>
            </p:cNvPr>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44" name="Rectangle 7">
              <a:extLst>
                <a:ext uri="{FF2B5EF4-FFF2-40B4-BE49-F238E27FC236}">
                  <a16:creationId xmlns:a16="http://schemas.microsoft.com/office/drawing/2014/main" id="{42AF1C77-6287-4499-B04A-87B27165DE90}"/>
                </a:ext>
              </a:extLst>
            </p:cNvPr>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45" name="Freeform 8">
              <a:extLst>
                <a:ext uri="{FF2B5EF4-FFF2-40B4-BE49-F238E27FC236}">
                  <a16:creationId xmlns:a16="http://schemas.microsoft.com/office/drawing/2014/main" id="{25579AED-BEB3-43B3-8ED1-4F00DD4BD00F}"/>
                </a:ext>
              </a:extLst>
            </p:cNvPr>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46" name="Rectangle 9">
              <a:extLst>
                <a:ext uri="{FF2B5EF4-FFF2-40B4-BE49-F238E27FC236}">
                  <a16:creationId xmlns:a16="http://schemas.microsoft.com/office/drawing/2014/main" id="{E45E9D0B-F5C0-4893-92F0-D69A666C1B0B}"/>
                </a:ext>
              </a:extLst>
            </p:cNvPr>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47" name="Rectangle 10">
              <a:extLst>
                <a:ext uri="{FF2B5EF4-FFF2-40B4-BE49-F238E27FC236}">
                  <a16:creationId xmlns:a16="http://schemas.microsoft.com/office/drawing/2014/main" id="{DE5C210F-0B06-4949-8E4D-64301D93E9D9}"/>
                </a:ext>
              </a:extLst>
            </p:cNvPr>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48" name="Freeform 11">
              <a:extLst>
                <a:ext uri="{FF2B5EF4-FFF2-40B4-BE49-F238E27FC236}">
                  <a16:creationId xmlns:a16="http://schemas.microsoft.com/office/drawing/2014/main" id="{F24B8B3C-D0AE-4485-8A30-2C7813EFDEE1}"/>
                </a:ext>
              </a:extLst>
            </p:cNvPr>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49" name="Freeform 12">
              <a:extLst>
                <a:ext uri="{FF2B5EF4-FFF2-40B4-BE49-F238E27FC236}">
                  <a16:creationId xmlns:a16="http://schemas.microsoft.com/office/drawing/2014/main" id="{0DD172EE-B893-46D5-9A64-6715E431296D}"/>
                </a:ext>
              </a:extLst>
            </p:cNvPr>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50" name="Freeform 13">
              <a:extLst>
                <a:ext uri="{FF2B5EF4-FFF2-40B4-BE49-F238E27FC236}">
                  <a16:creationId xmlns:a16="http://schemas.microsoft.com/office/drawing/2014/main" id="{41641FDD-35E1-4F42-B99C-FFA6812569B0}"/>
                </a:ext>
              </a:extLst>
            </p:cNvPr>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51" name="Freeform 14">
              <a:extLst>
                <a:ext uri="{FF2B5EF4-FFF2-40B4-BE49-F238E27FC236}">
                  <a16:creationId xmlns:a16="http://schemas.microsoft.com/office/drawing/2014/main" id="{DFE30DEA-FA20-4812-875C-D70A3CA3F5F2}"/>
                </a:ext>
              </a:extLst>
            </p:cNvPr>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grpSp>
      <p:sp>
        <p:nvSpPr>
          <p:cNvPr id="53" name="Title 1">
            <a:extLst>
              <a:ext uri="{FF2B5EF4-FFF2-40B4-BE49-F238E27FC236}">
                <a16:creationId xmlns:a16="http://schemas.microsoft.com/office/drawing/2014/main" id="{647FBB06-57A1-478F-8BCE-57D05265516A}"/>
              </a:ext>
            </a:extLst>
          </p:cNvPr>
          <p:cNvSpPr>
            <a:spLocks noGrp="1"/>
          </p:cNvSpPr>
          <p:nvPr>
            <p:ph type="ctrTitle"/>
          </p:nvPr>
        </p:nvSpPr>
        <p:spPr bwMode="gray">
          <a:xfrm>
            <a:off x="463296" y="5186209"/>
            <a:ext cx="10855493" cy="895983"/>
          </a:xfrm>
          <a:prstGeom prst="rect">
            <a:avLst/>
          </a:prstGeom>
        </p:spPr>
        <p:txBody>
          <a:bodyPr anchor="b" anchorCtr="0">
            <a:noAutofit/>
          </a:bodyPr>
          <a:lstStyle>
            <a:lvl1pPr algn="l">
              <a:lnSpc>
                <a:spcPts val="3200"/>
              </a:lnSpc>
              <a:defRPr sz="3200" b="1">
                <a:solidFill>
                  <a:schemeClr val="bg2"/>
                </a:solidFill>
                <a:latin typeface="Open Sans" panose="020B0606030504020204" pitchFamily="34" charset="0"/>
                <a:ea typeface="Open Sans" panose="020B0606030504020204" pitchFamily="34" charset="0"/>
                <a:cs typeface="Open Sans" panose="020B0606030504020204" pitchFamily="34" charset="0"/>
              </a:defRPr>
            </a:lvl1pPr>
          </a:lstStyle>
          <a:p>
            <a:r>
              <a:rPr lang="en-US" noProof="0"/>
              <a:t>Click to edit Master title style</a:t>
            </a:r>
          </a:p>
        </p:txBody>
      </p:sp>
      <p:sp>
        <p:nvSpPr>
          <p:cNvPr id="17" name="Picture Placeholder 8">
            <a:extLst>
              <a:ext uri="{FF2B5EF4-FFF2-40B4-BE49-F238E27FC236}">
                <a16:creationId xmlns:a16="http://schemas.microsoft.com/office/drawing/2014/main" id="{AA5D9D6B-8AE5-40BD-B06B-DB5F7F3841FC}"/>
              </a:ext>
            </a:extLst>
          </p:cNvPr>
          <p:cNvSpPr>
            <a:spLocks noGrp="1"/>
          </p:cNvSpPr>
          <p:nvPr>
            <p:ph type="pic" sz="quarter" idx="11"/>
          </p:nvPr>
        </p:nvSpPr>
        <p:spPr>
          <a:xfrm>
            <a:off x="3316942" y="688848"/>
            <a:ext cx="5562600" cy="5556504"/>
          </a:xfrm>
          <a:prstGeom prst="rect">
            <a:avLst/>
          </a:prstGeom>
        </p:spPr>
        <p:txBody>
          <a:bodyPr/>
          <a:lstStyle/>
          <a:p>
            <a:r>
              <a:rPr lang="en-US" noProof="0"/>
              <a:t>Click icon to add picture</a:t>
            </a:r>
          </a:p>
        </p:txBody>
      </p:sp>
      <p:sp>
        <p:nvSpPr>
          <p:cNvPr id="3" name="TextBox 2">
            <a:extLst>
              <a:ext uri="{FF2B5EF4-FFF2-40B4-BE49-F238E27FC236}">
                <a16:creationId xmlns:a16="http://schemas.microsoft.com/office/drawing/2014/main" id="{9F32C84D-9F7F-9F35-565E-E471CE0EDB94}"/>
              </a:ext>
            </a:extLst>
          </p:cNvPr>
          <p:cNvSpPr txBox="1"/>
          <p:nvPr userDrawn="1"/>
        </p:nvSpPr>
        <p:spPr>
          <a:xfrm>
            <a:off x="9373881" y="344137"/>
            <a:ext cx="2359766" cy="492443"/>
          </a:xfrm>
          <a:prstGeom prst="rect">
            <a:avLst/>
          </a:prstGeom>
          <a:noFill/>
        </p:spPr>
        <p:txBody>
          <a:bodyPr wrap="square" lIns="0" tIns="0" rIns="0" bIns="0" rtlCol="0">
            <a:spAutoFit/>
          </a:bodyPr>
          <a:lstStyle/>
          <a:p>
            <a:pPr marL="0" indent="0" algn="r">
              <a:spcBef>
                <a:spcPts val="600"/>
              </a:spcBef>
              <a:buSzPct val="100000"/>
              <a:buFont typeface="Arial"/>
              <a:buNone/>
            </a:pPr>
            <a:r>
              <a:rPr lang="en-US" sz="3200" b="1" spc="300" baseline="0" dirty="0">
                <a:solidFill>
                  <a:schemeClr val="bg2"/>
                </a:solidFill>
                <a:latin typeface="Open Sans Light" panose="020B0306030504020204" pitchFamily="34" charset="0"/>
                <a:ea typeface="Open Sans Light" panose="020B0306030504020204" pitchFamily="34" charset="0"/>
                <a:cs typeface="Open Sans Light" panose="020B0306030504020204" pitchFamily="34" charset="0"/>
              </a:rPr>
              <a:t>FinanceAI</a:t>
            </a:r>
          </a:p>
        </p:txBody>
      </p:sp>
    </p:spTree>
    <p:extLst>
      <p:ext uri="{BB962C8B-B14F-4D97-AF65-F5344CB8AC3E}">
        <p14:creationId xmlns:p14="http://schemas.microsoft.com/office/powerpoint/2010/main" val="198616266"/>
      </p:ext>
    </p:extLst>
  </p:cSld>
  <p:clrMapOvr>
    <a:masterClrMapping/>
  </p:clrMapOvr>
  <p:hf hdr="0" dt="0"/>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1_Title Slide - Circle with text">
    <p:bg bwMode="gray">
      <p:bgPr>
        <a:solidFill>
          <a:schemeClr val="bg1"/>
        </a:solidFill>
        <a:effectLst/>
      </p:bgPr>
    </p:bg>
    <p:spTree>
      <p:nvGrpSpPr>
        <p:cNvPr id="1" name=""/>
        <p:cNvGrpSpPr/>
        <p:nvPr/>
      </p:nvGrpSpPr>
      <p:grpSpPr>
        <a:xfrm>
          <a:off x="0" y="0"/>
          <a:ext cx="0" cy="0"/>
          <a:chOff x="0" y="0"/>
          <a:chExt cx="0" cy="0"/>
        </a:xfrm>
      </p:grpSpPr>
      <p:sp>
        <p:nvSpPr>
          <p:cNvPr id="17" name="Picture Placeholder 8">
            <a:extLst>
              <a:ext uri="{FF2B5EF4-FFF2-40B4-BE49-F238E27FC236}">
                <a16:creationId xmlns:a16="http://schemas.microsoft.com/office/drawing/2014/main" id="{8B9DDECB-90E6-4132-BCD8-24EBC3764DB9}"/>
              </a:ext>
            </a:extLst>
          </p:cNvPr>
          <p:cNvSpPr>
            <a:spLocks noGrp="1"/>
          </p:cNvSpPr>
          <p:nvPr>
            <p:ph type="pic" sz="quarter" idx="11"/>
          </p:nvPr>
        </p:nvSpPr>
        <p:spPr>
          <a:xfrm>
            <a:off x="3724289" y="688848"/>
            <a:ext cx="5562600" cy="5556504"/>
          </a:xfrm>
          <a:prstGeom prst="rect">
            <a:avLst/>
          </a:prstGeom>
        </p:spPr>
        <p:txBody>
          <a:bodyPr/>
          <a:lstStyle/>
          <a:p>
            <a:r>
              <a:rPr lang="en-US" noProof="0"/>
              <a:t>Click icon to add picture</a:t>
            </a:r>
          </a:p>
        </p:txBody>
      </p:sp>
      <p:grpSp>
        <p:nvGrpSpPr>
          <p:cNvPr id="18" name="Group 17">
            <a:extLst>
              <a:ext uri="{FF2B5EF4-FFF2-40B4-BE49-F238E27FC236}">
                <a16:creationId xmlns:a16="http://schemas.microsoft.com/office/drawing/2014/main" id="{C68220B9-53D3-434F-999D-90F07DAA2325}"/>
              </a:ext>
            </a:extLst>
          </p:cNvPr>
          <p:cNvGrpSpPr>
            <a:grpSpLocks noChangeAspect="1"/>
          </p:cNvGrpSpPr>
          <p:nvPr userDrawn="1"/>
        </p:nvGrpSpPr>
        <p:grpSpPr>
          <a:xfrm>
            <a:off x="460541" y="344137"/>
            <a:ext cx="1819109" cy="345828"/>
            <a:chOff x="398463" y="404813"/>
            <a:chExt cx="1627187" cy="307976"/>
          </a:xfrm>
          <a:solidFill>
            <a:schemeClr val="tx1"/>
          </a:solidFill>
        </p:grpSpPr>
        <p:sp>
          <p:nvSpPr>
            <p:cNvPr id="19" name="Oval 5">
              <a:extLst>
                <a:ext uri="{FF2B5EF4-FFF2-40B4-BE49-F238E27FC236}">
                  <a16:creationId xmlns:a16="http://schemas.microsoft.com/office/drawing/2014/main" id="{8B229135-140E-4C82-9088-DB80D93F74F4}"/>
                </a:ext>
              </a:extLst>
            </p:cNvPr>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20" name="Freeform 6">
              <a:extLst>
                <a:ext uri="{FF2B5EF4-FFF2-40B4-BE49-F238E27FC236}">
                  <a16:creationId xmlns:a16="http://schemas.microsoft.com/office/drawing/2014/main" id="{C0B69BD4-36A4-4DB1-B5FD-89FB06A52E69}"/>
                </a:ext>
              </a:extLst>
            </p:cNvPr>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21" name="Rectangle 7">
              <a:extLst>
                <a:ext uri="{FF2B5EF4-FFF2-40B4-BE49-F238E27FC236}">
                  <a16:creationId xmlns:a16="http://schemas.microsoft.com/office/drawing/2014/main" id="{49F4DC4F-9DBA-44B7-B892-0083CA88927E}"/>
                </a:ext>
              </a:extLst>
            </p:cNvPr>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22" name="Freeform 8">
              <a:extLst>
                <a:ext uri="{FF2B5EF4-FFF2-40B4-BE49-F238E27FC236}">
                  <a16:creationId xmlns:a16="http://schemas.microsoft.com/office/drawing/2014/main" id="{67D5F0A5-5E6C-4963-9090-4DAF5F01D2A3}"/>
                </a:ext>
              </a:extLst>
            </p:cNvPr>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23" name="Rectangle 9">
              <a:extLst>
                <a:ext uri="{FF2B5EF4-FFF2-40B4-BE49-F238E27FC236}">
                  <a16:creationId xmlns:a16="http://schemas.microsoft.com/office/drawing/2014/main" id="{22C7545E-5780-4586-9808-699BCCFD7CE9}"/>
                </a:ext>
              </a:extLst>
            </p:cNvPr>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24" name="Rectangle 10">
              <a:extLst>
                <a:ext uri="{FF2B5EF4-FFF2-40B4-BE49-F238E27FC236}">
                  <a16:creationId xmlns:a16="http://schemas.microsoft.com/office/drawing/2014/main" id="{489CD93F-3551-40B6-A00B-6CC2A8F5F4EE}"/>
                </a:ext>
              </a:extLst>
            </p:cNvPr>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25" name="Freeform 11">
              <a:extLst>
                <a:ext uri="{FF2B5EF4-FFF2-40B4-BE49-F238E27FC236}">
                  <a16:creationId xmlns:a16="http://schemas.microsoft.com/office/drawing/2014/main" id="{B6557C16-D6D6-4B71-81E6-ADCF6CEB19B7}"/>
                </a:ext>
              </a:extLst>
            </p:cNvPr>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26" name="Freeform 12">
              <a:extLst>
                <a:ext uri="{FF2B5EF4-FFF2-40B4-BE49-F238E27FC236}">
                  <a16:creationId xmlns:a16="http://schemas.microsoft.com/office/drawing/2014/main" id="{E187CACC-821A-4265-91F5-84823A98F3C5}"/>
                </a:ext>
              </a:extLst>
            </p:cNvPr>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29" name="Freeform 13">
              <a:extLst>
                <a:ext uri="{FF2B5EF4-FFF2-40B4-BE49-F238E27FC236}">
                  <a16:creationId xmlns:a16="http://schemas.microsoft.com/office/drawing/2014/main" id="{31AAFBBA-1DE2-4D95-9B71-B343B1065043}"/>
                </a:ext>
              </a:extLst>
            </p:cNvPr>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40" name="Freeform 14">
              <a:extLst>
                <a:ext uri="{FF2B5EF4-FFF2-40B4-BE49-F238E27FC236}">
                  <a16:creationId xmlns:a16="http://schemas.microsoft.com/office/drawing/2014/main" id="{D7679E8F-E1FF-41C4-93DF-F6A97D92D117}"/>
                </a:ext>
              </a:extLst>
            </p:cNvPr>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grpSp>
      <p:sp>
        <p:nvSpPr>
          <p:cNvPr id="41" name="Title 1">
            <a:extLst>
              <a:ext uri="{FF2B5EF4-FFF2-40B4-BE49-F238E27FC236}">
                <a16:creationId xmlns:a16="http://schemas.microsoft.com/office/drawing/2014/main" id="{70F15D73-40F4-4F95-9E2A-7A67F615DB4A}"/>
              </a:ext>
            </a:extLst>
          </p:cNvPr>
          <p:cNvSpPr>
            <a:spLocks noGrp="1"/>
          </p:cNvSpPr>
          <p:nvPr>
            <p:ph type="ctrTitle"/>
          </p:nvPr>
        </p:nvSpPr>
        <p:spPr bwMode="gray">
          <a:xfrm>
            <a:off x="457201" y="5186209"/>
            <a:ext cx="4490721" cy="895983"/>
          </a:xfrm>
          <a:prstGeom prst="rect">
            <a:avLst/>
          </a:prstGeom>
        </p:spPr>
        <p:txBody>
          <a:bodyPr anchor="b" anchorCtr="0">
            <a:noAutofit/>
          </a:bodyPr>
          <a:lstStyle>
            <a:lvl1pPr algn="l">
              <a:lnSpc>
                <a:spcPts val="3200"/>
              </a:lnSpc>
              <a:defRPr sz="3200" b="0">
                <a:solidFill>
                  <a:schemeClr val="tx2"/>
                </a:solidFill>
                <a:latin typeface="Open Sans" panose="020B0606030504020204" pitchFamily="34" charset="0"/>
                <a:ea typeface="Open Sans" panose="020B0606030504020204" pitchFamily="34" charset="0"/>
                <a:cs typeface="Open Sans" panose="020B0606030504020204" pitchFamily="34" charset="0"/>
              </a:defRPr>
            </a:lvl1pPr>
          </a:lstStyle>
          <a:p>
            <a:r>
              <a:rPr lang="en-US" noProof="0"/>
              <a:t>Click to edit Master title style</a:t>
            </a:r>
          </a:p>
        </p:txBody>
      </p:sp>
      <p:sp>
        <p:nvSpPr>
          <p:cNvPr id="44" name="Text Placeholder 4">
            <a:extLst>
              <a:ext uri="{FF2B5EF4-FFF2-40B4-BE49-F238E27FC236}">
                <a16:creationId xmlns:a16="http://schemas.microsoft.com/office/drawing/2014/main" id="{E65ED79E-D6FD-4D90-9073-C8776CB6AD10}"/>
              </a:ext>
            </a:extLst>
          </p:cNvPr>
          <p:cNvSpPr>
            <a:spLocks noGrp="1"/>
          </p:cNvSpPr>
          <p:nvPr>
            <p:ph type="body" sz="quarter" idx="10"/>
          </p:nvPr>
        </p:nvSpPr>
        <p:spPr>
          <a:xfrm>
            <a:off x="457201" y="6365848"/>
            <a:ext cx="4490721" cy="273050"/>
          </a:xfrm>
          <a:prstGeom prst="rect">
            <a:avLst/>
          </a:prstGeom>
        </p:spPr>
        <p:txBody>
          <a:bodyPr anchor="t">
            <a:noAutofit/>
          </a:bodyPr>
          <a:lstStyle>
            <a:lvl1pPr>
              <a:spcAft>
                <a:spcPts val="0"/>
              </a:spcAft>
              <a:defRPr sz="1400" b="1">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3" name="TextBox 2">
            <a:extLst>
              <a:ext uri="{FF2B5EF4-FFF2-40B4-BE49-F238E27FC236}">
                <a16:creationId xmlns:a16="http://schemas.microsoft.com/office/drawing/2014/main" id="{9351866F-F9B5-7F0B-B898-FA9DD73A0AC5}"/>
              </a:ext>
            </a:extLst>
          </p:cNvPr>
          <p:cNvSpPr txBox="1"/>
          <p:nvPr userDrawn="1"/>
        </p:nvSpPr>
        <p:spPr>
          <a:xfrm>
            <a:off x="9373881" y="344137"/>
            <a:ext cx="2359766" cy="492443"/>
          </a:xfrm>
          <a:prstGeom prst="rect">
            <a:avLst/>
          </a:prstGeom>
          <a:noFill/>
        </p:spPr>
        <p:txBody>
          <a:bodyPr wrap="square" lIns="0" tIns="0" rIns="0" bIns="0" rtlCol="0">
            <a:spAutoFit/>
          </a:bodyPr>
          <a:lstStyle/>
          <a:p>
            <a:pPr marL="0" indent="0" algn="r">
              <a:spcBef>
                <a:spcPts val="600"/>
              </a:spcBef>
              <a:buSzPct val="100000"/>
              <a:buFont typeface="Arial"/>
              <a:buNone/>
            </a:pPr>
            <a:r>
              <a:rPr lang="en-US" sz="3200" b="1" spc="300" baseline="0" dirty="0">
                <a:solidFill>
                  <a:schemeClr val="bg2"/>
                </a:solidFill>
                <a:latin typeface="Open Sans Light" panose="020B0306030504020204" pitchFamily="34" charset="0"/>
                <a:ea typeface="Open Sans Light" panose="020B0306030504020204" pitchFamily="34" charset="0"/>
                <a:cs typeface="Open Sans Light" panose="020B0306030504020204" pitchFamily="34" charset="0"/>
              </a:rPr>
              <a:t>FinanceAI</a:t>
            </a:r>
          </a:p>
        </p:txBody>
      </p:sp>
    </p:spTree>
    <p:extLst>
      <p:ext uri="{BB962C8B-B14F-4D97-AF65-F5344CB8AC3E}">
        <p14:creationId xmlns:p14="http://schemas.microsoft.com/office/powerpoint/2010/main" val="189700179"/>
      </p:ext>
    </p:extLst>
  </p:cSld>
  <p:clrMapOvr>
    <a:masterClrMapping/>
  </p:clrMapOvr>
  <p:hf hdr="0" dt="0"/>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Divider - Deloitt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3296" y="1724001"/>
            <a:ext cx="11271504" cy="1592403"/>
          </a:xfrm>
          <a:prstGeom prst="rect">
            <a:avLst/>
          </a:prstGeom>
        </p:spPr>
        <p:txBody>
          <a:bodyPr anchor="b"/>
          <a:lstStyle>
            <a:lvl1pPr>
              <a:lnSpc>
                <a:spcPct val="95000"/>
              </a:lnSpc>
              <a:defRPr sz="3600" b="1">
                <a:solidFill>
                  <a:schemeClr val="tx1"/>
                </a:solidFill>
                <a:latin typeface="Open Sans" panose="020B0606030504020204" pitchFamily="34" charset="0"/>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463296" y="3471532"/>
            <a:ext cx="11271504" cy="1566532"/>
          </a:xfrm>
        </p:spPr>
        <p:txBody>
          <a:bodyPr lIns="0" tIns="0" rIns="0" bIns="0">
            <a:noAutofit/>
          </a:bodyPr>
          <a:lstStyle>
            <a:lvl1pPr marL="0" indent="0">
              <a:lnSpc>
                <a:spcPct val="95000"/>
              </a:lnSpc>
              <a:spcAft>
                <a:spcPts val="0"/>
              </a:spcAft>
              <a:buNone/>
              <a:defRPr sz="36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noProof="0"/>
              <a:t>Click to edit Master text styles</a:t>
            </a:r>
          </a:p>
        </p:txBody>
      </p:sp>
      <p:pic>
        <p:nvPicPr>
          <p:cNvPr id="4" name="Picture 4" descr="Background pattern, surface chart&#10;&#10;Description automatically generated">
            <a:extLst>
              <a:ext uri="{FF2B5EF4-FFF2-40B4-BE49-F238E27FC236}">
                <a16:creationId xmlns:a16="http://schemas.microsoft.com/office/drawing/2014/main" id="{66AB01F1-E3D0-FD03-714F-CA7D37C9BB61}"/>
              </a:ext>
            </a:extLst>
          </p:cNvPr>
          <p:cNvPicPr>
            <a:picLocks noChangeAspect="1"/>
          </p:cNvPicPr>
          <p:nvPr userDrawn="1"/>
        </p:nvPicPr>
        <p:blipFill>
          <a:blip r:embed="rId2"/>
          <a:stretch>
            <a:fillRect/>
          </a:stretch>
        </p:blipFill>
        <p:spPr>
          <a:xfrm rot="16200000">
            <a:off x="7503043" y="2169043"/>
            <a:ext cx="6858000" cy="2519914"/>
          </a:xfrm>
          <a:prstGeom prst="rect">
            <a:avLst/>
          </a:prstGeom>
        </p:spPr>
      </p:pic>
    </p:spTree>
    <p:extLst>
      <p:ext uri="{BB962C8B-B14F-4D97-AF65-F5344CB8AC3E}">
        <p14:creationId xmlns:p14="http://schemas.microsoft.com/office/powerpoint/2010/main" val="238588800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p:cSld name="Divider - Deloitte black">
    <p:bg bwMode="gray">
      <p:bgPr>
        <a:solidFill>
          <a:schemeClr val="tx1"/>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1" y="1728217"/>
            <a:ext cx="11264900" cy="1592403"/>
          </a:xfrm>
          <a:prstGeom prst="rect">
            <a:avLst/>
          </a:prstGeom>
        </p:spPr>
        <p:txBody>
          <a:bodyPr anchor="b"/>
          <a:lstStyle>
            <a:lvl1pPr>
              <a:lnSpc>
                <a:spcPct val="95000"/>
              </a:lnSpc>
              <a:defRPr sz="3600" b="1">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r>
              <a:rPr lang="en-US" noProof="0"/>
              <a:t>Click to edit Master title style</a:t>
            </a:r>
          </a:p>
        </p:txBody>
      </p:sp>
      <p:sp>
        <p:nvSpPr>
          <p:cNvPr id="19" name="Text Placeholder 2"/>
          <p:cNvSpPr>
            <a:spLocks noGrp="1"/>
          </p:cNvSpPr>
          <p:nvPr>
            <p:ph type="body" idx="1"/>
          </p:nvPr>
        </p:nvSpPr>
        <p:spPr bwMode="gray">
          <a:xfrm>
            <a:off x="469901" y="3474720"/>
            <a:ext cx="11264900" cy="1566532"/>
          </a:xfrm>
        </p:spPr>
        <p:txBody>
          <a:bodyPr lIns="0" tIns="0" rIns="0" bIns="0">
            <a:noAutofit/>
          </a:bodyPr>
          <a:lstStyle>
            <a:lvl1pPr marL="0" indent="0">
              <a:lnSpc>
                <a:spcPct val="95000"/>
              </a:lnSpc>
              <a:spcAft>
                <a:spcPts val="0"/>
              </a:spcAft>
              <a:buNone/>
              <a:defRPr sz="360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noProof="0"/>
              <a:t>Click to edit Master text styles</a:t>
            </a:r>
          </a:p>
        </p:txBody>
      </p:sp>
      <p:sp>
        <p:nvSpPr>
          <p:cNvPr id="15" name="TextBox 14">
            <a:extLst>
              <a:ext uri="{FF2B5EF4-FFF2-40B4-BE49-F238E27FC236}">
                <a16:creationId xmlns:a16="http://schemas.microsoft.com/office/drawing/2014/main" id="{CA87CE22-99C8-4AA1-B80A-420B68B7E283}"/>
              </a:ext>
            </a:extLst>
          </p:cNvPr>
          <p:cNvSpPr txBox="1"/>
          <p:nvPr userDrawn="1"/>
        </p:nvSpPr>
        <p:spPr>
          <a:xfrm>
            <a:off x="11426826" y="6519673"/>
            <a:ext cx="307975" cy="103875"/>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675" noProof="0" smtClean="0">
                <a:solidFill>
                  <a:schemeClr val="bg1"/>
                </a:solidFill>
                <a:latin typeface="Calibri" panose="020F0502020204030204" pitchFamily="34" charset="0"/>
                <a:cs typeface="Calibri" panose="020F0502020204030204" pitchFamily="34" charset="0"/>
              </a:rPr>
              <a:pPr marL="0" indent="0" algn="r">
                <a:spcBef>
                  <a:spcPts val="450"/>
                </a:spcBef>
                <a:buSzPct val="100000"/>
                <a:buFont typeface="Arial"/>
                <a:buNone/>
              </a:pPr>
              <a:t>‹#›</a:t>
            </a:fld>
            <a:endParaRPr lang="en-US" sz="675" noProof="0">
              <a:solidFill>
                <a:schemeClr val="bg1"/>
              </a:solidFill>
              <a:latin typeface="Calibri" panose="020F0502020204030204" pitchFamily="34" charset="0"/>
              <a:cs typeface="Calibri" panose="020F0502020204030204" pitchFamily="34" charset="0"/>
            </a:endParaRPr>
          </a:p>
        </p:txBody>
      </p:sp>
      <p:pic>
        <p:nvPicPr>
          <p:cNvPr id="2" name="Picture 4" descr="Background pattern, surface chart&#10;&#10;Description automatically generated">
            <a:extLst>
              <a:ext uri="{FF2B5EF4-FFF2-40B4-BE49-F238E27FC236}">
                <a16:creationId xmlns:a16="http://schemas.microsoft.com/office/drawing/2014/main" id="{DD2E9A21-43F2-5CC6-DDFC-DAF0B148DC63}"/>
              </a:ext>
            </a:extLst>
          </p:cNvPr>
          <p:cNvPicPr>
            <a:picLocks noChangeAspect="1"/>
          </p:cNvPicPr>
          <p:nvPr userDrawn="1"/>
        </p:nvPicPr>
        <p:blipFill>
          <a:blip r:embed="rId2"/>
          <a:stretch>
            <a:fillRect/>
          </a:stretch>
        </p:blipFill>
        <p:spPr>
          <a:xfrm rot="16200000">
            <a:off x="7503043" y="2169043"/>
            <a:ext cx="6858000" cy="2519914"/>
          </a:xfrm>
          <a:prstGeom prst="rect">
            <a:avLst/>
          </a:prstGeom>
        </p:spPr>
      </p:pic>
      <p:sp>
        <p:nvSpPr>
          <p:cNvPr id="4" name="TextBox 3">
            <a:extLst>
              <a:ext uri="{FF2B5EF4-FFF2-40B4-BE49-F238E27FC236}">
                <a16:creationId xmlns:a16="http://schemas.microsoft.com/office/drawing/2014/main" id="{7F964F76-F9D6-CE87-4785-C82FCBD91E3B}"/>
              </a:ext>
            </a:extLst>
          </p:cNvPr>
          <p:cNvSpPr txBox="1"/>
          <p:nvPr userDrawn="1"/>
        </p:nvSpPr>
        <p:spPr>
          <a:xfrm>
            <a:off x="9591757" y="6361175"/>
            <a:ext cx="1781665" cy="276999"/>
          </a:xfrm>
          <a:prstGeom prst="rect">
            <a:avLst/>
          </a:prstGeom>
          <a:noFill/>
        </p:spPr>
        <p:txBody>
          <a:bodyPr wrap="square" lIns="0" tIns="0" rIns="0" bIns="0" rtlCol="0">
            <a:spAutoFit/>
          </a:bodyPr>
          <a:lstStyle/>
          <a:p>
            <a:pPr marL="0" indent="0" algn="r">
              <a:spcBef>
                <a:spcPts val="600"/>
              </a:spcBef>
              <a:buSzPct val="100000"/>
              <a:buFont typeface="Arial"/>
              <a:buNone/>
            </a:pPr>
            <a:r>
              <a:rPr lang="en-US" b="1" spc="300" baseline="0">
                <a:solidFill>
                  <a:schemeClr val="bg2"/>
                </a:solidFill>
                <a:latin typeface="Open Sans Light" panose="020B0306030504020204" pitchFamily="34" charset="0"/>
                <a:ea typeface="Open Sans Light" panose="020B0306030504020204" pitchFamily="34" charset="0"/>
                <a:cs typeface="Open Sans Light" panose="020B0306030504020204" pitchFamily="34" charset="0"/>
              </a:rPr>
              <a:t>FinanceAI</a:t>
            </a:r>
            <a:r>
              <a:rPr lang="en-US" b="1" spc="300" baseline="30000">
                <a:solidFill>
                  <a:schemeClr val="bg2"/>
                </a:solidFill>
                <a:latin typeface="Open Sans Light" panose="020B0306030504020204" pitchFamily="34" charset="0"/>
                <a:ea typeface="Open Sans Light" panose="020B0306030504020204" pitchFamily="34" charset="0"/>
                <a:cs typeface="Open Sans Light" panose="020B0306030504020204" pitchFamily="34" charset="0"/>
              </a:rPr>
              <a:t>TM</a:t>
            </a:r>
          </a:p>
        </p:txBody>
      </p:sp>
      <p:sp>
        <p:nvSpPr>
          <p:cNvPr id="5" name="Rectangle 4">
            <a:extLst>
              <a:ext uri="{FF2B5EF4-FFF2-40B4-BE49-F238E27FC236}">
                <a16:creationId xmlns:a16="http://schemas.microsoft.com/office/drawing/2014/main" id="{BA4FB223-11CE-BC39-BAD5-4D8E648FC1AA}"/>
              </a:ext>
            </a:extLst>
          </p:cNvPr>
          <p:cNvSpPr/>
          <p:nvPr userDrawn="1"/>
        </p:nvSpPr>
        <p:spPr bwMode="gray">
          <a:xfrm>
            <a:off x="457200" y="304762"/>
            <a:ext cx="1371600" cy="91440"/>
          </a:xfrm>
          <a:prstGeom prst="rect">
            <a:avLst/>
          </a:prstGeom>
          <a:solidFill>
            <a:schemeClr val="bg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Tree>
    <p:extLst>
      <p:ext uri="{BB962C8B-B14F-4D97-AF65-F5344CB8AC3E}">
        <p14:creationId xmlns:p14="http://schemas.microsoft.com/office/powerpoint/2010/main" val="249914083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4_Title &amp; subtitle">
    <p:bg>
      <p:bgPr>
        <a:solidFill>
          <a:schemeClr val="tx1"/>
        </a:solidFill>
        <a:effectLst/>
      </p:bgPr>
    </p:bg>
    <p:spTree>
      <p:nvGrpSpPr>
        <p:cNvPr id="1" name=""/>
        <p:cNvGrpSpPr/>
        <p:nvPr/>
      </p:nvGrpSpPr>
      <p:grpSpPr>
        <a:xfrm>
          <a:off x="0" y="0"/>
          <a:ext cx="0" cy="0"/>
          <a:chOff x="0" y="0"/>
          <a:chExt cx="0" cy="0"/>
        </a:xfrm>
      </p:grpSpPr>
      <p:sp>
        <p:nvSpPr>
          <p:cNvPr id="7" name="Title Placeholder 1">
            <a:extLst>
              <a:ext uri="{FF2B5EF4-FFF2-40B4-BE49-F238E27FC236}">
                <a16:creationId xmlns:a16="http://schemas.microsoft.com/office/drawing/2014/main" id="{0FA13130-E22F-4F71-97DB-A64E7A175EC6}"/>
              </a:ext>
            </a:extLst>
          </p:cNvPr>
          <p:cNvSpPr>
            <a:spLocks noGrp="1"/>
          </p:cNvSpPr>
          <p:nvPr>
            <p:ph type="title" hasCustomPrompt="1"/>
          </p:nvPr>
        </p:nvSpPr>
        <p:spPr>
          <a:xfrm>
            <a:off x="463295" y="468543"/>
            <a:ext cx="11277600" cy="334099"/>
          </a:xfrm>
          <a:prstGeom prst="rect">
            <a:avLst/>
          </a:prstGeom>
        </p:spPr>
        <p:txBody>
          <a:bodyPr vert="horz" lIns="0" tIns="0" rIns="0" bIns="0" rtlCol="0" anchor="t" anchorCtr="0">
            <a:noAutofit/>
          </a:bodyPr>
          <a:lstStyle>
            <a:lvl1pPr>
              <a:defRPr sz="210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r>
              <a:rPr lang="en-US"/>
              <a:t>Click to add title</a:t>
            </a:r>
          </a:p>
        </p:txBody>
      </p:sp>
      <p:sp>
        <p:nvSpPr>
          <p:cNvPr id="5" name="Copyright">
            <a:extLst>
              <a:ext uri="{FF2B5EF4-FFF2-40B4-BE49-F238E27FC236}">
                <a16:creationId xmlns:a16="http://schemas.microsoft.com/office/drawing/2014/main" id="{2E36B963-9D15-4C32-9F41-40B9F47218D8}"/>
              </a:ext>
            </a:extLst>
          </p:cNvPr>
          <p:cNvSpPr txBox="1"/>
          <p:nvPr userDrawn="1"/>
        </p:nvSpPr>
        <p:spPr>
          <a:xfrm>
            <a:off x="457200" y="6515063"/>
            <a:ext cx="5355168" cy="12311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a:solidFill>
                  <a:schemeClr val="bg1"/>
                </a:solidFill>
                <a:latin typeface="Calibri" panose="020F0502020204030204" pitchFamily="34" charset="0"/>
                <a:cs typeface="Calibri" panose="020F0502020204030204" pitchFamily="34" charset="0"/>
              </a:rPr>
              <a:t>Copyright © 2022 Deloitte Development LLC. All rights reserved.</a:t>
            </a:r>
          </a:p>
        </p:txBody>
      </p:sp>
      <p:sp>
        <p:nvSpPr>
          <p:cNvPr id="8" name="TextBox 7">
            <a:extLst>
              <a:ext uri="{FF2B5EF4-FFF2-40B4-BE49-F238E27FC236}">
                <a16:creationId xmlns:a16="http://schemas.microsoft.com/office/drawing/2014/main" id="{C7881FDA-61FE-410D-AA55-5494F0E35273}"/>
              </a:ext>
            </a:extLst>
          </p:cNvPr>
          <p:cNvSpPr txBox="1"/>
          <p:nvPr userDrawn="1"/>
        </p:nvSpPr>
        <p:spPr>
          <a:xfrm>
            <a:off x="11426826" y="6519673"/>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smtClean="0">
                <a:solidFill>
                  <a:schemeClr val="bg1"/>
                </a:solidFill>
                <a:latin typeface="Calibri" panose="020F0502020204030204" pitchFamily="34" charset="0"/>
                <a:cs typeface="Calibri" panose="020F0502020204030204" pitchFamily="34" charset="0"/>
              </a:rPr>
              <a:pPr marL="0" indent="0" algn="r">
                <a:spcBef>
                  <a:spcPts val="450"/>
                </a:spcBef>
                <a:buSzPct val="100000"/>
                <a:buFont typeface="Arial"/>
                <a:buNone/>
              </a:pPr>
              <a:t>‹#›</a:t>
            </a:fld>
            <a:endParaRPr lang="en-US" sz="800" noProof="0">
              <a:solidFill>
                <a:schemeClr val="bg1"/>
              </a:solidFill>
              <a:latin typeface="Calibri" panose="020F0502020204030204" pitchFamily="34" charset="0"/>
              <a:cs typeface="Calibri" panose="020F0502020204030204" pitchFamily="34" charset="0"/>
            </a:endParaRPr>
          </a:p>
        </p:txBody>
      </p:sp>
      <p:pic>
        <p:nvPicPr>
          <p:cNvPr id="3" name="Picture 4" descr="Background pattern, surface chart&#10;&#10;Description automatically generated">
            <a:extLst>
              <a:ext uri="{FF2B5EF4-FFF2-40B4-BE49-F238E27FC236}">
                <a16:creationId xmlns:a16="http://schemas.microsoft.com/office/drawing/2014/main" id="{F8121CA7-606F-C8F1-854D-CBD8AD5EF51D}"/>
              </a:ext>
            </a:extLst>
          </p:cNvPr>
          <p:cNvPicPr>
            <a:picLocks noChangeAspect="1"/>
          </p:cNvPicPr>
          <p:nvPr userDrawn="1"/>
        </p:nvPicPr>
        <p:blipFill>
          <a:blip r:embed="rId2"/>
          <a:stretch>
            <a:fillRect/>
          </a:stretch>
        </p:blipFill>
        <p:spPr>
          <a:xfrm rot="16200000">
            <a:off x="7503043" y="2169043"/>
            <a:ext cx="6858000" cy="2519914"/>
          </a:xfrm>
          <a:prstGeom prst="rect">
            <a:avLst/>
          </a:prstGeom>
        </p:spPr>
      </p:pic>
      <p:sp>
        <p:nvSpPr>
          <p:cNvPr id="2" name="Text Placeholder 18">
            <a:extLst>
              <a:ext uri="{FF2B5EF4-FFF2-40B4-BE49-F238E27FC236}">
                <a16:creationId xmlns:a16="http://schemas.microsoft.com/office/drawing/2014/main" id="{0BC6FEE5-7B89-1E81-AED3-2A2109BBC6C3}"/>
              </a:ext>
            </a:extLst>
          </p:cNvPr>
          <p:cNvSpPr>
            <a:spLocks noGrp="1"/>
          </p:cNvSpPr>
          <p:nvPr>
            <p:ph idx="1"/>
          </p:nvPr>
        </p:nvSpPr>
        <p:spPr>
          <a:xfrm>
            <a:off x="463296" y="1714500"/>
            <a:ext cx="11277600" cy="4648200"/>
          </a:xfrm>
          <a:prstGeom prst="rect">
            <a:avLst/>
          </a:prstGeom>
        </p:spPr>
        <p:txBody>
          <a:bodyPr vert="horz" lIns="0" tIns="0" rIns="0" bIns="0" rtlCol="0">
            <a:noAutofit/>
          </a:bodyPr>
          <a:lstStyle>
            <a:lvl1pPr marL="0" indent="0" algn="l">
              <a:buFontTx/>
              <a:buNone/>
              <a:defRPr sz="1200">
                <a:solidFill>
                  <a:schemeClr val="bg1"/>
                </a:solidFill>
                <a:latin typeface="+mn-lt"/>
              </a:defRPr>
            </a:lvl1pPr>
            <a:lvl2pPr marL="104775" indent="-104775" algn="l">
              <a:buClrTx/>
              <a:buSzPct val="100000"/>
              <a:buFont typeface="Arial" panose="020B0604020202020204" pitchFamily="34" charset="0"/>
              <a:buChar char="•"/>
              <a:defRPr sz="1200">
                <a:solidFill>
                  <a:schemeClr val="bg1"/>
                </a:solidFill>
                <a:latin typeface="+mj-lt"/>
              </a:defRPr>
            </a:lvl2pPr>
            <a:lvl3pPr marL="228600" indent="-104775" algn="l">
              <a:buClrTx/>
              <a:buSzPct val="100000"/>
              <a:buFont typeface="Arial" panose="020B0604020202020204" pitchFamily="34" charset="0"/>
              <a:buChar char="−"/>
              <a:defRPr sz="1200">
                <a:solidFill>
                  <a:schemeClr val="bg1"/>
                </a:solidFill>
                <a:latin typeface="+mn-lt"/>
              </a:defRPr>
            </a:lvl3pPr>
            <a:lvl4pPr marL="352425" indent="-104775" algn="l">
              <a:buClrTx/>
              <a:buSzPct val="100000"/>
              <a:buFont typeface="Arial" panose="020B0604020202020204" pitchFamily="34" charset="0"/>
              <a:buChar char="◦"/>
              <a:defRPr sz="1200">
                <a:solidFill>
                  <a:schemeClr val="bg1"/>
                </a:solidFill>
                <a:latin typeface="+mn-lt"/>
              </a:defRPr>
            </a:lvl4pPr>
            <a:lvl5pPr marL="476250" indent="-104775" algn="l">
              <a:buClrTx/>
              <a:buSzPct val="100000"/>
              <a:buFont typeface="Arial" panose="020B0604020202020204" pitchFamily="34" charset="0"/>
              <a:buChar char="−"/>
              <a:defRPr sz="1200">
                <a:solidFill>
                  <a:schemeClr val="bg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noProof="0"/>
          </a:p>
        </p:txBody>
      </p:sp>
    </p:spTree>
    <p:extLst>
      <p:ext uri="{BB962C8B-B14F-4D97-AF65-F5344CB8AC3E}">
        <p14:creationId xmlns:p14="http://schemas.microsoft.com/office/powerpoint/2010/main" val="298891138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Divider - Deloitte green accent 1">
    <p:bg bwMode="gray">
      <p:bgPr>
        <a:solidFill>
          <a:schemeClr val="tx1">
            <a:lumMod val="50000"/>
            <a:lumOff val="5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3296" y="1728217"/>
            <a:ext cx="11271504" cy="1592403"/>
          </a:xfrm>
          <a:prstGeom prst="rect">
            <a:avLst/>
          </a:prstGeom>
        </p:spPr>
        <p:txBody>
          <a:bodyPr anchor="b"/>
          <a:lstStyle>
            <a:lvl1pPr>
              <a:lnSpc>
                <a:spcPct val="95000"/>
              </a:lnSpc>
              <a:defRPr sz="3600" b="1">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463296" y="3474720"/>
            <a:ext cx="11271504" cy="1566532"/>
          </a:xfrm>
        </p:spPr>
        <p:txBody>
          <a:bodyPr lIns="0" tIns="0" rIns="0" bIns="0">
            <a:noAutofit/>
          </a:bodyPr>
          <a:lstStyle>
            <a:lvl1pPr marL="0" indent="0">
              <a:lnSpc>
                <a:spcPct val="95000"/>
              </a:lnSpc>
              <a:spcAft>
                <a:spcPts val="0"/>
              </a:spcAft>
              <a:buNone/>
              <a:defRPr sz="360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noProof="0"/>
              <a:t>Click to edit Master text styles</a:t>
            </a:r>
          </a:p>
        </p:txBody>
      </p:sp>
      <p:sp>
        <p:nvSpPr>
          <p:cNvPr id="12" name="TextBox 11">
            <a:extLst>
              <a:ext uri="{FF2B5EF4-FFF2-40B4-BE49-F238E27FC236}">
                <a16:creationId xmlns:a16="http://schemas.microsoft.com/office/drawing/2014/main" id="{071386E3-7822-4155-91DC-3E38D96ED6CE}"/>
              </a:ext>
            </a:extLst>
          </p:cNvPr>
          <p:cNvSpPr txBox="1"/>
          <p:nvPr userDrawn="1"/>
        </p:nvSpPr>
        <p:spPr>
          <a:xfrm>
            <a:off x="11426826" y="6519673"/>
            <a:ext cx="307975" cy="103875"/>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675" noProof="0" smtClean="0">
                <a:solidFill>
                  <a:schemeClr val="bg1"/>
                </a:solidFill>
                <a:latin typeface="Calibri" panose="020F0502020204030204" pitchFamily="34" charset="0"/>
                <a:cs typeface="Calibri" panose="020F0502020204030204" pitchFamily="34" charset="0"/>
              </a:rPr>
              <a:pPr marL="0" indent="0" algn="r">
                <a:spcBef>
                  <a:spcPts val="450"/>
                </a:spcBef>
                <a:buSzPct val="100000"/>
                <a:buFont typeface="Arial"/>
                <a:buNone/>
              </a:pPr>
              <a:t>‹#›</a:t>
            </a:fld>
            <a:endParaRPr lang="en-US" sz="675" noProof="0">
              <a:solidFill>
                <a:schemeClr val="bg1"/>
              </a:solidFill>
              <a:latin typeface="Calibri" panose="020F0502020204030204" pitchFamily="34" charset="0"/>
              <a:cs typeface="Calibri" panose="020F0502020204030204" pitchFamily="34" charset="0"/>
            </a:endParaRPr>
          </a:p>
        </p:txBody>
      </p:sp>
      <p:pic>
        <p:nvPicPr>
          <p:cNvPr id="5" name="Picture 4" descr="Background pattern, surface chart&#10;&#10;Description automatically generated">
            <a:extLst>
              <a:ext uri="{FF2B5EF4-FFF2-40B4-BE49-F238E27FC236}">
                <a16:creationId xmlns:a16="http://schemas.microsoft.com/office/drawing/2014/main" id="{B929EA7B-EA04-820A-E319-6EA5175E03AA}"/>
              </a:ext>
            </a:extLst>
          </p:cNvPr>
          <p:cNvPicPr>
            <a:picLocks noChangeAspect="1"/>
          </p:cNvPicPr>
          <p:nvPr userDrawn="1"/>
        </p:nvPicPr>
        <p:blipFill>
          <a:blip r:embed="rId2"/>
          <a:stretch>
            <a:fillRect/>
          </a:stretch>
        </p:blipFill>
        <p:spPr>
          <a:xfrm rot="16200000">
            <a:off x="7503043" y="2169043"/>
            <a:ext cx="6858000" cy="2519914"/>
          </a:xfrm>
          <a:prstGeom prst="rect">
            <a:avLst/>
          </a:prstGeom>
        </p:spPr>
      </p:pic>
      <p:sp>
        <p:nvSpPr>
          <p:cNvPr id="6" name="TextBox 5">
            <a:extLst>
              <a:ext uri="{FF2B5EF4-FFF2-40B4-BE49-F238E27FC236}">
                <a16:creationId xmlns:a16="http://schemas.microsoft.com/office/drawing/2014/main" id="{C4C7F200-D576-626F-B985-07E23993E4CA}"/>
              </a:ext>
            </a:extLst>
          </p:cNvPr>
          <p:cNvSpPr txBox="1"/>
          <p:nvPr userDrawn="1"/>
        </p:nvSpPr>
        <p:spPr>
          <a:xfrm>
            <a:off x="9591757" y="6361175"/>
            <a:ext cx="1781665" cy="276999"/>
          </a:xfrm>
          <a:prstGeom prst="rect">
            <a:avLst/>
          </a:prstGeom>
          <a:noFill/>
        </p:spPr>
        <p:txBody>
          <a:bodyPr wrap="square" lIns="0" tIns="0" rIns="0" bIns="0" rtlCol="0">
            <a:spAutoFit/>
          </a:bodyPr>
          <a:lstStyle/>
          <a:p>
            <a:pPr marL="0" indent="0" algn="r">
              <a:spcBef>
                <a:spcPts val="600"/>
              </a:spcBef>
              <a:buSzPct val="100000"/>
              <a:buFont typeface="Arial"/>
              <a:buNone/>
            </a:pPr>
            <a:r>
              <a:rPr lang="en-US" b="1" spc="300" baseline="0" dirty="0">
                <a:solidFill>
                  <a:schemeClr val="bg2"/>
                </a:solidFill>
                <a:latin typeface="Open Sans Light" panose="020B0306030504020204" pitchFamily="34" charset="0"/>
                <a:ea typeface="Open Sans Light" panose="020B0306030504020204" pitchFamily="34" charset="0"/>
                <a:cs typeface="Open Sans Light" panose="020B0306030504020204" pitchFamily="34" charset="0"/>
              </a:rPr>
              <a:t>FinanceAI</a:t>
            </a:r>
          </a:p>
        </p:txBody>
      </p:sp>
      <p:sp>
        <p:nvSpPr>
          <p:cNvPr id="7" name="Rectangle 6">
            <a:extLst>
              <a:ext uri="{FF2B5EF4-FFF2-40B4-BE49-F238E27FC236}">
                <a16:creationId xmlns:a16="http://schemas.microsoft.com/office/drawing/2014/main" id="{9434816D-663C-4577-C2DD-71744B67D744}"/>
              </a:ext>
            </a:extLst>
          </p:cNvPr>
          <p:cNvSpPr/>
          <p:nvPr userDrawn="1"/>
        </p:nvSpPr>
        <p:spPr bwMode="gray">
          <a:xfrm>
            <a:off x="457200" y="304762"/>
            <a:ext cx="1371600" cy="91440"/>
          </a:xfrm>
          <a:prstGeom prst="rect">
            <a:avLst/>
          </a:prstGeom>
          <a:solidFill>
            <a:schemeClr val="bg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Tree>
    <p:extLst>
      <p:ext uri="{BB962C8B-B14F-4D97-AF65-F5344CB8AC3E}">
        <p14:creationId xmlns:p14="http://schemas.microsoft.com/office/powerpoint/2010/main" val="288896715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Key statement green accent 2">
    <p:bg>
      <p:bgPr>
        <a:solidFill>
          <a:schemeClr val="tx1"/>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63297" y="1714500"/>
            <a:ext cx="9323916" cy="4648200"/>
          </a:xfrm>
          <a:prstGeom prst="rect">
            <a:avLst/>
          </a:prstGeom>
        </p:spPr>
        <p:txBody>
          <a:bodyPr>
            <a:noAutofit/>
          </a:bodyPr>
          <a:lstStyle>
            <a:lvl1pPr>
              <a:spcBef>
                <a:spcPts val="3600"/>
              </a:spcBef>
              <a:defRPr sz="3600" b="1">
                <a:solidFill>
                  <a:schemeClr val="bg1"/>
                </a:solidFill>
                <a:latin typeface="Open Sans" panose="020B0606030504020204" pitchFamily="34" charset="0"/>
                <a:ea typeface="Open Sans" panose="020B0606030504020204" pitchFamily="34" charset="0"/>
                <a:cs typeface="Open Sans" panose="020B0606030504020204" pitchFamily="34" charset="0"/>
              </a:defRPr>
            </a:lvl1pPr>
            <a:lvl2pPr marL="457189" indent="-457189">
              <a:defRPr sz="3000">
                <a:solidFill>
                  <a:schemeClr val="bg2"/>
                </a:solidFill>
              </a:defRPr>
            </a:lvl2pPr>
            <a:lvl3pPr>
              <a:defRPr sz="3000">
                <a:solidFill>
                  <a:schemeClr val="bg2"/>
                </a:solidFill>
              </a:defRPr>
            </a:lvl3pPr>
            <a:lvl4pPr>
              <a:defRPr sz="3000">
                <a:solidFill>
                  <a:schemeClr val="bg2"/>
                </a:solidFill>
              </a:defRPr>
            </a:lvl4pPr>
            <a:lvl5pPr>
              <a:defRPr sz="3000">
                <a:solidFill>
                  <a:schemeClr val="bg2"/>
                </a:solidFill>
              </a:defRPr>
            </a:lvl5pPr>
          </a:lstStyle>
          <a:p>
            <a:pPr lvl="0"/>
            <a:r>
              <a:rPr lang="en-US" noProof="0"/>
              <a:t>Click to edit Master text styles</a:t>
            </a:r>
          </a:p>
        </p:txBody>
      </p:sp>
      <p:sp>
        <p:nvSpPr>
          <p:cNvPr id="11" name="TextBox 10">
            <a:extLst>
              <a:ext uri="{FF2B5EF4-FFF2-40B4-BE49-F238E27FC236}">
                <a16:creationId xmlns:a16="http://schemas.microsoft.com/office/drawing/2014/main" id="{DEC3538D-DEF3-427C-A22B-D6DED4B4F939}"/>
              </a:ext>
            </a:extLst>
          </p:cNvPr>
          <p:cNvSpPr txBox="1"/>
          <p:nvPr userDrawn="1"/>
        </p:nvSpPr>
        <p:spPr>
          <a:xfrm>
            <a:off x="11426826" y="6519673"/>
            <a:ext cx="307975" cy="103875"/>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675" noProof="0" smtClean="0">
                <a:solidFill>
                  <a:schemeClr val="bg1"/>
                </a:solidFill>
                <a:latin typeface="Calibri" panose="020F0502020204030204" pitchFamily="34" charset="0"/>
                <a:cs typeface="Calibri" panose="020F0502020204030204" pitchFamily="34" charset="0"/>
              </a:rPr>
              <a:pPr marL="0" indent="0" algn="r">
                <a:spcBef>
                  <a:spcPts val="450"/>
                </a:spcBef>
                <a:buSzPct val="100000"/>
                <a:buFont typeface="Arial"/>
                <a:buNone/>
              </a:pPr>
              <a:t>‹#›</a:t>
            </a:fld>
            <a:endParaRPr lang="en-US" sz="675" noProof="0">
              <a:solidFill>
                <a:schemeClr val="bg1"/>
              </a:solidFill>
              <a:latin typeface="Calibri" panose="020F0502020204030204" pitchFamily="34" charset="0"/>
              <a:cs typeface="Calibri" panose="020F0502020204030204" pitchFamily="34" charset="0"/>
            </a:endParaRPr>
          </a:p>
        </p:txBody>
      </p:sp>
      <p:pic>
        <p:nvPicPr>
          <p:cNvPr id="3" name="Picture 2" descr="Background pattern, surface chart&#10;&#10;Description automatically generated">
            <a:extLst>
              <a:ext uri="{FF2B5EF4-FFF2-40B4-BE49-F238E27FC236}">
                <a16:creationId xmlns:a16="http://schemas.microsoft.com/office/drawing/2014/main" id="{E72D8DF5-2675-4AF9-6183-8A1C4928F89C}"/>
              </a:ext>
            </a:extLst>
          </p:cNvPr>
          <p:cNvPicPr>
            <a:picLocks noChangeAspect="1"/>
          </p:cNvPicPr>
          <p:nvPr userDrawn="1"/>
        </p:nvPicPr>
        <p:blipFill>
          <a:blip r:embed="rId2"/>
          <a:stretch>
            <a:fillRect/>
          </a:stretch>
        </p:blipFill>
        <p:spPr>
          <a:xfrm rot="16200000">
            <a:off x="7503043" y="2169043"/>
            <a:ext cx="6858000" cy="2519914"/>
          </a:xfrm>
          <a:prstGeom prst="rect">
            <a:avLst/>
          </a:prstGeom>
        </p:spPr>
      </p:pic>
      <p:sp>
        <p:nvSpPr>
          <p:cNvPr id="9" name="TextBox 8">
            <a:extLst>
              <a:ext uri="{FF2B5EF4-FFF2-40B4-BE49-F238E27FC236}">
                <a16:creationId xmlns:a16="http://schemas.microsoft.com/office/drawing/2014/main" id="{B3F78254-BCDC-5C3C-980C-659A6E9DE8E5}"/>
              </a:ext>
            </a:extLst>
          </p:cNvPr>
          <p:cNvSpPr txBox="1"/>
          <p:nvPr userDrawn="1"/>
        </p:nvSpPr>
        <p:spPr>
          <a:xfrm>
            <a:off x="9591757" y="6361175"/>
            <a:ext cx="1781665" cy="276999"/>
          </a:xfrm>
          <a:prstGeom prst="rect">
            <a:avLst/>
          </a:prstGeom>
          <a:noFill/>
        </p:spPr>
        <p:txBody>
          <a:bodyPr wrap="square" lIns="0" tIns="0" rIns="0" bIns="0" rtlCol="0">
            <a:spAutoFit/>
          </a:bodyPr>
          <a:lstStyle/>
          <a:p>
            <a:pPr marL="0" indent="0" algn="r">
              <a:spcBef>
                <a:spcPts val="600"/>
              </a:spcBef>
              <a:buSzPct val="100000"/>
              <a:buFont typeface="Arial"/>
              <a:buNone/>
            </a:pPr>
            <a:r>
              <a:rPr lang="en-US" b="1" spc="300" baseline="0" dirty="0">
                <a:solidFill>
                  <a:schemeClr val="bg2"/>
                </a:solidFill>
                <a:latin typeface="Open Sans Light" panose="020B0306030504020204" pitchFamily="34" charset="0"/>
                <a:ea typeface="Open Sans Light" panose="020B0306030504020204" pitchFamily="34" charset="0"/>
                <a:cs typeface="Open Sans Light" panose="020B0306030504020204" pitchFamily="34" charset="0"/>
              </a:rPr>
              <a:t>FinanceAI</a:t>
            </a:r>
          </a:p>
        </p:txBody>
      </p:sp>
      <p:sp>
        <p:nvSpPr>
          <p:cNvPr id="10" name="Rectangle 9">
            <a:extLst>
              <a:ext uri="{FF2B5EF4-FFF2-40B4-BE49-F238E27FC236}">
                <a16:creationId xmlns:a16="http://schemas.microsoft.com/office/drawing/2014/main" id="{5397E9BE-0D5F-E50C-A009-BDFCC64D3922}"/>
              </a:ext>
            </a:extLst>
          </p:cNvPr>
          <p:cNvSpPr/>
          <p:nvPr userDrawn="1"/>
        </p:nvSpPr>
        <p:spPr bwMode="gray">
          <a:xfrm>
            <a:off x="457200" y="304762"/>
            <a:ext cx="1371600" cy="91440"/>
          </a:xfrm>
          <a:prstGeom prst="rect">
            <a:avLst/>
          </a:prstGeom>
          <a:solidFill>
            <a:schemeClr val="bg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Tree>
    <p:extLst>
      <p:ext uri="{BB962C8B-B14F-4D97-AF65-F5344CB8AC3E}">
        <p14:creationId xmlns:p14="http://schemas.microsoft.com/office/powerpoint/2010/main" val="205860071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3_Title &amp; 1 column text">
    <p:spTree>
      <p:nvGrpSpPr>
        <p:cNvPr id="1" name=""/>
        <p:cNvGrpSpPr/>
        <p:nvPr/>
      </p:nvGrpSpPr>
      <p:grpSpPr>
        <a:xfrm>
          <a:off x="0" y="0"/>
          <a:ext cx="0" cy="0"/>
          <a:chOff x="0" y="0"/>
          <a:chExt cx="0" cy="0"/>
        </a:xfrm>
      </p:grpSpPr>
      <p:sp>
        <p:nvSpPr>
          <p:cNvPr id="14" name="Text Placeholder 18"/>
          <p:cNvSpPr>
            <a:spLocks noGrp="1"/>
          </p:cNvSpPr>
          <p:nvPr>
            <p:ph idx="1"/>
          </p:nvPr>
        </p:nvSpPr>
        <p:spPr>
          <a:xfrm>
            <a:off x="463296" y="1714500"/>
            <a:ext cx="11277600" cy="4648200"/>
          </a:xfrm>
          <a:prstGeom prst="rect">
            <a:avLst/>
          </a:prstGeom>
        </p:spPr>
        <p:txBody>
          <a:bodyPr vert="horz" lIns="0" tIns="0" rIns="0" bIns="0" rtlCol="0">
            <a:noAutofit/>
          </a:bodyPr>
          <a:lstStyle>
            <a:lvl1pPr marL="0" indent="0" algn="l">
              <a:buFontTx/>
              <a:buNone/>
              <a:defRPr sz="1200">
                <a:latin typeface="+mn-lt"/>
              </a:defRPr>
            </a:lvl1pPr>
            <a:lvl2pPr marL="104775" indent="-104775" algn="l">
              <a:buClrTx/>
              <a:buSzPct val="100000"/>
              <a:buFont typeface="Arial" panose="020B0604020202020204" pitchFamily="34" charset="0"/>
              <a:buChar char="•"/>
              <a:defRPr sz="1200">
                <a:latin typeface="+mj-lt"/>
              </a:defRPr>
            </a:lvl2pPr>
            <a:lvl3pPr marL="228600" indent="-104775" algn="l">
              <a:buClrTx/>
              <a:buSzPct val="100000"/>
              <a:buFont typeface="Arial" panose="020B0604020202020204" pitchFamily="34" charset="0"/>
              <a:buChar char="−"/>
              <a:defRPr sz="1200">
                <a:latin typeface="+mn-lt"/>
              </a:defRPr>
            </a:lvl3pPr>
            <a:lvl4pPr marL="352425" indent="-104775" algn="l">
              <a:buClrTx/>
              <a:buSzPct val="100000"/>
              <a:buFont typeface="Arial" panose="020B0604020202020204" pitchFamily="34" charset="0"/>
              <a:buChar char="◦"/>
              <a:defRPr sz="1200">
                <a:latin typeface="+mn-lt"/>
              </a:defRPr>
            </a:lvl4pPr>
            <a:lvl5pPr marL="476250" indent="-104775" algn="l">
              <a:buClrTx/>
              <a:buSzPct val="100000"/>
              <a:buFont typeface="Arial" panose="020B0604020202020204" pitchFamily="34" charset="0"/>
              <a:buChar char="−"/>
              <a:defRPr sz="12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noProof="0"/>
          </a:p>
        </p:txBody>
      </p:sp>
      <p:sp>
        <p:nvSpPr>
          <p:cNvPr id="4" name="Title Placeholder 1">
            <a:extLst>
              <a:ext uri="{FF2B5EF4-FFF2-40B4-BE49-F238E27FC236}">
                <a16:creationId xmlns:a16="http://schemas.microsoft.com/office/drawing/2014/main" id="{A1AF4B88-9BDB-4994-AE11-3A74CC55FE51}"/>
              </a:ext>
            </a:extLst>
          </p:cNvPr>
          <p:cNvSpPr>
            <a:spLocks noGrp="1"/>
          </p:cNvSpPr>
          <p:nvPr>
            <p:ph type="title" hasCustomPrompt="1"/>
          </p:nvPr>
        </p:nvSpPr>
        <p:spPr>
          <a:xfrm>
            <a:off x="463296" y="470024"/>
            <a:ext cx="11277600" cy="338328"/>
          </a:xfrm>
          <a:prstGeom prst="rect">
            <a:avLst/>
          </a:prstGeom>
        </p:spPr>
        <p:txBody>
          <a:bodyPr vert="horz" lIns="0" tIns="0" rIns="0" bIns="0" rtlCol="0" anchor="t" anchorCtr="0">
            <a:noAutofit/>
          </a:bodyPr>
          <a:lstStyle>
            <a:lvl1pPr>
              <a:defRPr sz="2100"/>
            </a:lvl1pPr>
          </a:lstStyle>
          <a:p>
            <a:r>
              <a:rPr lang="en-US"/>
              <a:t>Click to add title</a:t>
            </a:r>
          </a:p>
        </p:txBody>
      </p:sp>
      <p:pic>
        <p:nvPicPr>
          <p:cNvPr id="5" name="Picture 4" descr="Background pattern, surface chart&#10;&#10;Description automatically generated">
            <a:extLst>
              <a:ext uri="{FF2B5EF4-FFF2-40B4-BE49-F238E27FC236}">
                <a16:creationId xmlns:a16="http://schemas.microsoft.com/office/drawing/2014/main" id="{CC776105-A391-B781-B61D-675C43C85174}"/>
              </a:ext>
            </a:extLst>
          </p:cNvPr>
          <p:cNvPicPr>
            <a:picLocks noChangeAspect="1"/>
          </p:cNvPicPr>
          <p:nvPr userDrawn="1"/>
        </p:nvPicPr>
        <p:blipFill>
          <a:blip r:embed="rId2"/>
          <a:stretch>
            <a:fillRect/>
          </a:stretch>
        </p:blipFill>
        <p:spPr>
          <a:xfrm rot="16200000">
            <a:off x="7503043" y="2169043"/>
            <a:ext cx="6858000" cy="2519914"/>
          </a:xfrm>
          <a:prstGeom prst="rect">
            <a:avLst/>
          </a:prstGeom>
        </p:spPr>
      </p:pic>
    </p:spTree>
    <p:extLst>
      <p:ext uri="{BB962C8B-B14F-4D97-AF65-F5344CB8AC3E}">
        <p14:creationId xmlns:p14="http://schemas.microsoft.com/office/powerpoint/2010/main" val="555087495"/>
      </p:ext>
    </p:extLst>
  </p:cSld>
  <p:clrMapOvr>
    <a:masterClrMapping/>
  </p:clrMapOvr>
  <p:hf hdr="0" dt="0"/>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2 columns of text">
    <p:spTree>
      <p:nvGrpSpPr>
        <p:cNvPr id="1" name=""/>
        <p:cNvGrpSpPr/>
        <p:nvPr/>
      </p:nvGrpSpPr>
      <p:grpSpPr>
        <a:xfrm>
          <a:off x="0" y="0"/>
          <a:ext cx="0" cy="0"/>
          <a:chOff x="0" y="0"/>
          <a:chExt cx="0" cy="0"/>
        </a:xfrm>
      </p:grpSpPr>
      <p:sp>
        <p:nvSpPr>
          <p:cNvPr id="13" name="Content Placeholder 3"/>
          <p:cNvSpPr>
            <a:spLocks noGrp="1"/>
          </p:cNvSpPr>
          <p:nvPr>
            <p:ph sz="quarter" idx="10"/>
          </p:nvPr>
        </p:nvSpPr>
        <p:spPr>
          <a:xfrm>
            <a:off x="463296" y="1719072"/>
            <a:ext cx="5480304" cy="4643628"/>
          </a:xfrm>
          <a:prstGeom prst="rect">
            <a:avLst/>
          </a:prstGeom>
        </p:spPr>
        <p:txBody>
          <a:bodyPr>
            <a:noAutofit/>
          </a:bodyPr>
          <a:lstStyle>
            <a:lvl1pPr marL="0" indent="0" algn="l">
              <a:buFontTx/>
              <a:buNone/>
              <a:tabLst>
                <a:tab pos="3771900" algn="r"/>
              </a:tabLst>
              <a:defRPr sz="1200"/>
            </a:lvl1pPr>
            <a:lvl2pPr marL="104775" indent="-104775" algn="l">
              <a:buClrTx/>
              <a:buSzPct val="100000"/>
              <a:buFont typeface="Arial" panose="020B0604020202020204" pitchFamily="34" charset="0"/>
              <a:buChar char="•"/>
              <a:tabLst>
                <a:tab pos="3771900" algn="r"/>
              </a:tabLst>
              <a:defRPr sz="1200"/>
            </a:lvl2pPr>
            <a:lvl3pPr marL="228600" indent="-104775" algn="l">
              <a:buClrTx/>
              <a:buSzPct val="100000"/>
              <a:buFont typeface="Arial" panose="020B0604020202020204" pitchFamily="34" charset="0"/>
              <a:buChar char="−"/>
              <a:tabLst>
                <a:tab pos="3771900" algn="r"/>
              </a:tabLst>
              <a:defRPr sz="1200"/>
            </a:lvl3pPr>
            <a:lvl4pPr marL="352425" indent="-104775" algn="l">
              <a:buClrTx/>
              <a:buSzPct val="100000"/>
              <a:buFont typeface="Arial" panose="020B0604020202020204" pitchFamily="34" charset="0"/>
              <a:buChar char="◦"/>
              <a:tabLst>
                <a:tab pos="3771900" algn="r"/>
              </a:tabLst>
              <a:defRPr sz="1200"/>
            </a:lvl4pPr>
            <a:lvl5pPr marL="476250" indent="-104775" algn="l">
              <a:buClrTx/>
              <a:buSzPct val="100000"/>
              <a:buFont typeface="Arial" panose="020B0604020202020204" pitchFamily="34" charset="0"/>
              <a:buChar char="−"/>
              <a:tabLst>
                <a:tab pos="3771900" algn="r"/>
              </a:tabLst>
              <a:defRPr sz="1200"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Content Placeholder 3"/>
          <p:cNvSpPr>
            <a:spLocks noGrp="1"/>
          </p:cNvSpPr>
          <p:nvPr>
            <p:ph sz="quarter" idx="20"/>
          </p:nvPr>
        </p:nvSpPr>
        <p:spPr>
          <a:xfrm>
            <a:off x="6248404" y="1719072"/>
            <a:ext cx="5486397" cy="4643628"/>
          </a:xfrm>
          <a:prstGeom prst="rect">
            <a:avLst/>
          </a:prstGeom>
        </p:spPr>
        <p:txBody>
          <a:bodyPr>
            <a:noAutofit/>
          </a:bodyPr>
          <a:lstStyle>
            <a:lvl1pPr marL="0" indent="0" algn="l">
              <a:buFontTx/>
              <a:buNone/>
              <a:tabLst>
                <a:tab pos="3771900" algn="r"/>
              </a:tabLst>
              <a:defRPr sz="1200"/>
            </a:lvl1pPr>
            <a:lvl2pPr marL="104775" indent="-104775" algn="l">
              <a:buClrTx/>
              <a:buSzPct val="100000"/>
              <a:buFont typeface="Arial" panose="020B0604020202020204" pitchFamily="34" charset="0"/>
              <a:buChar char="•"/>
              <a:tabLst>
                <a:tab pos="3771900" algn="r"/>
              </a:tabLst>
              <a:defRPr sz="1200"/>
            </a:lvl2pPr>
            <a:lvl3pPr marL="228600" indent="-104775" algn="l">
              <a:buClrTx/>
              <a:buSzPct val="100000"/>
              <a:buFont typeface="Arial" panose="020B0604020202020204" pitchFamily="34" charset="0"/>
              <a:buChar char="−"/>
              <a:tabLst>
                <a:tab pos="3771900" algn="r"/>
              </a:tabLst>
              <a:defRPr sz="1200"/>
            </a:lvl3pPr>
            <a:lvl4pPr marL="352425" indent="-104775" algn="l">
              <a:buClrTx/>
              <a:buSzPct val="100000"/>
              <a:buFont typeface="Arial" panose="020B0604020202020204" pitchFamily="34" charset="0"/>
              <a:buChar char="◦"/>
              <a:tabLst>
                <a:tab pos="3771900" algn="r"/>
              </a:tabLst>
              <a:defRPr sz="1200"/>
            </a:lvl4pPr>
            <a:lvl5pPr marL="476250" indent="-104775" algn="l">
              <a:buClrTx/>
              <a:buSzPct val="100000"/>
              <a:buFont typeface="Arial" panose="020B0604020202020204" pitchFamily="34" charset="0"/>
              <a:buChar char="−"/>
              <a:tabLst>
                <a:tab pos="3771900" algn="r"/>
              </a:tabLst>
              <a:defRPr sz="1200"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8">
            <a:extLst>
              <a:ext uri="{FF2B5EF4-FFF2-40B4-BE49-F238E27FC236}">
                <a16:creationId xmlns:a16="http://schemas.microsoft.com/office/drawing/2014/main" id="{8A9CD2DA-AA83-4DCB-8501-DE5878CC0B8A}"/>
              </a:ext>
            </a:extLst>
          </p:cNvPr>
          <p:cNvSpPr>
            <a:spLocks noGrp="1"/>
          </p:cNvSpPr>
          <p:nvPr>
            <p:ph type="body" sz="quarter" idx="13" hasCustomPrompt="1"/>
          </p:nvPr>
        </p:nvSpPr>
        <p:spPr>
          <a:xfrm>
            <a:off x="463295" y="805490"/>
            <a:ext cx="11277600" cy="757255"/>
          </a:xfrm>
          <a:prstGeom prst="rect">
            <a:avLst/>
          </a:prstGeom>
        </p:spPr>
        <p:txBody>
          <a:bodyPr lIns="0" tIns="0" rIns="0" bIns="0">
            <a:noAutofit/>
          </a:bodyPr>
          <a:lstStyle>
            <a:lvl1pPr marL="0" indent="0">
              <a:buNone/>
              <a:defRPr sz="1600" b="0">
                <a:solidFill>
                  <a:schemeClr val="tx2"/>
                </a:solidFill>
                <a:latin typeface="Open Sans" panose="020B0606030504020204" pitchFamily="34" charset="0"/>
                <a:ea typeface="Open Sans" panose="020B0606030504020204" pitchFamily="34" charset="0"/>
                <a:cs typeface="Open Sans" panose="020B0606030504020204" pitchFamily="34" charset="0"/>
              </a:defRPr>
            </a:lvl1pPr>
          </a:lstStyle>
          <a:p>
            <a:pPr lvl="0"/>
            <a:r>
              <a:rPr lang="en-US"/>
              <a:t>Click to add subtitle</a:t>
            </a:r>
          </a:p>
        </p:txBody>
      </p:sp>
      <p:sp>
        <p:nvSpPr>
          <p:cNvPr id="7" name="Title Placeholder 1">
            <a:extLst>
              <a:ext uri="{FF2B5EF4-FFF2-40B4-BE49-F238E27FC236}">
                <a16:creationId xmlns:a16="http://schemas.microsoft.com/office/drawing/2014/main" id="{6559CC6F-6478-4902-A4D5-F8FB6538D285}"/>
              </a:ext>
            </a:extLst>
          </p:cNvPr>
          <p:cNvSpPr>
            <a:spLocks noGrp="1"/>
          </p:cNvSpPr>
          <p:nvPr>
            <p:ph type="title" hasCustomPrompt="1"/>
          </p:nvPr>
        </p:nvSpPr>
        <p:spPr>
          <a:xfrm>
            <a:off x="463295" y="468542"/>
            <a:ext cx="11277600" cy="334099"/>
          </a:xfrm>
          <a:prstGeom prst="rect">
            <a:avLst/>
          </a:prstGeom>
        </p:spPr>
        <p:txBody>
          <a:bodyPr vert="horz" lIns="0" tIns="0" rIns="0" bIns="0" rtlCol="0" anchor="t" anchorCtr="0">
            <a:noAutofit/>
          </a:bodyPr>
          <a:lstStyle>
            <a:lvl1pPr>
              <a:defRPr sz="2100">
                <a:latin typeface="Open Sans" panose="020B0606030504020204" pitchFamily="34" charset="0"/>
                <a:ea typeface="Open Sans" panose="020B0606030504020204" pitchFamily="34" charset="0"/>
                <a:cs typeface="Open Sans" panose="020B0606030504020204" pitchFamily="34" charset="0"/>
              </a:defRPr>
            </a:lvl1pPr>
          </a:lstStyle>
          <a:p>
            <a:r>
              <a:rPr lang="en-US"/>
              <a:t>Click to add title</a:t>
            </a:r>
          </a:p>
        </p:txBody>
      </p:sp>
      <p:pic>
        <p:nvPicPr>
          <p:cNvPr id="4" name="Picture 4" descr="Background pattern, surface chart&#10;&#10;Description automatically generated">
            <a:extLst>
              <a:ext uri="{FF2B5EF4-FFF2-40B4-BE49-F238E27FC236}">
                <a16:creationId xmlns:a16="http://schemas.microsoft.com/office/drawing/2014/main" id="{9D44B39C-2A16-0A34-DD2B-DBBAAA2E3F53}"/>
              </a:ext>
            </a:extLst>
          </p:cNvPr>
          <p:cNvPicPr>
            <a:picLocks noChangeAspect="1"/>
          </p:cNvPicPr>
          <p:nvPr userDrawn="1"/>
        </p:nvPicPr>
        <p:blipFill>
          <a:blip r:embed="rId2"/>
          <a:stretch>
            <a:fillRect/>
          </a:stretch>
        </p:blipFill>
        <p:spPr>
          <a:xfrm rot="16200000">
            <a:off x="7503043" y="2169043"/>
            <a:ext cx="6858000" cy="2519914"/>
          </a:xfrm>
          <a:prstGeom prst="rect">
            <a:avLst/>
          </a:prstGeom>
        </p:spPr>
      </p:pic>
    </p:spTree>
    <p:extLst>
      <p:ext uri="{BB962C8B-B14F-4D97-AF65-F5344CB8AC3E}">
        <p14:creationId xmlns:p14="http://schemas.microsoft.com/office/powerpoint/2010/main" val="270077991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3 chart">
    <p:spTree>
      <p:nvGrpSpPr>
        <p:cNvPr id="1" name=""/>
        <p:cNvGrpSpPr/>
        <p:nvPr/>
      </p:nvGrpSpPr>
      <p:grpSpPr>
        <a:xfrm>
          <a:off x="0" y="0"/>
          <a:ext cx="0" cy="0"/>
          <a:chOff x="0" y="0"/>
          <a:chExt cx="0" cy="0"/>
        </a:xfrm>
      </p:grpSpPr>
      <p:sp>
        <p:nvSpPr>
          <p:cNvPr id="17" name="Chart Placeholder 3"/>
          <p:cNvSpPr>
            <a:spLocks noGrp="1"/>
          </p:cNvSpPr>
          <p:nvPr>
            <p:ph type="chart" sz="quarter" idx="15"/>
          </p:nvPr>
        </p:nvSpPr>
        <p:spPr>
          <a:xfrm>
            <a:off x="461468" y="2115797"/>
            <a:ext cx="3549549" cy="4005216"/>
          </a:xfrm>
          <a:prstGeom prst="rect">
            <a:avLst/>
          </a:prstGeom>
        </p:spPr>
        <p:txBody>
          <a:bodyPr>
            <a:noAutofit/>
          </a:bodyPr>
          <a:lstStyle>
            <a:lvl1pPr>
              <a:defRPr sz="1200"/>
            </a:lvl1pPr>
          </a:lstStyle>
          <a:p>
            <a:r>
              <a:rPr lang="en-US" noProof="0"/>
              <a:t>Click icon to add chart</a:t>
            </a:r>
          </a:p>
        </p:txBody>
      </p:sp>
      <p:sp>
        <p:nvSpPr>
          <p:cNvPr id="18" name="Text Placeholder 8"/>
          <p:cNvSpPr>
            <a:spLocks noGrp="1"/>
          </p:cNvSpPr>
          <p:nvPr>
            <p:ph type="body" sz="quarter" idx="18"/>
          </p:nvPr>
        </p:nvSpPr>
        <p:spPr>
          <a:xfrm>
            <a:off x="459119" y="1722943"/>
            <a:ext cx="3549549" cy="392112"/>
          </a:xfrm>
        </p:spPr>
        <p:txBody>
          <a:bodyPr>
            <a:noAutofit/>
          </a:bodyPr>
          <a:lstStyle>
            <a:lvl1pPr>
              <a:defRPr sz="1200"/>
            </a:lvl1pPr>
          </a:lstStyle>
          <a:p>
            <a:pPr lvl="0"/>
            <a:r>
              <a:rPr lang="en-US" noProof="0"/>
              <a:t>Click to edit Master text styles</a:t>
            </a:r>
          </a:p>
        </p:txBody>
      </p:sp>
      <p:sp>
        <p:nvSpPr>
          <p:cNvPr id="12" name="Text Placeholder 7"/>
          <p:cNvSpPr>
            <a:spLocks noGrp="1"/>
          </p:cNvSpPr>
          <p:nvPr>
            <p:ph type="body" sz="quarter" idx="23"/>
          </p:nvPr>
        </p:nvSpPr>
        <p:spPr>
          <a:xfrm>
            <a:off x="461468" y="6121016"/>
            <a:ext cx="11277600" cy="241685"/>
          </a:xfrm>
        </p:spPr>
        <p:txBody>
          <a:bodyPr>
            <a:noAutofit/>
          </a:bodyPr>
          <a:lstStyle>
            <a:lvl1pPr>
              <a:spcAft>
                <a:spcPts val="0"/>
              </a:spcAft>
              <a:defRPr sz="900"/>
            </a:lvl1pPr>
          </a:lstStyle>
          <a:p>
            <a:pPr lvl="0"/>
            <a:r>
              <a:rPr lang="en-US" noProof="0"/>
              <a:t>Click to edit Master text styles</a:t>
            </a:r>
          </a:p>
        </p:txBody>
      </p:sp>
      <p:sp>
        <p:nvSpPr>
          <p:cNvPr id="19" name="Chart Placeholder 3">
            <a:extLst>
              <a:ext uri="{FF2B5EF4-FFF2-40B4-BE49-F238E27FC236}">
                <a16:creationId xmlns:a16="http://schemas.microsoft.com/office/drawing/2014/main" id="{16889619-7368-4B21-B502-003FD717C954}"/>
              </a:ext>
            </a:extLst>
          </p:cNvPr>
          <p:cNvSpPr>
            <a:spLocks noGrp="1"/>
          </p:cNvSpPr>
          <p:nvPr>
            <p:ph type="chart" sz="quarter" idx="24"/>
          </p:nvPr>
        </p:nvSpPr>
        <p:spPr>
          <a:xfrm>
            <a:off x="4323575" y="2115798"/>
            <a:ext cx="3549549" cy="4005216"/>
          </a:xfrm>
          <a:prstGeom prst="rect">
            <a:avLst/>
          </a:prstGeom>
        </p:spPr>
        <p:txBody>
          <a:bodyPr>
            <a:noAutofit/>
          </a:bodyPr>
          <a:lstStyle>
            <a:lvl1pPr>
              <a:defRPr sz="1200"/>
            </a:lvl1pPr>
          </a:lstStyle>
          <a:p>
            <a:r>
              <a:rPr lang="en-US" noProof="0"/>
              <a:t>Click icon to add chart</a:t>
            </a:r>
          </a:p>
        </p:txBody>
      </p:sp>
      <p:sp>
        <p:nvSpPr>
          <p:cNvPr id="20" name="Text Placeholder 8">
            <a:extLst>
              <a:ext uri="{FF2B5EF4-FFF2-40B4-BE49-F238E27FC236}">
                <a16:creationId xmlns:a16="http://schemas.microsoft.com/office/drawing/2014/main" id="{7536B633-26E6-47E5-A809-A97D26199C41}"/>
              </a:ext>
            </a:extLst>
          </p:cNvPr>
          <p:cNvSpPr>
            <a:spLocks noGrp="1"/>
          </p:cNvSpPr>
          <p:nvPr>
            <p:ph type="body" sz="quarter" idx="25"/>
          </p:nvPr>
        </p:nvSpPr>
        <p:spPr>
          <a:xfrm>
            <a:off x="4321226" y="1722944"/>
            <a:ext cx="3549549" cy="392112"/>
          </a:xfrm>
        </p:spPr>
        <p:txBody>
          <a:bodyPr>
            <a:noAutofit/>
          </a:bodyPr>
          <a:lstStyle>
            <a:lvl1pPr>
              <a:defRPr sz="1200"/>
            </a:lvl1pPr>
          </a:lstStyle>
          <a:p>
            <a:pPr lvl="0"/>
            <a:r>
              <a:rPr lang="en-US" noProof="0"/>
              <a:t>Click to edit Master text styles</a:t>
            </a:r>
          </a:p>
        </p:txBody>
      </p:sp>
      <p:sp>
        <p:nvSpPr>
          <p:cNvPr id="21" name="Chart Placeholder 3">
            <a:extLst>
              <a:ext uri="{FF2B5EF4-FFF2-40B4-BE49-F238E27FC236}">
                <a16:creationId xmlns:a16="http://schemas.microsoft.com/office/drawing/2014/main" id="{B4691CB5-FF7F-4DAF-80B3-769541086497}"/>
              </a:ext>
            </a:extLst>
          </p:cNvPr>
          <p:cNvSpPr>
            <a:spLocks noGrp="1"/>
          </p:cNvSpPr>
          <p:nvPr>
            <p:ph type="chart" sz="quarter" idx="26"/>
          </p:nvPr>
        </p:nvSpPr>
        <p:spPr>
          <a:xfrm>
            <a:off x="8193695" y="2115798"/>
            <a:ext cx="3549549" cy="4005216"/>
          </a:xfrm>
          <a:prstGeom prst="rect">
            <a:avLst/>
          </a:prstGeom>
        </p:spPr>
        <p:txBody>
          <a:bodyPr>
            <a:noAutofit/>
          </a:bodyPr>
          <a:lstStyle>
            <a:lvl1pPr>
              <a:defRPr sz="1200"/>
            </a:lvl1pPr>
          </a:lstStyle>
          <a:p>
            <a:r>
              <a:rPr lang="en-US" noProof="0"/>
              <a:t>Click icon to add chart</a:t>
            </a:r>
          </a:p>
        </p:txBody>
      </p:sp>
      <p:sp>
        <p:nvSpPr>
          <p:cNvPr id="22" name="Text Placeholder 8">
            <a:extLst>
              <a:ext uri="{FF2B5EF4-FFF2-40B4-BE49-F238E27FC236}">
                <a16:creationId xmlns:a16="http://schemas.microsoft.com/office/drawing/2014/main" id="{D8875204-BB59-4C5F-ABB1-D0ECEC5A0701}"/>
              </a:ext>
            </a:extLst>
          </p:cNvPr>
          <p:cNvSpPr>
            <a:spLocks noGrp="1"/>
          </p:cNvSpPr>
          <p:nvPr>
            <p:ph type="body" sz="quarter" idx="27"/>
          </p:nvPr>
        </p:nvSpPr>
        <p:spPr>
          <a:xfrm>
            <a:off x="8191346" y="1722944"/>
            <a:ext cx="3549549" cy="392112"/>
          </a:xfrm>
        </p:spPr>
        <p:txBody>
          <a:bodyPr>
            <a:noAutofit/>
          </a:bodyPr>
          <a:lstStyle>
            <a:lvl1pPr>
              <a:defRPr sz="1200"/>
            </a:lvl1pPr>
          </a:lstStyle>
          <a:p>
            <a:pPr lvl="0"/>
            <a:r>
              <a:rPr lang="en-US" noProof="0"/>
              <a:t>Click to edit Master text styles</a:t>
            </a:r>
          </a:p>
        </p:txBody>
      </p:sp>
      <p:sp>
        <p:nvSpPr>
          <p:cNvPr id="23" name="Text Placeholder 8">
            <a:extLst>
              <a:ext uri="{FF2B5EF4-FFF2-40B4-BE49-F238E27FC236}">
                <a16:creationId xmlns:a16="http://schemas.microsoft.com/office/drawing/2014/main" id="{272C8D47-97C8-4E6F-91CC-C3AB406C1C26}"/>
              </a:ext>
            </a:extLst>
          </p:cNvPr>
          <p:cNvSpPr>
            <a:spLocks noGrp="1"/>
          </p:cNvSpPr>
          <p:nvPr>
            <p:ph type="body" sz="quarter" idx="13" hasCustomPrompt="1"/>
          </p:nvPr>
        </p:nvSpPr>
        <p:spPr>
          <a:xfrm>
            <a:off x="463295" y="805491"/>
            <a:ext cx="11277600" cy="757255"/>
          </a:xfrm>
          <a:prstGeom prst="rect">
            <a:avLst/>
          </a:prstGeom>
        </p:spPr>
        <p:txBody>
          <a:bodyPr lIns="0" tIns="0" rIns="0" bIns="0">
            <a:noAutofit/>
          </a:bodyPr>
          <a:lstStyle>
            <a:lvl1pPr marL="0" indent="0">
              <a:buNone/>
              <a:defRPr sz="1600" b="0">
                <a:solidFill>
                  <a:schemeClr val="tx2"/>
                </a:solidFill>
                <a:latin typeface="Open Sans" panose="020B0606030504020204" pitchFamily="34" charset="0"/>
                <a:ea typeface="Open Sans" panose="020B0606030504020204" pitchFamily="34" charset="0"/>
                <a:cs typeface="Open Sans" panose="020B0606030504020204" pitchFamily="34" charset="0"/>
              </a:defRPr>
            </a:lvl1pPr>
          </a:lstStyle>
          <a:p>
            <a:pPr lvl="0"/>
            <a:r>
              <a:rPr lang="en-US"/>
              <a:t>Click to add subtitle</a:t>
            </a:r>
          </a:p>
        </p:txBody>
      </p:sp>
      <p:sp>
        <p:nvSpPr>
          <p:cNvPr id="24" name="Title Placeholder 1">
            <a:extLst>
              <a:ext uri="{FF2B5EF4-FFF2-40B4-BE49-F238E27FC236}">
                <a16:creationId xmlns:a16="http://schemas.microsoft.com/office/drawing/2014/main" id="{D65F0445-032D-4E6A-83EC-59A2184ED5F6}"/>
              </a:ext>
            </a:extLst>
          </p:cNvPr>
          <p:cNvSpPr>
            <a:spLocks noGrp="1"/>
          </p:cNvSpPr>
          <p:nvPr>
            <p:ph type="title" hasCustomPrompt="1"/>
          </p:nvPr>
        </p:nvSpPr>
        <p:spPr>
          <a:xfrm>
            <a:off x="463295" y="468543"/>
            <a:ext cx="11277600" cy="334099"/>
          </a:xfrm>
          <a:prstGeom prst="rect">
            <a:avLst/>
          </a:prstGeom>
        </p:spPr>
        <p:txBody>
          <a:bodyPr vert="horz" lIns="0" tIns="0" rIns="0" bIns="0" rtlCol="0" anchor="t" anchorCtr="0">
            <a:noAutofit/>
          </a:bodyPr>
          <a:lstStyle>
            <a:lvl1pPr>
              <a:defRPr sz="2100">
                <a:latin typeface="Open Sans" panose="020B0606030504020204" pitchFamily="34" charset="0"/>
                <a:ea typeface="Open Sans" panose="020B0606030504020204" pitchFamily="34" charset="0"/>
                <a:cs typeface="Open Sans" panose="020B0606030504020204" pitchFamily="34" charset="0"/>
              </a:defRPr>
            </a:lvl1pPr>
          </a:lstStyle>
          <a:p>
            <a:r>
              <a:rPr lang="en-US"/>
              <a:t>Click to add title</a:t>
            </a:r>
          </a:p>
        </p:txBody>
      </p:sp>
      <p:pic>
        <p:nvPicPr>
          <p:cNvPr id="4" name="Picture 4" descr="Background pattern, surface chart&#10;&#10;Description automatically generated">
            <a:extLst>
              <a:ext uri="{FF2B5EF4-FFF2-40B4-BE49-F238E27FC236}">
                <a16:creationId xmlns:a16="http://schemas.microsoft.com/office/drawing/2014/main" id="{E17CE079-92B6-8CBE-7DB6-CA49F060954A}"/>
              </a:ext>
            </a:extLst>
          </p:cNvPr>
          <p:cNvPicPr>
            <a:picLocks noChangeAspect="1"/>
          </p:cNvPicPr>
          <p:nvPr userDrawn="1"/>
        </p:nvPicPr>
        <p:blipFill>
          <a:blip r:embed="rId2"/>
          <a:stretch>
            <a:fillRect/>
          </a:stretch>
        </p:blipFill>
        <p:spPr>
          <a:xfrm rot="16200000">
            <a:off x="7503043" y="2169043"/>
            <a:ext cx="6858000" cy="2519914"/>
          </a:xfrm>
          <a:prstGeom prst="rect">
            <a:avLst/>
          </a:prstGeom>
        </p:spPr>
      </p:pic>
    </p:spTree>
    <p:extLst>
      <p:ext uri="{BB962C8B-B14F-4D97-AF65-F5344CB8AC3E}">
        <p14:creationId xmlns:p14="http://schemas.microsoft.com/office/powerpoint/2010/main" val="422008925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itle &amp; subtitle">
    <p:spTree>
      <p:nvGrpSpPr>
        <p:cNvPr id="1" name=""/>
        <p:cNvGrpSpPr/>
        <p:nvPr/>
      </p:nvGrpSpPr>
      <p:grpSpPr>
        <a:xfrm>
          <a:off x="0" y="0"/>
          <a:ext cx="0" cy="0"/>
          <a:chOff x="0" y="0"/>
          <a:chExt cx="0" cy="0"/>
        </a:xfrm>
      </p:grpSpPr>
      <p:sp>
        <p:nvSpPr>
          <p:cNvPr id="6" name="Text Placeholder 8">
            <a:extLst>
              <a:ext uri="{FF2B5EF4-FFF2-40B4-BE49-F238E27FC236}">
                <a16:creationId xmlns:a16="http://schemas.microsoft.com/office/drawing/2014/main" id="{8D89C7E6-37F5-4005-B8BE-658A5ADDE295}"/>
              </a:ext>
            </a:extLst>
          </p:cNvPr>
          <p:cNvSpPr>
            <a:spLocks noGrp="1"/>
          </p:cNvSpPr>
          <p:nvPr>
            <p:ph type="body" sz="quarter" idx="22" hasCustomPrompt="1"/>
          </p:nvPr>
        </p:nvSpPr>
        <p:spPr>
          <a:xfrm>
            <a:off x="463295" y="805491"/>
            <a:ext cx="11277600" cy="757255"/>
          </a:xfrm>
          <a:prstGeom prst="rect">
            <a:avLst/>
          </a:prstGeom>
        </p:spPr>
        <p:txBody>
          <a:bodyPr lIns="0" tIns="0" rIns="0" bIns="0">
            <a:noAutofit/>
          </a:bodyPr>
          <a:lstStyle>
            <a:lvl1pPr marL="0" indent="0">
              <a:buNone/>
              <a:defRPr sz="1600" b="0">
                <a:solidFill>
                  <a:schemeClr val="tx2"/>
                </a:solidFill>
                <a:latin typeface="Open Sans" panose="020B0606030504020204" pitchFamily="34" charset="0"/>
                <a:ea typeface="Open Sans" panose="020B0606030504020204" pitchFamily="34" charset="0"/>
                <a:cs typeface="Open Sans" panose="020B0606030504020204" pitchFamily="34" charset="0"/>
              </a:defRPr>
            </a:lvl1pPr>
          </a:lstStyle>
          <a:p>
            <a:pPr lvl="0"/>
            <a:r>
              <a:rPr lang="en-US"/>
              <a:t>Click to add subtitle</a:t>
            </a:r>
          </a:p>
        </p:txBody>
      </p:sp>
      <p:sp>
        <p:nvSpPr>
          <p:cNvPr id="7" name="Title Placeholder 1">
            <a:extLst>
              <a:ext uri="{FF2B5EF4-FFF2-40B4-BE49-F238E27FC236}">
                <a16:creationId xmlns:a16="http://schemas.microsoft.com/office/drawing/2014/main" id="{0FA13130-E22F-4F71-97DB-A64E7A175EC6}"/>
              </a:ext>
            </a:extLst>
          </p:cNvPr>
          <p:cNvSpPr>
            <a:spLocks noGrp="1"/>
          </p:cNvSpPr>
          <p:nvPr>
            <p:ph type="title" hasCustomPrompt="1"/>
          </p:nvPr>
        </p:nvSpPr>
        <p:spPr>
          <a:xfrm>
            <a:off x="463295" y="468543"/>
            <a:ext cx="11277600" cy="334099"/>
          </a:xfrm>
          <a:prstGeom prst="rect">
            <a:avLst/>
          </a:prstGeom>
        </p:spPr>
        <p:txBody>
          <a:bodyPr vert="horz" lIns="0" tIns="0" rIns="0" bIns="0" rtlCol="0" anchor="t" anchorCtr="0">
            <a:noAutofit/>
          </a:bodyPr>
          <a:lstStyle>
            <a:lvl1pPr>
              <a:defRPr sz="2100">
                <a:latin typeface="Open Sans" panose="020B0606030504020204" pitchFamily="34" charset="0"/>
                <a:ea typeface="Open Sans" panose="020B0606030504020204" pitchFamily="34" charset="0"/>
                <a:cs typeface="Open Sans" panose="020B0606030504020204" pitchFamily="34" charset="0"/>
              </a:defRPr>
            </a:lvl1pPr>
          </a:lstStyle>
          <a:p>
            <a:r>
              <a:rPr lang="en-US"/>
              <a:t>Click to add title</a:t>
            </a:r>
          </a:p>
        </p:txBody>
      </p:sp>
      <p:pic>
        <p:nvPicPr>
          <p:cNvPr id="3" name="Picture 4" descr="Background pattern, surface chart&#10;&#10;Description automatically generated">
            <a:extLst>
              <a:ext uri="{FF2B5EF4-FFF2-40B4-BE49-F238E27FC236}">
                <a16:creationId xmlns:a16="http://schemas.microsoft.com/office/drawing/2014/main" id="{4E365DD7-7173-8357-0A4F-9955BD2597DC}"/>
              </a:ext>
            </a:extLst>
          </p:cNvPr>
          <p:cNvPicPr>
            <a:picLocks noChangeAspect="1"/>
          </p:cNvPicPr>
          <p:nvPr userDrawn="1"/>
        </p:nvPicPr>
        <p:blipFill>
          <a:blip r:embed="rId2"/>
          <a:stretch>
            <a:fillRect/>
          </a:stretch>
        </p:blipFill>
        <p:spPr>
          <a:xfrm rot="16200000">
            <a:off x="7503043" y="2169043"/>
            <a:ext cx="6858000" cy="2519914"/>
          </a:xfrm>
          <a:prstGeom prst="rect">
            <a:avLst/>
          </a:prstGeom>
        </p:spPr>
      </p:pic>
    </p:spTree>
    <p:extLst>
      <p:ext uri="{BB962C8B-B14F-4D97-AF65-F5344CB8AC3E}">
        <p14:creationId xmlns:p14="http://schemas.microsoft.com/office/powerpoint/2010/main" val="85672966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26FB2E4B-5D1B-4250-844C-3D50DE4A9F69}"/>
              </a:ext>
            </a:extLst>
          </p:cNvPr>
          <p:cNvSpPr>
            <a:spLocks noGrp="1"/>
          </p:cNvSpPr>
          <p:nvPr>
            <p:ph type="title" hasCustomPrompt="1"/>
          </p:nvPr>
        </p:nvSpPr>
        <p:spPr>
          <a:xfrm>
            <a:off x="463295" y="468543"/>
            <a:ext cx="11277600" cy="334099"/>
          </a:xfrm>
          <a:prstGeom prst="rect">
            <a:avLst/>
          </a:prstGeom>
        </p:spPr>
        <p:txBody>
          <a:bodyPr vert="horz" lIns="0" tIns="0" rIns="0" bIns="0" rtlCol="0" anchor="t" anchorCtr="0">
            <a:noAutofit/>
          </a:bodyPr>
          <a:lstStyle>
            <a:lvl1pPr>
              <a:defRPr sz="2100">
                <a:latin typeface="Open Sans" panose="020B0606030504020204" pitchFamily="34" charset="0"/>
                <a:ea typeface="Open Sans" panose="020B0606030504020204" pitchFamily="34" charset="0"/>
                <a:cs typeface="Open Sans" panose="020B0606030504020204" pitchFamily="34" charset="0"/>
              </a:defRPr>
            </a:lvl1pPr>
          </a:lstStyle>
          <a:p>
            <a:r>
              <a:rPr lang="en-US"/>
              <a:t>Click to add title</a:t>
            </a:r>
          </a:p>
        </p:txBody>
      </p:sp>
      <p:pic>
        <p:nvPicPr>
          <p:cNvPr id="3" name="Picture 4" descr="Background pattern, surface chart&#10;&#10;Description automatically generated">
            <a:extLst>
              <a:ext uri="{FF2B5EF4-FFF2-40B4-BE49-F238E27FC236}">
                <a16:creationId xmlns:a16="http://schemas.microsoft.com/office/drawing/2014/main" id="{85690630-1379-170F-954A-EB16BD1997CF}"/>
              </a:ext>
            </a:extLst>
          </p:cNvPr>
          <p:cNvPicPr>
            <a:picLocks noChangeAspect="1"/>
          </p:cNvPicPr>
          <p:nvPr userDrawn="1"/>
        </p:nvPicPr>
        <p:blipFill>
          <a:blip r:embed="rId2"/>
          <a:stretch>
            <a:fillRect/>
          </a:stretch>
        </p:blipFill>
        <p:spPr>
          <a:xfrm rot="16200000">
            <a:off x="7503043" y="2169043"/>
            <a:ext cx="6858000" cy="2519914"/>
          </a:xfrm>
          <a:prstGeom prst="rect">
            <a:avLst/>
          </a:prstGeom>
        </p:spPr>
      </p:pic>
    </p:spTree>
    <p:extLst>
      <p:ext uri="{BB962C8B-B14F-4D97-AF65-F5344CB8AC3E}">
        <p14:creationId xmlns:p14="http://schemas.microsoft.com/office/powerpoint/2010/main" val="2261697546"/>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1_Title &amp; subtitle">
    <p:bg>
      <p:bgPr>
        <a:solidFill>
          <a:schemeClr val="tx1"/>
        </a:solidFill>
        <a:effectLst/>
      </p:bgPr>
    </p:bg>
    <p:spTree>
      <p:nvGrpSpPr>
        <p:cNvPr id="1" name=""/>
        <p:cNvGrpSpPr/>
        <p:nvPr/>
      </p:nvGrpSpPr>
      <p:grpSpPr>
        <a:xfrm>
          <a:off x="0" y="0"/>
          <a:ext cx="0" cy="0"/>
          <a:chOff x="0" y="0"/>
          <a:chExt cx="0" cy="0"/>
        </a:xfrm>
      </p:grpSpPr>
      <p:sp>
        <p:nvSpPr>
          <p:cNvPr id="6" name="Text Placeholder 8">
            <a:extLst>
              <a:ext uri="{FF2B5EF4-FFF2-40B4-BE49-F238E27FC236}">
                <a16:creationId xmlns:a16="http://schemas.microsoft.com/office/drawing/2014/main" id="{8D89C7E6-37F5-4005-B8BE-658A5ADDE295}"/>
              </a:ext>
            </a:extLst>
          </p:cNvPr>
          <p:cNvSpPr>
            <a:spLocks noGrp="1"/>
          </p:cNvSpPr>
          <p:nvPr>
            <p:ph type="body" sz="quarter" idx="22" hasCustomPrompt="1"/>
          </p:nvPr>
        </p:nvSpPr>
        <p:spPr>
          <a:xfrm>
            <a:off x="463295" y="805491"/>
            <a:ext cx="11277600" cy="757255"/>
          </a:xfrm>
          <a:prstGeom prst="rect">
            <a:avLst/>
          </a:prstGeom>
        </p:spPr>
        <p:txBody>
          <a:bodyPr lIns="0" tIns="0" rIns="0" bIns="0">
            <a:noAutofit/>
          </a:bodyPr>
          <a:lstStyle>
            <a:lvl1pPr marL="0" indent="0">
              <a:buNone/>
              <a:defRPr sz="1600" b="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pPr lvl="0"/>
            <a:r>
              <a:rPr lang="en-US"/>
              <a:t>Click to add subtitle</a:t>
            </a:r>
          </a:p>
        </p:txBody>
      </p:sp>
      <p:sp>
        <p:nvSpPr>
          <p:cNvPr id="7" name="Title Placeholder 1">
            <a:extLst>
              <a:ext uri="{FF2B5EF4-FFF2-40B4-BE49-F238E27FC236}">
                <a16:creationId xmlns:a16="http://schemas.microsoft.com/office/drawing/2014/main" id="{0FA13130-E22F-4F71-97DB-A64E7A175EC6}"/>
              </a:ext>
            </a:extLst>
          </p:cNvPr>
          <p:cNvSpPr>
            <a:spLocks noGrp="1"/>
          </p:cNvSpPr>
          <p:nvPr>
            <p:ph type="title" hasCustomPrompt="1"/>
          </p:nvPr>
        </p:nvSpPr>
        <p:spPr>
          <a:xfrm>
            <a:off x="463295" y="468543"/>
            <a:ext cx="11277600" cy="334099"/>
          </a:xfrm>
          <a:prstGeom prst="rect">
            <a:avLst/>
          </a:prstGeom>
        </p:spPr>
        <p:txBody>
          <a:bodyPr vert="horz" lIns="0" tIns="0" rIns="0" bIns="0" rtlCol="0" anchor="t" anchorCtr="0">
            <a:noAutofit/>
          </a:bodyPr>
          <a:lstStyle>
            <a:lvl1pPr>
              <a:defRPr sz="210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r>
              <a:rPr lang="en-US"/>
              <a:t>Click to add title</a:t>
            </a:r>
          </a:p>
        </p:txBody>
      </p:sp>
      <p:sp>
        <p:nvSpPr>
          <p:cNvPr id="5" name="Copyright">
            <a:extLst>
              <a:ext uri="{FF2B5EF4-FFF2-40B4-BE49-F238E27FC236}">
                <a16:creationId xmlns:a16="http://schemas.microsoft.com/office/drawing/2014/main" id="{2E36B963-9D15-4C32-9F41-40B9F47218D8}"/>
              </a:ext>
            </a:extLst>
          </p:cNvPr>
          <p:cNvSpPr txBox="1"/>
          <p:nvPr userDrawn="1"/>
        </p:nvSpPr>
        <p:spPr>
          <a:xfrm>
            <a:off x="457200" y="6515063"/>
            <a:ext cx="5355168" cy="12311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a:solidFill>
                  <a:schemeClr val="bg1"/>
                </a:solidFill>
                <a:latin typeface="Calibri" panose="020F0502020204030204" pitchFamily="34" charset="0"/>
                <a:cs typeface="Calibri" panose="020F0502020204030204" pitchFamily="34" charset="0"/>
              </a:rPr>
              <a:t>Copyright © 2022 Deloitte Development LLC. All rights reserved.</a:t>
            </a:r>
          </a:p>
        </p:txBody>
      </p:sp>
      <p:sp>
        <p:nvSpPr>
          <p:cNvPr id="8" name="TextBox 7">
            <a:extLst>
              <a:ext uri="{FF2B5EF4-FFF2-40B4-BE49-F238E27FC236}">
                <a16:creationId xmlns:a16="http://schemas.microsoft.com/office/drawing/2014/main" id="{C7881FDA-61FE-410D-AA55-5494F0E35273}"/>
              </a:ext>
            </a:extLst>
          </p:cNvPr>
          <p:cNvSpPr txBox="1"/>
          <p:nvPr userDrawn="1"/>
        </p:nvSpPr>
        <p:spPr>
          <a:xfrm>
            <a:off x="11426826" y="6519673"/>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smtClean="0">
                <a:solidFill>
                  <a:schemeClr val="bg1"/>
                </a:solidFill>
                <a:latin typeface="Calibri" panose="020F0502020204030204" pitchFamily="34" charset="0"/>
                <a:cs typeface="Calibri" panose="020F0502020204030204" pitchFamily="34" charset="0"/>
              </a:rPr>
              <a:pPr marL="0" indent="0" algn="r">
                <a:spcBef>
                  <a:spcPts val="450"/>
                </a:spcBef>
                <a:buSzPct val="100000"/>
                <a:buFont typeface="Arial"/>
                <a:buNone/>
              </a:pPr>
              <a:t>‹#›</a:t>
            </a:fld>
            <a:endParaRPr lang="en-US" sz="800" noProof="0">
              <a:solidFill>
                <a:schemeClr val="bg1"/>
              </a:solidFill>
              <a:latin typeface="Calibri" panose="020F0502020204030204" pitchFamily="34" charset="0"/>
              <a:cs typeface="Calibri" panose="020F0502020204030204" pitchFamily="34" charset="0"/>
            </a:endParaRPr>
          </a:p>
        </p:txBody>
      </p:sp>
      <p:pic>
        <p:nvPicPr>
          <p:cNvPr id="3" name="Picture 4" descr="Background pattern, surface chart&#10;&#10;Description automatically generated">
            <a:extLst>
              <a:ext uri="{FF2B5EF4-FFF2-40B4-BE49-F238E27FC236}">
                <a16:creationId xmlns:a16="http://schemas.microsoft.com/office/drawing/2014/main" id="{F8121CA7-606F-C8F1-854D-CBD8AD5EF51D}"/>
              </a:ext>
            </a:extLst>
          </p:cNvPr>
          <p:cNvPicPr>
            <a:picLocks noChangeAspect="1"/>
          </p:cNvPicPr>
          <p:nvPr userDrawn="1"/>
        </p:nvPicPr>
        <p:blipFill>
          <a:blip r:embed="rId2"/>
          <a:stretch>
            <a:fillRect/>
          </a:stretch>
        </p:blipFill>
        <p:spPr>
          <a:xfrm rot="16200000">
            <a:off x="7503043" y="2169043"/>
            <a:ext cx="6858000" cy="2519914"/>
          </a:xfrm>
          <a:prstGeom prst="rect">
            <a:avLst/>
          </a:prstGeom>
        </p:spPr>
      </p:pic>
    </p:spTree>
    <p:extLst>
      <p:ext uri="{BB962C8B-B14F-4D97-AF65-F5344CB8AC3E}">
        <p14:creationId xmlns:p14="http://schemas.microsoft.com/office/powerpoint/2010/main" val="346726325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1_Title Only">
    <p:bg>
      <p:bgPr>
        <a:solidFill>
          <a:schemeClr val="tx1"/>
        </a:solidFill>
        <a:effectLst/>
      </p:bgPr>
    </p:bg>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26FB2E4B-5D1B-4250-844C-3D50DE4A9F69}"/>
              </a:ext>
            </a:extLst>
          </p:cNvPr>
          <p:cNvSpPr>
            <a:spLocks noGrp="1"/>
          </p:cNvSpPr>
          <p:nvPr>
            <p:ph type="title" hasCustomPrompt="1"/>
          </p:nvPr>
        </p:nvSpPr>
        <p:spPr>
          <a:xfrm>
            <a:off x="463295" y="468543"/>
            <a:ext cx="11277600" cy="334099"/>
          </a:xfrm>
          <a:prstGeom prst="rect">
            <a:avLst/>
          </a:prstGeom>
        </p:spPr>
        <p:txBody>
          <a:bodyPr vert="horz" lIns="0" tIns="0" rIns="0" bIns="0" rtlCol="0" anchor="t" anchorCtr="0">
            <a:noAutofit/>
          </a:bodyPr>
          <a:lstStyle>
            <a:lvl1pPr>
              <a:defRPr sz="210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r>
              <a:rPr lang="en-US"/>
              <a:t>Click to add title</a:t>
            </a:r>
          </a:p>
        </p:txBody>
      </p:sp>
      <p:sp>
        <p:nvSpPr>
          <p:cNvPr id="4" name="Copyright">
            <a:extLst>
              <a:ext uri="{FF2B5EF4-FFF2-40B4-BE49-F238E27FC236}">
                <a16:creationId xmlns:a16="http://schemas.microsoft.com/office/drawing/2014/main" id="{E4A75749-1B1A-4B7D-9B08-747E50E0A7F6}"/>
              </a:ext>
            </a:extLst>
          </p:cNvPr>
          <p:cNvSpPr txBox="1"/>
          <p:nvPr userDrawn="1"/>
        </p:nvSpPr>
        <p:spPr>
          <a:xfrm>
            <a:off x="457200" y="6515063"/>
            <a:ext cx="5355168" cy="12311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a:solidFill>
                  <a:schemeClr val="bg1"/>
                </a:solidFill>
                <a:latin typeface="Calibri" panose="020F0502020204030204" pitchFamily="34" charset="0"/>
                <a:cs typeface="Calibri" panose="020F0502020204030204" pitchFamily="34" charset="0"/>
              </a:rPr>
              <a:t>Copyright © 2022 Deloitte Development LLC. All rights reserved.</a:t>
            </a:r>
          </a:p>
        </p:txBody>
      </p:sp>
      <p:sp>
        <p:nvSpPr>
          <p:cNvPr id="6" name="TextBox 5">
            <a:extLst>
              <a:ext uri="{FF2B5EF4-FFF2-40B4-BE49-F238E27FC236}">
                <a16:creationId xmlns:a16="http://schemas.microsoft.com/office/drawing/2014/main" id="{1A7821EB-039B-416D-8062-CE00448C9BBE}"/>
              </a:ext>
            </a:extLst>
          </p:cNvPr>
          <p:cNvSpPr txBox="1"/>
          <p:nvPr userDrawn="1"/>
        </p:nvSpPr>
        <p:spPr>
          <a:xfrm>
            <a:off x="11426826" y="6519673"/>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smtClean="0">
                <a:solidFill>
                  <a:schemeClr val="bg1"/>
                </a:solidFill>
                <a:latin typeface="Calibri" panose="020F0502020204030204" pitchFamily="34" charset="0"/>
                <a:cs typeface="Calibri" panose="020F0502020204030204" pitchFamily="34" charset="0"/>
              </a:rPr>
              <a:pPr marL="0" indent="0" algn="r">
                <a:spcBef>
                  <a:spcPts val="450"/>
                </a:spcBef>
                <a:buSzPct val="100000"/>
                <a:buFont typeface="Arial"/>
                <a:buNone/>
              </a:pPr>
              <a:t>‹#›</a:t>
            </a:fld>
            <a:endParaRPr lang="en-US" sz="800" noProof="0">
              <a:solidFill>
                <a:schemeClr val="bg1"/>
              </a:solidFill>
              <a:latin typeface="Calibri" panose="020F0502020204030204" pitchFamily="34" charset="0"/>
              <a:cs typeface="Calibri" panose="020F0502020204030204" pitchFamily="34" charset="0"/>
            </a:endParaRPr>
          </a:p>
        </p:txBody>
      </p:sp>
      <p:pic>
        <p:nvPicPr>
          <p:cNvPr id="7" name="Picture 4" descr="Background pattern, surface chart&#10;&#10;Description automatically generated">
            <a:extLst>
              <a:ext uri="{FF2B5EF4-FFF2-40B4-BE49-F238E27FC236}">
                <a16:creationId xmlns:a16="http://schemas.microsoft.com/office/drawing/2014/main" id="{93A1B054-8604-7ABE-7BD5-4694BF8B50A4}"/>
              </a:ext>
            </a:extLst>
          </p:cNvPr>
          <p:cNvPicPr>
            <a:picLocks noChangeAspect="1"/>
          </p:cNvPicPr>
          <p:nvPr userDrawn="1"/>
        </p:nvPicPr>
        <p:blipFill>
          <a:blip r:embed="rId2"/>
          <a:stretch>
            <a:fillRect/>
          </a:stretch>
        </p:blipFill>
        <p:spPr>
          <a:xfrm rot="16200000">
            <a:off x="7503043" y="2169043"/>
            <a:ext cx="6858000" cy="2519914"/>
          </a:xfrm>
          <a:prstGeom prst="rect">
            <a:avLst/>
          </a:prstGeom>
        </p:spPr>
      </p:pic>
    </p:spTree>
    <p:extLst>
      <p:ext uri="{BB962C8B-B14F-4D97-AF65-F5344CB8AC3E}">
        <p14:creationId xmlns:p14="http://schemas.microsoft.com/office/powerpoint/2010/main" val="1424956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Blank">
    <p:bg>
      <p:bgPr>
        <a:solidFill>
          <a:schemeClr val="tx1"/>
        </a:solidFill>
        <a:effectLst/>
      </p:bgPr>
    </p:bg>
    <p:spTree>
      <p:nvGrpSpPr>
        <p:cNvPr id="1" name=""/>
        <p:cNvGrpSpPr/>
        <p:nvPr/>
      </p:nvGrpSpPr>
      <p:grpSpPr>
        <a:xfrm>
          <a:off x="0" y="0"/>
          <a:ext cx="0" cy="0"/>
          <a:chOff x="0" y="0"/>
          <a:chExt cx="0" cy="0"/>
        </a:xfrm>
      </p:grpSpPr>
      <p:sp>
        <p:nvSpPr>
          <p:cNvPr id="4" name="Copyright">
            <a:extLst>
              <a:ext uri="{FF2B5EF4-FFF2-40B4-BE49-F238E27FC236}">
                <a16:creationId xmlns:a16="http://schemas.microsoft.com/office/drawing/2014/main" id="{7259976F-5BF8-4021-A35A-E02889621B23}"/>
              </a:ext>
            </a:extLst>
          </p:cNvPr>
          <p:cNvSpPr txBox="1"/>
          <p:nvPr userDrawn="1"/>
        </p:nvSpPr>
        <p:spPr>
          <a:xfrm>
            <a:off x="457200" y="6515063"/>
            <a:ext cx="5355168" cy="12311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a:solidFill>
                  <a:schemeClr val="bg1"/>
                </a:solidFill>
                <a:latin typeface="Calibri" panose="020F0502020204030204" pitchFamily="34" charset="0"/>
                <a:cs typeface="Calibri" panose="020F0502020204030204" pitchFamily="34" charset="0"/>
              </a:rPr>
              <a:t>Copyright © 2022 Deloitte Development LLC. All rights reserved.</a:t>
            </a:r>
          </a:p>
        </p:txBody>
      </p:sp>
      <p:sp>
        <p:nvSpPr>
          <p:cNvPr id="6" name="TextBox 5">
            <a:extLst>
              <a:ext uri="{FF2B5EF4-FFF2-40B4-BE49-F238E27FC236}">
                <a16:creationId xmlns:a16="http://schemas.microsoft.com/office/drawing/2014/main" id="{BAE6C844-BB1D-473C-9432-8E351FD28E26}"/>
              </a:ext>
            </a:extLst>
          </p:cNvPr>
          <p:cNvSpPr txBox="1"/>
          <p:nvPr userDrawn="1"/>
        </p:nvSpPr>
        <p:spPr>
          <a:xfrm>
            <a:off x="11426826" y="6519673"/>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smtClean="0">
                <a:solidFill>
                  <a:schemeClr val="bg1"/>
                </a:solidFill>
                <a:latin typeface="Calibri" panose="020F0502020204030204" pitchFamily="34" charset="0"/>
                <a:cs typeface="Calibri" panose="020F0502020204030204" pitchFamily="34" charset="0"/>
              </a:rPr>
              <a:pPr marL="0" indent="0" algn="r">
                <a:spcBef>
                  <a:spcPts val="450"/>
                </a:spcBef>
                <a:buSzPct val="100000"/>
                <a:buFont typeface="Arial"/>
                <a:buNone/>
              </a:pPr>
              <a:t>‹#›</a:t>
            </a:fld>
            <a:endParaRPr lang="en-US" sz="800" noProof="0">
              <a:solidFill>
                <a:schemeClr val="bg1"/>
              </a:solidFill>
              <a:latin typeface="Calibri" panose="020F0502020204030204" pitchFamily="34" charset="0"/>
              <a:cs typeface="Calibri" panose="020F0502020204030204" pitchFamily="34" charset="0"/>
            </a:endParaRPr>
          </a:p>
        </p:txBody>
      </p:sp>
      <p:pic>
        <p:nvPicPr>
          <p:cNvPr id="3" name="Picture 4" descr="Background pattern, surface chart&#10;&#10;Description automatically generated">
            <a:extLst>
              <a:ext uri="{FF2B5EF4-FFF2-40B4-BE49-F238E27FC236}">
                <a16:creationId xmlns:a16="http://schemas.microsoft.com/office/drawing/2014/main" id="{33949910-7095-FA12-A179-3A0AB5F30757}"/>
              </a:ext>
            </a:extLst>
          </p:cNvPr>
          <p:cNvPicPr>
            <a:picLocks noChangeAspect="1"/>
          </p:cNvPicPr>
          <p:nvPr userDrawn="1"/>
        </p:nvPicPr>
        <p:blipFill>
          <a:blip r:embed="rId2"/>
          <a:stretch>
            <a:fillRect/>
          </a:stretch>
        </p:blipFill>
        <p:spPr>
          <a:xfrm rot="16200000">
            <a:off x="7503043" y="2169043"/>
            <a:ext cx="6858000" cy="2519914"/>
          </a:xfrm>
          <a:prstGeom prst="rect">
            <a:avLst/>
          </a:prstGeom>
        </p:spPr>
      </p:pic>
    </p:spTree>
    <p:extLst>
      <p:ext uri="{BB962C8B-B14F-4D97-AF65-F5344CB8AC3E}">
        <p14:creationId xmlns:p14="http://schemas.microsoft.com/office/powerpoint/2010/main" val="97159136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1_2 columns of text">
    <p:spTree>
      <p:nvGrpSpPr>
        <p:cNvPr id="1" name=""/>
        <p:cNvGrpSpPr/>
        <p:nvPr/>
      </p:nvGrpSpPr>
      <p:grpSpPr>
        <a:xfrm>
          <a:off x="0" y="0"/>
          <a:ext cx="0" cy="0"/>
          <a:chOff x="0" y="0"/>
          <a:chExt cx="0" cy="0"/>
        </a:xfrm>
      </p:grpSpPr>
      <p:sp>
        <p:nvSpPr>
          <p:cNvPr id="13" name="Content Placeholder 3"/>
          <p:cNvSpPr>
            <a:spLocks noGrp="1"/>
          </p:cNvSpPr>
          <p:nvPr>
            <p:ph sz="quarter" idx="10"/>
          </p:nvPr>
        </p:nvSpPr>
        <p:spPr>
          <a:xfrm>
            <a:off x="463296" y="1719072"/>
            <a:ext cx="5480304" cy="4643628"/>
          </a:xfrm>
          <a:prstGeom prst="rect">
            <a:avLst/>
          </a:prstGeom>
        </p:spPr>
        <p:txBody>
          <a:bodyPr>
            <a:noAutofit/>
          </a:bodyPr>
          <a:lstStyle>
            <a:lvl1pPr marL="0" indent="0" algn="l">
              <a:buFontTx/>
              <a:buNone/>
              <a:tabLst>
                <a:tab pos="3771900" algn="r"/>
              </a:tabLst>
              <a:defRPr sz="1200"/>
            </a:lvl1pPr>
            <a:lvl2pPr marL="104775" indent="-104775" algn="l">
              <a:buClrTx/>
              <a:buSzPct val="100000"/>
              <a:buFont typeface="Arial" panose="020B0604020202020204" pitchFamily="34" charset="0"/>
              <a:buChar char="•"/>
              <a:tabLst>
                <a:tab pos="3771900" algn="r"/>
              </a:tabLst>
              <a:defRPr sz="1200"/>
            </a:lvl2pPr>
            <a:lvl3pPr marL="228600" indent="-104775" algn="l">
              <a:buClrTx/>
              <a:buSzPct val="100000"/>
              <a:buFont typeface="Arial" panose="020B0604020202020204" pitchFamily="34" charset="0"/>
              <a:buChar char="−"/>
              <a:tabLst>
                <a:tab pos="3771900" algn="r"/>
              </a:tabLst>
              <a:defRPr sz="1200"/>
            </a:lvl3pPr>
            <a:lvl4pPr marL="352425" indent="-104775" algn="l">
              <a:buClrTx/>
              <a:buSzPct val="100000"/>
              <a:buFont typeface="Arial" panose="020B0604020202020204" pitchFamily="34" charset="0"/>
              <a:buChar char="◦"/>
              <a:tabLst>
                <a:tab pos="3771900" algn="r"/>
              </a:tabLst>
              <a:defRPr sz="1200"/>
            </a:lvl4pPr>
            <a:lvl5pPr marL="476250" indent="-104775" algn="l">
              <a:buClrTx/>
              <a:buSzPct val="100000"/>
              <a:buFont typeface="Arial" panose="020B0604020202020204" pitchFamily="34" charset="0"/>
              <a:buChar char="−"/>
              <a:tabLst>
                <a:tab pos="3771900" algn="r"/>
              </a:tabLst>
              <a:defRPr sz="1200"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Content Placeholder 3"/>
          <p:cNvSpPr>
            <a:spLocks noGrp="1"/>
          </p:cNvSpPr>
          <p:nvPr>
            <p:ph sz="quarter" idx="20"/>
          </p:nvPr>
        </p:nvSpPr>
        <p:spPr>
          <a:xfrm>
            <a:off x="6248404" y="1719072"/>
            <a:ext cx="5486397" cy="4643628"/>
          </a:xfrm>
          <a:prstGeom prst="rect">
            <a:avLst/>
          </a:prstGeom>
        </p:spPr>
        <p:txBody>
          <a:bodyPr>
            <a:noAutofit/>
          </a:bodyPr>
          <a:lstStyle>
            <a:lvl1pPr marL="0" indent="0" algn="l">
              <a:buFontTx/>
              <a:buNone/>
              <a:tabLst>
                <a:tab pos="3771900" algn="r"/>
              </a:tabLst>
              <a:defRPr sz="1200"/>
            </a:lvl1pPr>
            <a:lvl2pPr marL="104775" indent="-104775" algn="l">
              <a:buClrTx/>
              <a:buSzPct val="100000"/>
              <a:buFont typeface="Arial" panose="020B0604020202020204" pitchFamily="34" charset="0"/>
              <a:buChar char="•"/>
              <a:tabLst>
                <a:tab pos="3771900" algn="r"/>
              </a:tabLst>
              <a:defRPr sz="1200"/>
            </a:lvl2pPr>
            <a:lvl3pPr marL="228600" indent="-104775" algn="l">
              <a:buClrTx/>
              <a:buSzPct val="100000"/>
              <a:buFont typeface="Arial" panose="020B0604020202020204" pitchFamily="34" charset="0"/>
              <a:buChar char="−"/>
              <a:tabLst>
                <a:tab pos="3771900" algn="r"/>
              </a:tabLst>
              <a:defRPr sz="1200"/>
            </a:lvl3pPr>
            <a:lvl4pPr marL="352425" indent="-104775" algn="l">
              <a:buClrTx/>
              <a:buSzPct val="100000"/>
              <a:buFont typeface="Arial" panose="020B0604020202020204" pitchFamily="34" charset="0"/>
              <a:buChar char="◦"/>
              <a:tabLst>
                <a:tab pos="3771900" algn="r"/>
              </a:tabLst>
              <a:defRPr sz="1200"/>
            </a:lvl4pPr>
            <a:lvl5pPr marL="476250" indent="-104775" algn="l">
              <a:buClrTx/>
              <a:buSzPct val="100000"/>
              <a:buFont typeface="Arial" panose="020B0604020202020204" pitchFamily="34" charset="0"/>
              <a:buChar char="−"/>
              <a:tabLst>
                <a:tab pos="3771900" algn="r"/>
              </a:tabLst>
              <a:defRPr sz="1200"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8">
            <a:extLst>
              <a:ext uri="{FF2B5EF4-FFF2-40B4-BE49-F238E27FC236}">
                <a16:creationId xmlns:a16="http://schemas.microsoft.com/office/drawing/2014/main" id="{8A9CD2DA-AA83-4DCB-8501-DE5878CC0B8A}"/>
              </a:ext>
            </a:extLst>
          </p:cNvPr>
          <p:cNvSpPr>
            <a:spLocks noGrp="1"/>
          </p:cNvSpPr>
          <p:nvPr>
            <p:ph type="body" sz="quarter" idx="13" hasCustomPrompt="1"/>
          </p:nvPr>
        </p:nvSpPr>
        <p:spPr>
          <a:xfrm>
            <a:off x="463295" y="805490"/>
            <a:ext cx="11277600" cy="757255"/>
          </a:xfrm>
          <a:prstGeom prst="rect">
            <a:avLst/>
          </a:prstGeom>
        </p:spPr>
        <p:txBody>
          <a:bodyPr lIns="0" tIns="0" rIns="0" bIns="0">
            <a:noAutofit/>
          </a:bodyPr>
          <a:lstStyle>
            <a:lvl1pPr marL="0" indent="0">
              <a:buNone/>
              <a:defRPr sz="1600" b="0">
                <a:solidFill>
                  <a:schemeClr val="tx2"/>
                </a:solidFill>
                <a:latin typeface="Open Sans" panose="020B0606030504020204" pitchFamily="34" charset="0"/>
                <a:ea typeface="Open Sans" panose="020B0606030504020204" pitchFamily="34" charset="0"/>
                <a:cs typeface="Open Sans" panose="020B0606030504020204" pitchFamily="34" charset="0"/>
              </a:defRPr>
            </a:lvl1pPr>
          </a:lstStyle>
          <a:p>
            <a:pPr lvl="0"/>
            <a:r>
              <a:rPr lang="en-US"/>
              <a:t>Click to add subtitle</a:t>
            </a:r>
          </a:p>
        </p:txBody>
      </p:sp>
      <p:sp>
        <p:nvSpPr>
          <p:cNvPr id="7" name="Title Placeholder 1">
            <a:extLst>
              <a:ext uri="{FF2B5EF4-FFF2-40B4-BE49-F238E27FC236}">
                <a16:creationId xmlns:a16="http://schemas.microsoft.com/office/drawing/2014/main" id="{6559CC6F-6478-4902-A4D5-F8FB6538D285}"/>
              </a:ext>
            </a:extLst>
          </p:cNvPr>
          <p:cNvSpPr>
            <a:spLocks noGrp="1"/>
          </p:cNvSpPr>
          <p:nvPr>
            <p:ph type="title" hasCustomPrompt="1"/>
          </p:nvPr>
        </p:nvSpPr>
        <p:spPr>
          <a:xfrm>
            <a:off x="463295" y="468542"/>
            <a:ext cx="11277600" cy="334099"/>
          </a:xfrm>
          <a:prstGeom prst="rect">
            <a:avLst/>
          </a:prstGeom>
        </p:spPr>
        <p:txBody>
          <a:bodyPr vert="horz" lIns="0" tIns="0" rIns="0" bIns="0" rtlCol="0" anchor="t" anchorCtr="0">
            <a:noAutofit/>
          </a:bodyPr>
          <a:lstStyle>
            <a:lvl1pPr>
              <a:defRPr sz="2100">
                <a:latin typeface="Open Sans" panose="020B0606030504020204" pitchFamily="34" charset="0"/>
                <a:ea typeface="Open Sans" panose="020B0606030504020204" pitchFamily="34" charset="0"/>
                <a:cs typeface="Open Sans" panose="020B0606030504020204" pitchFamily="34" charset="0"/>
              </a:defRPr>
            </a:lvl1pPr>
          </a:lstStyle>
          <a:p>
            <a:r>
              <a:rPr lang="en-US"/>
              <a:t>Click to add title</a:t>
            </a:r>
          </a:p>
        </p:txBody>
      </p:sp>
    </p:spTree>
    <p:extLst>
      <p:ext uri="{BB962C8B-B14F-4D97-AF65-F5344CB8AC3E}">
        <p14:creationId xmlns:p14="http://schemas.microsoft.com/office/powerpoint/2010/main" val="371664250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1_3 chart">
    <p:spTree>
      <p:nvGrpSpPr>
        <p:cNvPr id="1" name=""/>
        <p:cNvGrpSpPr/>
        <p:nvPr/>
      </p:nvGrpSpPr>
      <p:grpSpPr>
        <a:xfrm>
          <a:off x="0" y="0"/>
          <a:ext cx="0" cy="0"/>
          <a:chOff x="0" y="0"/>
          <a:chExt cx="0" cy="0"/>
        </a:xfrm>
      </p:grpSpPr>
      <p:sp>
        <p:nvSpPr>
          <p:cNvPr id="17" name="Chart Placeholder 3"/>
          <p:cNvSpPr>
            <a:spLocks noGrp="1"/>
          </p:cNvSpPr>
          <p:nvPr>
            <p:ph type="chart" sz="quarter" idx="15"/>
          </p:nvPr>
        </p:nvSpPr>
        <p:spPr>
          <a:xfrm>
            <a:off x="461468" y="2115797"/>
            <a:ext cx="3549549" cy="4005216"/>
          </a:xfrm>
          <a:prstGeom prst="rect">
            <a:avLst/>
          </a:prstGeom>
        </p:spPr>
        <p:txBody>
          <a:bodyPr>
            <a:noAutofit/>
          </a:bodyPr>
          <a:lstStyle>
            <a:lvl1pPr>
              <a:defRPr sz="1200"/>
            </a:lvl1pPr>
          </a:lstStyle>
          <a:p>
            <a:r>
              <a:rPr lang="en-US" noProof="0"/>
              <a:t>Click icon to add chart</a:t>
            </a:r>
          </a:p>
        </p:txBody>
      </p:sp>
      <p:sp>
        <p:nvSpPr>
          <p:cNvPr id="18" name="Text Placeholder 8"/>
          <p:cNvSpPr>
            <a:spLocks noGrp="1"/>
          </p:cNvSpPr>
          <p:nvPr>
            <p:ph type="body" sz="quarter" idx="18"/>
          </p:nvPr>
        </p:nvSpPr>
        <p:spPr>
          <a:xfrm>
            <a:off x="459119" y="1722943"/>
            <a:ext cx="3549549" cy="392112"/>
          </a:xfrm>
        </p:spPr>
        <p:txBody>
          <a:bodyPr>
            <a:noAutofit/>
          </a:bodyPr>
          <a:lstStyle>
            <a:lvl1pPr>
              <a:defRPr sz="1200"/>
            </a:lvl1pPr>
          </a:lstStyle>
          <a:p>
            <a:pPr lvl="0"/>
            <a:r>
              <a:rPr lang="en-US" noProof="0"/>
              <a:t>Click to edit Master text styles</a:t>
            </a:r>
          </a:p>
        </p:txBody>
      </p:sp>
      <p:sp>
        <p:nvSpPr>
          <p:cNvPr id="12" name="Text Placeholder 7"/>
          <p:cNvSpPr>
            <a:spLocks noGrp="1"/>
          </p:cNvSpPr>
          <p:nvPr>
            <p:ph type="body" sz="quarter" idx="23"/>
          </p:nvPr>
        </p:nvSpPr>
        <p:spPr>
          <a:xfrm>
            <a:off x="461468" y="6121016"/>
            <a:ext cx="11277600" cy="241685"/>
          </a:xfrm>
        </p:spPr>
        <p:txBody>
          <a:bodyPr>
            <a:noAutofit/>
          </a:bodyPr>
          <a:lstStyle>
            <a:lvl1pPr>
              <a:spcAft>
                <a:spcPts val="0"/>
              </a:spcAft>
              <a:defRPr sz="900"/>
            </a:lvl1pPr>
          </a:lstStyle>
          <a:p>
            <a:pPr lvl="0"/>
            <a:r>
              <a:rPr lang="en-US" noProof="0"/>
              <a:t>Click to edit Master text styles</a:t>
            </a:r>
          </a:p>
        </p:txBody>
      </p:sp>
      <p:sp>
        <p:nvSpPr>
          <p:cNvPr id="19" name="Chart Placeholder 3">
            <a:extLst>
              <a:ext uri="{FF2B5EF4-FFF2-40B4-BE49-F238E27FC236}">
                <a16:creationId xmlns:a16="http://schemas.microsoft.com/office/drawing/2014/main" id="{16889619-7368-4B21-B502-003FD717C954}"/>
              </a:ext>
            </a:extLst>
          </p:cNvPr>
          <p:cNvSpPr>
            <a:spLocks noGrp="1"/>
          </p:cNvSpPr>
          <p:nvPr>
            <p:ph type="chart" sz="quarter" idx="24"/>
          </p:nvPr>
        </p:nvSpPr>
        <p:spPr>
          <a:xfrm>
            <a:off x="4323575" y="2115798"/>
            <a:ext cx="3549549" cy="4005216"/>
          </a:xfrm>
          <a:prstGeom prst="rect">
            <a:avLst/>
          </a:prstGeom>
        </p:spPr>
        <p:txBody>
          <a:bodyPr>
            <a:noAutofit/>
          </a:bodyPr>
          <a:lstStyle>
            <a:lvl1pPr>
              <a:defRPr sz="1200"/>
            </a:lvl1pPr>
          </a:lstStyle>
          <a:p>
            <a:r>
              <a:rPr lang="en-US" noProof="0"/>
              <a:t>Click icon to add chart</a:t>
            </a:r>
          </a:p>
        </p:txBody>
      </p:sp>
      <p:sp>
        <p:nvSpPr>
          <p:cNvPr id="20" name="Text Placeholder 8">
            <a:extLst>
              <a:ext uri="{FF2B5EF4-FFF2-40B4-BE49-F238E27FC236}">
                <a16:creationId xmlns:a16="http://schemas.microsoft.com/office/drawing/2014/main" id="{7536B633-26E6-47E5-A809-A97D26199C41}"/>
              </a:ext>
            </a:extLst>
          </p:cNvPr>
          <p:cNvSpPr>
            <a:spLocks noGrp="1"/>
          </p:cNvSpPr>
          <p:nvPr>
            <p:ph type="body" sz="quarter" idx="25"/>
          </p:nvPr>
        </p:nvSpPr>
        <p:spPr>
          <a:xfrm>
            <a:off x="4321226" y="1722944"/>
            <a:ext cx="3549549" cy="392112"/>
          </a:xfrm>
        </p:spPr>
        <p:txBody>
          <a:bodyPr>
            <a:noAutofit/>
          </a:bodyPr>
          <a:lstStyle>
            <a:lvl1pPr>
              <a:defRPr sz="1200"/>
            </a:lvl1pPr>
          </a:lstStyle>
          <a:p>
            <a:pPr lvl="0"/>
            <a:r>
              <a:rPr lang="en-US" noProof="0"/>
              <a:t>Click to edit Master text styles</a:t>
            </a:r>
          </a:p>
        </p:txBody>
      </p:sp>
      <p:sp>
        <p:nvSpPr>
          <p:cNvPr id="21" name="Chart Placeholder 3">
            <a:extLst>
              <a:ext uri="{FF2B5EF4-FFF2-40B4-BE49-F238E27FC236}">
                <a16:creationId xmlns:a16="http://schemas.microsoft.com/office/drawing/2014/main" id="{B4691CB5-FF7F-4DAF-80B3-769541086497}"/>
              </a:ext>
            </a:extLst>
          </p:cNvPr>
          <p:cNvSpPr>
            <a:spLocks noGrp="1"/>
          </p:cNvSpPr>
          <p:nvPr>
            <p:ph type="chart" sz="quarter" idx="26"/>
          </p:nvPr>
        </p:nvSpPr>
        <p:spPr>
          <a:xfrm>
            <a:off x="8193695" y="2115798"/>
            <a:ext cx="3549549" cy="4005216"/>
          </a:xfrm>
          <a:prstGeom prst="rect">
            <a:avLst/>
          </a:prstGeom>
        </p:spPr>
        <p:txBody>
          <a:bodyPr>
            <a:noAutofit/>
          </a:bodyPr>
          <a:lstStyle>
            <a:lvl1pPr>
              <a:defRPr sz="1200"/>
            </a:lvl1pPr>
          </a:lstStyle>
          <a:p>
            <a:r>
              <a:rPr lang="en-US" noProof="0"/>
              <a:t>Click icon to add chart</a:t>
            </a:r>
          </a:p>
        </p:txBody>
      </p:sp>
      <p:sp>
        <p:nvSpPr>
          <p:cNvPr id="22" name="Text Placeholder 8">
            <a:extLst>
              <a:ext uri="{FF2B5EF4-FFF2-40B4-BE49-F238E27FC236}">
                <a16:creationId xmlns:a16="http://schemas.microsoft.com/office/drawing/2014/main" id="{D8875204-BB59-4C5F-ABB1-D0ECEC5A0701}"/>
              </a:ext>
            </a:extLst>
          </p:cNvPr>
          <p:cNvSpPr>
            <a:spLocks noGrp="1"/>
          </p:cNvSpPr>
          <p:nvPr>
            <p:ph type="body" sz="quarter" idx="27"/>
          </p:nvPr>
        </p:nvSpPr>
        <p:spPr>
          <a:xfrm>
            <a:off x="8191346" y="1722944"/>
            <a:ext cx="3549549" cy="392112"/>
          </a:xfrm>
        </p:spPr>
        <p:txBody>
          <a:bodyPr>
            <a:noAutofit/>
          </a:bodyPr>
          <a:lstStyle>
            <a:lvl1pPr>
              <a:defRPr sz="1200"/>
            </a:lvl1pPr>
          </a:lstStyle>
          <a:p>
            <a:pPr lvl="0"/>
            <a:r>
              <a:rPr lang="en-US" noProof="0"/>
              <a:t>Click to edit Master text styles</a:t>
            </a:r>
          </a:p>
        </p:txBody>
      </p:sp>
      <p:sp>
        <p:nvSpPr>
          <p:cNvPr id="23" name="Text Placeholder 8">
            <a:extLst>
              <a:ext uri="{FF2B5EF4-FFF2-40B4-BE49-F238E27FC236}">
                <a16:creationId xmlns:a16="http://schemas.microsoft.com/office/drawing/2014/main" id="{272C8D47-97C8-4E6F-91CC-C3AB406C1C26}"/>
              </a:ext>
            </a:extLst>
          </p:cNvPr>
          <p:cNvSpPr>
            <a:spLocks noGrp="1"/>
          </p:cNvSpPr>
          <p:nvPr>
            <p:ph type="body" sz="quarter" idx="13" hasCustomPrompt="1"/>
          </p:nvPr>
        </p:nvSpPr>
        <p:spPr>
          <a:xfrm>
            <a:off x="463295" y="805491"/>
            <a:ext cx="11277600" cy="757255"/>
          </a:xfrm>
          <a:prstGeom prst="rect">
            <a:avLst/>
          </a:prstGeom>
        </p:spPr>
        <p:txBody>
          <a:bodyPr lIns="0" tIns="0" rIns="0" bIns="0">
            <a:noAutofit/>
          </a:bodyPr>
          <a:lstStyle>
            <a:lvl1pPr marL="0" indent="0">
              <a:buNone/>
              <a:defRPr sz="1600" b="0">
                <a:solidFill>
                  <a:schemeClr val="tx2"/>
                </a:solidFill>
                <a:latin typeface="Open Sans" panose="020B0606030504020204" pitchFamily="34" charset="0"/>
                <a:ea typeface="Open Sans" panose="020B0606030504020204" pitchFamily="34" charset="0"/>
                <a:cs typeface="Open Sans" panose="020B0606030504020204" pitchFamily="34" charset="0"/>
              </a:defRPr>
            </a:lvl1pPr>
          </a:lstStyle>
          <a:p>
            <a:pPr lvl="0"/>
            <a:r>
              <a:rPr lang="en-US"/>
              <a:t>Click to add subtitle</a:t>
            </a:r>
          </a:p>
        </p:txBody>
      </p:sp>
      <p:sp>
        <p:nvSpPr>
          <p:cNvPr id="24" name="Title Placeholder 1">
            <a:extLst>
              <a:ext uri="{FF2B5EF4-FFF2-40B4-BE49-F238E27FC236}">
                <a16:creationId xmlns:a16="http://schemas.microsoft.com/office/drawing/2014/main" id="{D65F0445-032D-4E6A-83EC-59A2184ED5F6}"/>
              </a:ext>
            </a:extLst>
          </p:cNvPr>
          <p:cNvSpPr>
            <a:spLocks noGrp="1"/>
          </p:cNvSpPr>
          <p:nvPr>
            <p:ph type="title" hasCustomPrompt="1"/>
          </p:nvPr>
        </p:nvSpPr>
        <p:spPr>
          <a:xfrm>
            <a:off x="463295" y="468543"/>
            <a:ext cx="11277600" cy="334099"/>
          </a:xfrm>
          <a:prstGeom prst="rect">
            <a:avLst/>
          </a:prstGeom>
        </p:spPr>
        <p:txBody>
          <a:bodyPr vert="horz" lIns="0" tIns="0" rIns="0" bIns="0" rtlCol="0" anchor="t" anchorCtr="0">
            <a:noAutofit/>
          </a:bodyPr>
          <a:lstStyle>
            <a:lvl1pPr>
              <a:defRPr sz="2100">
                <a:latin typeface="Open Sans" panose="020B0606030504020204" pitchFamily="34" charset="0"/>
                <a:ea typeface="Open Sans" panose="020B0606030504020204" pitchFamily="34" charset="0"/>
                <a:cs typeface="Open Sans" panose="020B0606030504020204" pitchFamily="34" charset="0"/>
              </a:defRPr>
            </a:lvl1pPr>
          </a:lstStyle>
          <a:p>
            <a:r>
              <a:rPr lang="en-US"/>
              <a:t>Click to add title</a:t>
            </a:r>
          </a:p>
        </p:txBody>
      </p:sp>
    </p:spTree>
    <p:extLst>
      <p:ext uri="{BB962C8B-B14F-4D97-AF65-F5344CB8AC3E}">
        <p14:creationId xmlns:p14="http://schemas.microsoft.com/office/powerpoint/2010/main" val="356332763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2_Title &amp; subtitle">
    <p:spTree>
      <p:nvGrpSpPr>
        <p:cNvPr id="1" name=""/>
        <p:cNvGrpSpPr/>
        <p:nvPr/>
      </p:nvGrpSpPr>
      <p:grpSpPr>
        <a:xfrm>
          <a:off x="0" y="0"/>
          <a:ext cx="0" cy="0"/>
          <a:chOff x="0" y="0"/>
          <a:chExt cx="0" cy="0"/>
        </a:xfrm>
      </p:grpSpPr>
      <p:sp>
        <p:nvSpPr>
          <p:cNvPr id="6" name="Text Placeholder 8">
            <a:extLst>
              <a:ext uri="{FF2B5EF4-FFF2-40B4-BE49-F238E27FC236}">
                <a16:creationId xmlns:a16="http://schemas.microsoft.com/office/drawing/2014/main" id="{8D89C7E6-37F5-4005-B8BE-658A5ADDE295}"/>
              </a:ext>
            </a:extLst>
          </p:cNvPr>
          <p:cNvSpPr>
            <a:spLocks noGrp="1"/>
          </p:cNvSpPr>
          <p:nvPr>
            <p:ph type="body" sz="quarter" idx="22" hasCustomPrompt="1"/>
          </p:nvPr>
        </p:nvSpPr>
        <p:spPr>
          <a:xfrm>
            <a:off x="463295" y="805491"/>
            <a:ext cx="11277600" cy="757255"/>
          </a:xfrm>
          <a:prstGeom prst="rect">
            <a:avLst/>
          </a:prstGeom>
        </p:spPr>
        <p:txBody>
          <a:bodyPr lIns="0" tIns="0" rIns="0" bIns="0">
            <a:noAutofit/>
          </a:bodyPr>
          <a:lstStyle>
            <a:lvl1pPr marL="0" indent="0">
              <a:buNone/>
              <a:defRPr sz="1600" b="0">
                <a:solidFill>
                  <a:schemeClr val="tx2"/>
                </a:solidFill>
                <a:latin typeface="Open Sans" panose="020B0606030504020204" pitchFamily="34" charset="0"/>
                <a:ea typeface="Open Sans" panose="020B0606030504020204" pitchFamily="34" charset="0"/>
                <a:cs typeface="Open Sans" panose="020B0606030504020204" pitchFamily="34" charset="0"/>
              </a:defRPr>
            </a:lvl1pPr>
          </a:lstStyle>
          <a:p>
            <a:pPr lvl="0"/>
            <a:r>
              <a:rPr lang="en-US"/>
              <a:t>Click to add subtitle</a:t>
            </a:r>
          </a:p>
        </p:txBody>
      </p:sp>
      <p:sp>
        <p:nvSpPr>
          <p:cNvPr id="7" name="Title Placeholder 1">
            <a:extLst>
              <a:ext uri="{FF2B5EF4-FFF2-40B4-BE49-F238E27FC236}">
                <a16:creationId xmlns:a16="http://schemas.microsoft.com/office/drawing/2014/main" id="{0FA13130-E22F-4F71-97DB-A64E7A175EC6}"/>
              </a:ext>
            </a:extLst>
          </p:cNvPr>
          <p:cNvSpPr>
            <a:spLocks noGrp="1"/>
          </p:cNvSpPr>
          <p:nvPr>
            <p:ph type="title" hasCustomPrompt="1"/>
          </p:nvPr>
        </p:nvSpPr>
        <p:spPr>
          <a:xfrm>
            <a:off x="463295" y="468543"/>
            <a:ext cx="11277600" cy="334099"/>
          </a:xfrm>
          <a:prstGeom prst="rect">
            <a:avLst/>
          </a:prstGeom>
        </p:spPr>
        <p:txBody>
          <a:bodyPr vert="horz" lIns="0" tIns="0" rIns="0" bIns="0" rtlCol="0" anchor="t" anchorCtr="0">
            <a:noAutofit/>
          </a:bodyPr>
          <a:lstStyle>
            <a:lvl1pPr>
              <a:defRPr sz="2100">
                <a:latin typeface="Open Sans" panose="020B0606030504020204" pitchFamily="34" charset="0"/>
                <a:ea typeface="Open Sans" panose="020B0606030504020204" pitchFamily="34" charset="0"/>
                <a:cs typeface="Open Sans" panose="020B0606030504020204" pitchFamily="34" charset="0"/>
              </a:defRPr>
            </a:lvl1pPr>
          </a:lstStyle>
          <a:p>
            <a:r>
              <a:rPr lang="en-US"/>
              <a:t>Click to add title</a:t>
            </a:r>
          </a:p>
        </p:txBody>
      </p:sp>
    </p:spTree>
    <p:extLst>
      <p:ext uri="{BB962C8B-B14F-4D97-AF65-F5344CB8AC3E}">
        <p14:creationId xmlns:p14="http://schemas.microsoft.com/office/powerpoint/2010/main" val="274344964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itle, subtitle &amp; 1 column text">
    <p:spTree>
      <p:nvGrpSpPr>
        <p:cNvPr id="1" name=""/>
        <p:cNvGrpSpPr/>
        <p:nvPr/>
      </p:nvGrpSpPr>
      <p:grpSpPr>
        <a:xfrm>
          <a:off x="0" y="0"/>
          <a:ext cx="0" cy="0"/>
          <a:chOff x="0" y="0"/>
          <a:chExt cx="0" cy="0"/>
        </a:xfrm>
      </p:grpSpPr>
      <p:sp>
        <p:nvSpPr>
          <p:cNvPr id="14" name="Text Placeholder 18"/>
          <p:cNvSpPr>
            <a:spLocks noGrp="1"/>
          </p:cNvSpPr>
          <p:nvPr>
            <p:ph idx="1"/>
          </p:nvPr>
        </p:nvSpPr>
        <p:spPr>
          <a:xfrm>
            <a:off x="461823" y="1714500"/>
            <a:ext cx="11277600" cy="4667250"/>
          </a:xfrm>
          <a:prstGeom prst="rect">
            <a:avLst/>
          </a:prstGeom>
        </p:spPr>
        <p:txBody>
          <a:bodyPr vert="horz" lIns="0" tIns="0" rIns="0" bIns="0" rtlCol="0">
            <a:noAutofit/>
          </a:bodyPr>
          <a:lstStyle>
            <a:lvl1pPr>
              <a:defRPr sz="1200"/>
            </a:lvl1pPr>
            <a:lvl2pPr>
              <a:defRPr sz="1200"/>
            </a:lvl2pPr>
            <a:lvl3pPr>
              <a:defRPr sz="1200"/>
            </a:lvl3pPr>
            <a:lvl4pPr>
              <a:defRPr sz="1200"/>
            </a:lvl4pPr>
            <a:lvl5pPr>
              <a:defRPr sz="12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8">
            <a:extLst>
              <a:ext uri="{FF2B5EF4-FFF2-40B4-BE49-F238E27FC236}">
                <a16:creationId xmlns:a16="http://schemas.microsoft.com/office/drawing/2014/main" id="{259C2253-8D87-4928-94C4-A4D186A7A8BD}"/>
              </a:ext>
            </a:extLst>
          </p:cNvPr>
          <p:cNvSpPr>
            <a:spLocks noGrp="1"/>
          </p:cNvSpPr>
          <p:nvPr>
            <p:ph type="body" sz="quarter" idx="22" hasCustomPrompt="1"/>
          </p:nvPr>
        </p:nvSpPr>
        <p:spPr>
          <a:xfrm>
            <a:off x="463295" y="805489"/>
            <a:ext cx="11277600" cy="757255"/>
          </a:xfrm>
          <a:prstGeom prst="rect">
            <a:avLst/>
          </a:prstGeom>
        </p:spPr>
        <p:txBody>
          <a:bodyPr lIns="0" tIns="0" rIns="0" bIns="0">
            <a:noAutofit/>
          </a:bodyPr>
          <a:lstStyle>
            <a:lvl1pPr marL="0" indent="0">
              <a:buNone/>
              <a:defRPr sz="1600" b="0">
                <a:solidFill>
                  <a:schemeClr val="tx2"/>
                </a:solidFill>
                <a:latin typeface="Open Sans" panose="020B0606030504020204" pitchFamily="34" charset="0"/>
                <a:ea typeface="Open Sans" panose="020B0606030504020204" pitchFamily="34" charset="0"/>
                <a:cs typeface="Open Sans" panose="020B0606030504020204" pitchFamily="34" charset="0"/>
              </a:defRPr>
            </a:lvl1pPr>
          </a:lstStyle>
          <a:p>
            <a:pPr lvl="0"/>
            <a:r>
              <a:rPr lang="en-US"/>
              <a:t>Click to add subtitle</a:t>
            </a:r>
          </a:p>
        </p:txBody>
      </p:sp>
      <p:sp>
        <p:nvSpPr>
          <p:cNvPr id="6" name="Title Placeholder 1">
            <a:extLst>
              <a:ext uri="{FF2B5EF4-FFF2-40B4-BE49-F238E27FC236}">
                <a16:creationId xmlns:a16="http://schemas.microsoft.com/office/drawing/2014/main" id="{96593EEB-1CDC-4080-8C11-602DEAE1026D}"/>
              </a:ext>
            </a:extLst>
          </p:cNvPr>
          <p:cNvSpPr>
            <a:spLocks noGrp="1"/>
          </p:cNvSpPr>
          <p:nvPr>
            <p:ph type="title" hasCustomPrompt="1"/>
          </p:nvPr>
        </p:nvSpPr>
        <p:spPr>
          <a:xfrm>
            <a:off x="463295" y="468541"/>
            <a:ext cx="11277600" cy="334099"/>
          </a:xfrm>
          <a:prstGeom prst="rect">
            <a:avLst/>
          </a:prstGeom>
        </p:spPr>
        <p:txBody>
          <a:bodyPr vert="horz" lIns="0" tIns="0" rIns="0" bIns="0" rtlCol="0" anchor="t" anchorCtr="0">
            <a:noAutofit/>
          </a:bodyPr>
          <a:lstStyle>
            <a:lvl1pPr>
              <a:defRPr sz="2100">
                <a:latin typeface="Open Sans" panose="020B0606030504020204" pitchFamily="34" charset="0"/>
                <a:ea typeface="Open Sans" panose="020B0606030504020204" pitchFamily="34" charset="0"/>
                <a:cs typeface="Open Sans" panose="020B0606030504020204" pitchFamily="34" charset="0"/>
              </a:defRPr>
            </a:lvl1pPr>
          </a:lstStyle>
          <a:p>
            <a:r>
              <a:rPr lang="en-US"/>
              <a:t>Click to add title</a:t>
            </a:r>
          </a:p>
        </p:txBody>
      </p:sp>
    </p:spTree>
    <p:extLst>
      <p:ext uri="{BB962C8B-B14F-4D97-AF65-F5344CB8AC3E}">
        <p14:creationId xmlns:p14="http://schemas.microsoft.com/office/powerpoint/2010/main" val="409616274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3_Title &amp; subtitle">
    <p:bg>
      <p:bgPr>
        <a:solidFill>
          <a:schemeClr val="tx1"/>
        </a:solidFill>
        <a:effectLst/>
      </p:bgPr>
    </p:bg>
    <p:spTree>
      <p:nvGrpSpPr>
        <p:cNvPr id="1" name=""/>
        <p:cNvGrpSpPr/>
        <p:nvPr/>
      </p:nvGrpSpPr>
      <p:grpSpPr>
        <a:xfrm>
          <a:off x="0" y="0"/>
          <a:ext cx="0" cy="0"/>
          <a:chOff x="0" y="0"/>
          <a:chExt cx="0" cy="0"/>
        </a:xfrm>
      </p:grpSpPr>
      <p:sp>
        <p:nvSpPr>
          <p:cNvPr id="6" name="Text Placeholder 8">
            <a:extLst>
              <a:ext uri="{FF2B5EF4-FFF2-40B4-BE49-F238E27FC236}">
                <a16:creationId xmlns:a16="http://schemas.microsoft.com/office/drawing/2014/main" id="{8D89C7E6-37F5-4005-B8BE-658A5ADDE295}"/>
              </a:ext>
            </a:extLst>
          </p:cNvPr>
          <p:cNvSpPr>
            <a:spLocks noGrp="1"/>
          </p:cNvSpPr>
          <p:nvPr>
            <p:ph type="body" sz="quarter" idx="22" hasCustomPrompt="1"/>
          </p:nvPr>
        </p:nvSpPr>
        <p:spPr>
          <a:xfrm>
            <a:off x="463295" y="805491"/>
            <a:ext cx="11277600" cy="757255"/>
          </a:xfrm>
          <a:prstGeom prst="rect">
            <a:avLst/>
          </a:prstGeom>
        </p:spPr>
        <p:txBody>
          <a:bodyPr lIns="0" tIns="0" rIns="0" bIns="0">
            <a:noAutofit/>
          </a:bodyPr>
          <a:lstStyle>
            <a:lvl1pPr marL="0" indent="0">
              <a:buNone/>
              <a:defRPr sz="1600" b="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pPr lvl="0"/>
            <a:r>
              <a:rPr lang="en-US"/>
              <a:t>Click to add subtitle</a:t>
            </a:r>
          </a:p>
        </p:txBody>
      </p:sp>
      <p:sp>
        <p:nvSpPr>
          <p:cNvPr id="7" name="Title Placeholder 1">
            <a:extLst>
              <a:ext uri="{FF2B5EF4-FFF2-40B4-BE49-F238E27FC236}">
                <a16:creationId xmlns:a16="http://schemas.microsoft.com/office/drawing/2014/main" id="{0FA13130-E22F-4F71-97DB-A64E7A175EC6}"/>
              </a:ext>
            </a:extLst>
          </p:cNvPr>
          <p:cNvSpPr>
            <a:spLocks noGrp="1"/>
          </p:cNvSpPr>
          <p:nvPr>
            <p:ph type="title" hasCustomPrompt="1"/>
          </p:nvPr>
        </p:nvSpPr>
        <p:spPr>
          <a:xfrm>
            <a:off x="463295" y="468543"/>
            <a:ext cx="11277600" cy="334099"/>
          </a:xfrm>
          <a:prstGeom prst="rect">
            <a:avLst/>
          </a:prstGeom>
        </p:spPr>
        <p:txBody>
          <a:bodyPr vert="horz" lIns="0" tIns="0" rIns="0" bIns="0" rtlCol="0" anchor="t" anchorCtr="0">
            <a:noAutofit/>
          </a:bodyPr>
          <a:lstStyle>
            <a:lvl1pPr>
              <a:defRPr sz="210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r>
              <a:rPr lang="en-US"/>
              <a:t>Click to add title</a:t>
            </a:r>
          </a:p>
        </p:txBody>
      </p:sp>
      <p:sp>
        <p:nvSpPr>
          <p:cNvPr id="5" name="Copyright">
            <a:extLst>
              <a:ext uri="{FF2B5EF4-FFF2-40B4-BE49-F238E27FC236}">
                <a16:creationId xmlns:a16="http://schemas.microsoft.com/office/drawing/2014/main" id="{2E36B963-9D15-4C32-9F41-40B9F47218D8}"/>
              </a:ext>
            </a:extLst>
          </p:cNvPr>
          <p:cNvSpPr txBox="1"/>
          <p:nvPr userDrawn="1"/>
        </p:nvSpPr>
        <p:spPr>
          <a:xfrm>
            <a:off x="457200" y="6515063"/>
            <a:ext cx="5355168" cy="12311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a:solidFill>
                  <a:schemeClr val="bg1"/>
                </a:solidFill>
                <a:latin typeface="Calibri" panose="020F0502020204030204" pitchFamily="34" charset="0"/>
                <a:cs typeface="Calibri" panose="020F0502020204030204" pitchFamily="34" charset="0"/>
              </a:rPr>
              <a:t>Copyright © 2022 Deloitte Development LLC. All rights reserved.</a:t>
            </a:r>
          </a:p>
        </p:txBody>
      </p:sp>
      <p:sp>
        <p:nvSpPr>
          <p:cNvPr id="8" name="TextBox 7">
            <a:extLst>
              <a:ext uri="{FF2B5EF4-FFF2-40B4-BE49-F238E27FC236}">
                <a16:creationId xmlns:a16="http://schemas.microsoft.com/office/drawing/2014/main" id="{C7881FDA-61FE-410D-AA55-5494F0E35273}"/>
              </a:ext>
            </a:extLst>
          </p:cNvPr>
          <p:cNvSpPr txBox="1"/>
          <p:nvPr userDrawn="1"/>
        </p:nvSpPr>
        <p:spPr>
          <a:xfrm>
            <a:off x="11426826" y="6519673"/>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smtClean="0">
                <a:solidFill>
                  <a:schemeClr val="bg1"/>
                </a:solidFill>
                <a:latin typeface="Calibri" panose="020F0502020204030204" pitchFamily="34" charset="0"/>
                <a:cs typeface="Calibri" panose="020F0502020204030204" pitchFamily="34" charset="0"/>
              </a:rPr>
              <a:pPr marL="0" indent="0" algn="r">
                <a:spcBef>
                  <a:spcPts val="450"/>
                </a:spcBef>
                <a:buSzPct val="100000"/>
                <a:buFont typeface="Arial"/>
                <a:buNone/>
              </a:pPr>
              <a:t>‹#›</a:t>
            </a:fld>
            <a:endParaRPr lang="en-US" sz="800" noProof="0">
              <a:solidFill>
                <a:schemeClr val="bg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072719419"/>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3_Title Only">
    <p:bg>
      <p:bgPr>
        <a:solidFill>
          <a:schemeClr val="tx1"/>
        </a:solidFill>
        <a:effectLst/>
      </p:bgPr>
    </p:bg>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26FB2E4B-5D1B-4250-844C-3D50DE4A9F69}"/>
              </a:ext>
            </a:extLst>
          </p:cNvPr>
          <p:cNvSpPr>
            <a:spLocks noGrp="1"/>
          </p:cNvSpPr>
          <p:nvPr>
            <p:ph type="title" hasCustomPrompt="1"/>
          </p:nvPr>
        </p:nvSpPr>
        <p:spPr>
          <a:xfrm>
            <a:off x="463295" y="468543"/>
            <a:ext cx="11277600" cy="334099"/>
          </a:xfrm>
          <a:prstGeom prst="rect">
            <a:avLst/>
          </a:prstGeom>
        </p:spPr>
        <p:txBody>
          <a:bodyPr vert="horz" lIns="0" tIns="0" rIns="0" bIns="0" rtlCol="0" anchor="t" anchorCtr="0">
            <a:noAutofit/>
          </a:bodyPr>
          <a:lstStyle>
            <a:lvl1pPr>
              <a:defRPr sz="210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r>
              <a:rPr lang="en-US"/>
              <a:t>Click to add title</a:t>
            </a:r>
          </a:p>
        </p:txBody>
      </p:sp>
      <p:sp>
        <p:nvSpPr>
          <p:cNvPr id="4" name="Copyright">
            <a:extLst>
              <a:ext uri="{FF2B5EF4-FFF2-40B4-BE49-F238E27FC236}">
                <a16:creationId xmlns:a16="http://schemas.microsoft.com/office/drawing/2014/main" id="{E4A75749-1B1A-4B7D-9B08-747E50E0A7F6}"/>
              </a:ext>
            </a:extLst>
          </p:cNvPr>
          <p:cNvSpPr txBox="1"/>
          <p:nvPr userDrawn="1"/>
        </p:nvSpPr>
        <p:spPr>
          <a:xfrm>
            <a:off x="457200" y="6515063"/>
            <a:ext cx="5355168" cy="12311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a:solidFill>
                  <a:schemeClr val="bg1"/>
                </a:solidFill>
                <a:latin typeface="Calibri" panose="020F0502020204030204" pitchFamily="34" charset="0"/>
                <a:cs typeface="Calibri" panose="020F0502020204030204" pitchFamily="34" charset="0"/>
              </a:rPr>
              <a:t>Copyright © 2022 Deloitte Development LLC. All rights reserved.</a:t>
            </a:r>
          </a:p>
        </p:txBody>
      </p:sp>
      <p:sp>
        <p:nvSpPr>
          <p:cNvPr id="6" name="TextBox 5">
            <a:extLst>
              <a:ext uri="{FF2B5EF4-FFF2-40B4-BE49-F238E27FC236}">
                <a16:creationId xmlns:a16="http://schemas.microsoft.com/office/drawing/2014/main" id="{1A7821EB-039B-416D-8062-CE00448C9BBE}"/>
              </a:ext>
            </a:extLst>
          </p:cNvPr>
          <p:cNvSpPr txBox="1"/>
          <p:nvPr userDrawn="1"/>
        </p:nvSpPr>
        <p:spPr>
          <a:xfrm>
            <a:off x="11426826" y="6519673"/>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smtClean="0">
                <a:solidFill>
                  <a:schemeClr val="bg1"/>
                </a:solidFill>
                <a:latin typeface="Calibri" panose="020F0502020204030204" pitchFamily="34" charset="0"/>
                <a:cs typeface="Calibri" panose="020F0502020204030204" pitchFamily="34" charset="0"/>
              </a:rPr>
              <a:pPr marL="0" indent="0" algn="r">
                <a:spcBef>
                  <a:spcPts val="450"/>
                </a:spcBef>
                <a:buSzPct val="100000"/>
                <a:buFont typeface="Arial"/>
                <a:buNone/>
              </a:pPr>
              <a:t>‹#›</a:t>
            </a:fld>
            <a:endParaRPr lang="en-US" sz="800" noProof="0">
              <a:solidFill>
                <a:schemeClr val="bg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529187128"/>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2_Title &amp; 1 column text">
    <p:spTree>
      <p:nvGrpSpPr>
        <p:cNvPr id="1" name=""/>
        <p:cNvGrpSpPr/>
        <p:nvPr/>
      </p:nvGrpSpPr>
      <p:grpSpPr>
        <a:xfrm>
          <a:off x="0" y="0"/>
          <a:ext cx="0" cy="0"/>
          <a:chOff x="0" y="0"/>
          <a:chExt cx="0" cy="0"/>
        </a:xfrm>
      </p:grpSpPr>
      <p:sp>
        <p:nvSpPr>
          <p:cNvPr id="14" name="Text Placeholder 18"/>
          <p:cNvSpPr>
            <a:spLocks noGrp="1"/>
          </p:cNvSpPr>
          <p:nvPr>
            <p:ph idx="1"/>
          </p:nvPr>
        </p:nvSpPr>
        <p:spPr>
          <a:xfrm>
            <a:off x="463296" y="1714500"/>
            <a:ext cx="11277600" cy="4648200"/>
          </a:xfrm>
          <a:prstGeom prst="rect">
            <a:avLst/>
          </a:prstGeom>
        </p:spPr>
        <p:txBody>
          <a:bodyPr vert="horz" lIns="0" tIns="0" rIns="0" bIns="0" rtlCol="0">
            <a:noAutofit/>
          </a:bodyPr>
          <a:lstStyle>
            <a:lvl1pPr marL="0" indent="0" algn="l">
              <a:buFontTx/>
              <a:buNone/>
              <a:defRPr sz="1200">
                <a:latin typeface="+mn-lt"/>
              </a:defRPr>
            </a:lvl1pPr>
            <a:lvl2pPr marL="104775" indent="-104775" algn="l">
              <a:buClrTx/>
              <a:buSzPct val="100000"/>
              <a:buFont typeface="Arial" panose="020B0604020202020204" pitchFamily="34" charset="0"/>
              <a:buChar char="•"/>
              <a:defRPr sz="1200">
                <a:latin typeface="+mj-lt"/>
              </a:defRPr>
            </a:lvl2pPr>
            <a:lvl3pPr marL="228600" indent="-104775" algn="l">
              <a:buClrTx/>
              <a:buSzPct val="100000"/>
              <a:buFont typeface="Arial" panose="020B0604020202020204" pitchFamily="34" charset="0"/>
              <a:buChar char="−"/>
              <a:defRPr sz="1200">
                <a:latin typeface="+mn-lt"/>
              </a:defRPr>
            </a:lvl3pPr>
            <a:lvl4pPr marL="352425" indent="-104775" algn="l">
              <a:buClrTx/>
              <a:buSzPct val="100000"/>
              <a:buFont typeface="Arial" panose="020B0604020202020204" pitchFamily="34" charset="0"/>
              <a:buChar char="◦"/>
              <a:defRPr sz="1200">
                <a:latin typeface="+mn-lt"/>
              </a:defRPr>
            </a:lvl4pPr>
            <a:lvl5pPr marL="476250" indent="-104775" algn="l">
              <a:buClrTx/>
              <a:buSzPct val="100000"/>
              <a:buFont typeface="Arial" panose="020B0604020202020204" pitchFamily="34" charset="0"/>
              <a:buChar char="−"/>
              <a:defRPr sz="12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noProof="0"/>
          </a:p>
        </p:txBody>
      </p:sp>
      <p:sp>
        <p:nvSpPr>
          <p:cNvPr id="4" name="Title Placeholder 1">
            <a:extLst>
              <a:ext uri="{FF2B5EF4-FFF2-40B4-BE49-F238E27FC236}">
                <a16:creationId xmlns:a16="http://schemas.microsoft.com/office/drawing/2014/main" id="{A1AF4B88-9BDB-4994-AE11-3A74CC55FE51}"/>
              </a:ext>
            </a:extLst>
          </p:cNvPr>
          <p:cNvSpPr>
            <a:spLocks noGrp="1"/>
          </p:cNvSpPr>
          <p:nvPr>
            <p:ph type="title" hasCustomPrompt="1"/>
          </p:nvPr>
        </p:nvSpPr>
        <p:spPr>
          <a:xfrm>
            <a:off x="463296" y="470025"/>
            <a:ext cx="11277600" cy="338328"/>
          </a:xfrm>
          <a:prstGeom prst="rect">
            <a:avLst/>
          </a:prstGeom>
        </p:spPr>
        <p:txBody>
          <a:bodyPr vert="horz" lIns="0" tIns="0" rIns="0" bIns="0" rtlCol="0" anchor="t" anchorCtr="0">
            <a:noAutofit/>
          </a:bodyPr>
          <a:lstStyle>
            <a:lvl1pPr>
              <a:defRPr sz="2100"/>
            </a:lvl1pPr>
          </a:lstStyle>
          <a:p>
            <a:r>
              <a:rPr lang="en-US"/>
              <a:t>Click to add title</a:t>
            </a:r>
          </a:p>
        </p:txBody>
      </p:sp>
    </p:spTree>
    <p:extLst>
      <p:ext uri="{BB962C8B-B14F-4D97-AF65-F5344CB8AC3E}">
        <p14:creationId xmlns:p14="http://schemas.microsoft.com/office/powerpoint/2010/main" val="2795058272"/>
      </p:ext>
    </p:extLst>
  </p:cSld>
  <p:clrMapOvr>
    <a:masterClrMapping/>
  </p:clrMapOvr>
  <p:hf hdr="0" dt="0"/>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496341633"/>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26FB2E4B-5D1B-4250-844C-3D50DE4A9F69}"/>
              </a:ext>
            </a:extLst>
          </p:cNvPr>
          <p:cNvSpPr>
            <a:spLocks noGrp="1"/>
          </p:cNvSpPr>
          <p:nvPr>
            <p:ph type="title" hasCustomPrompt="1"/>
          </p:nvPr>
        </p:nvSpPr>
        <p:spPr>
          <a:xfrm>
            <a:off x="463295" y="468543"/>
            <a:ext cx="11277600" cy="334099"/>
          </a:xfrm>
          <a:prstGeom prst="rect">
            <a:avLst/>
          </a:prstGeom>
        </p:spPr>
        <p:txBody>
          <a:bodyPr vert="horz" lIns="0" tIns="0" rIns="0" bIns="0" rtlCol="0" anchor="t" anchorCtr="0">
            <a:noAutofit/>
          </a:bodyPr>
          <a:lstStyle>
            <a:lvl1pPr>
              <a:defRPr sz="2100">
                <a:latin typeface="Open Sans" panose="020B0606030504020204" pitchFamily="34" charset="0"/>
                <a:ea typeface="Open Sans" panose="020B0606030504020204" pitchFamily="34" charset="0"/>
                <a:cs typeface="Open Sans" panose="020B0606030504020204" pitchFamily="34" charset="0"/>
              </a:defRPr>
            </a:lvl1pPr>
          </a:lstStyle>
          <a:p>
            <a:r>
              <a:rPr lang="en-US"/>
              <a:t>Click to add title</a:t>
            </a:r>
          </a:p>
        </p:txBody>
      </p:sp>
    </p:spTree>
    <p:extLst>
      <p:ext uri="{BB962C8B-B14F-4D97-AF65-F5344CB8AC3E}">
        <p14:creationId xmlns:p14="http://schemas.microsoft.com/office/powerpoint/2010/main" val="3763952929"/>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1_Blank">
    <p:bg>
      <p:bgPr>
        <a:solidFill>
          <a:schemeClr val="tx1"/>
        </a:solidFill>
        <a:effectLst/>
      </p:bgPr>
    </p:bg>
    <p:spTree>
      <p:nvGrpSpPr>
        <p:cNvPr id="1" name=""/>
        <p:cNvGrpSpPr/>
        <p:nvPr/>
      </p:nvGrpSpPr>
      <p:grpSpPr>
        <a:xfrm>
          <a:off x="0" y="0"/>
          <a:ext cx="0" cy="0"/>
          <a:chOff x="0" y="0"/>
          <a:chExt cx="0" cy="0"/>
        </a:xfrm>
      </p:grpSpPr>
      <p:sp>
        <p:nvSpPr>
          <p:cNvPr id="4" name="Copyright">
            <a:extLst>
              <a:ext uri="{FF2B5EF4-FFF2-40B4-BE49-F238E27FC236}">
                <a16:creationId xmlns:a16="http://schemas.microsoft.com/office/drawing/2014/main" id="{7259976F-5BF8-4021-A35A-E02889621B23}"/>
              </a:ext>
            </a:extLst>
          </p:cNvPr>
          <p:cNvSpPr txBox="1"/>
          <p:nvPr userDrawn="1"/>
        </p:nvSpPr>
        <p:spPr>
          <a:xfrm>
            <a:off x="457200" y="6515063"/>
            <a:ext cx="5355168" cy="12311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a:solidFill>
                  <a:schemeClr val="bg1"/>
                </a:solidFill>
                <a:latin typeface="Calibri" panose="020F0502020204030204" pitchFamily="34" charset="0"/>
                <a:cs typeface="Calibri" panose="020F0502020204030204" pitchFamily="34" charset="0"/>
              </a:rPr>
              <a:t>Copyright © 2022 Deloitte Development LLC. All rights reserved.</a:t>
            </a:r>
          </a:p>
        </p:txBody>
      </p:sp>
      <p:sp>
        <p:nvSpPr>
          <p:cNvPr id="6" name="TextBox 5">
            <a:extLst>
              <a:ext uri="{FF2B5EF4-FFF2-40B4-BE49-F238E27FC236}">
                <a16:creationId xmlns:a16="http://schemas.microsoft.com/office/drawing/2014/main" id="{BAE6C844-BB1D-473C-9432-8E351FD28E26}"/>
              </a:ext>
            </a:extLst>
          </p:cNvPr>
          <p:cNvSpPr txBox="1"/>
          <p:nvPr userDrawn="1"/>
        </p:nvSpPr>
        <p:spPr>
          <a:xfrm>
            <a:off x="11426826" y="6519673"/>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smtClean="0">
                <a:solidFill>
                  <a:schemeClr val="bg1"/>
                </a:solidFill>
                <a:latin typeface="Calibri" panose="020F0502020204030204" pitchFamily="34" charset="0"/>
                <a:cs typeface="Calibri" panose="020F0502020204030204" pitchFamily="34" charset="0"/>
              </a:rPr>
              <a:pPr marL="0" indent="0" algn="r">
                <a:spcBef>
                  <a:spcPts val="450"/>
                </a:spcBef>
                <a:buSzPct val="100000"/>
                <a:buFont typeface="Arial"/>
                <a:buNone/>
              </a:pPr>
              <a:t>‹#›</a:t>
            </a:fld>
            <a:endParaRPr lang="en-US" sz="800" noProof="0">
              <a:solidFill>
                <a:schemeClr val="bg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666127796"/>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9_Title &amp; 1 column text">
    <p:spTree>
      <p:nvGrpSpPr>
        <p:cNvPr id="1" name=""/>
        <p:cNvGrpSpPr/>
        <p:nvPr/>
      </p:nvGrpSpPr>
      <p:grpSpPr>
        <a:xfrm>
          <a:off x="0" y="0"/>
          <a:ext cx="0" cy="0"/>
          <a:chOff x="0" y="0"/>
          <a:chExt cx="0" cy="0"/>
        </a:xfrm>
      </p:grpSpPr>
      <p:grpSp>
        <p:nvGrpSpPr>
          <p:cNvPr id="46" name="Group 45">
            <a:extLst>
              <a:ext uri="{FF2B5EF4-FFF2-40B4-BE49-F238E27FC236}">
                <a16:creationId xmlns:a16="http://schemas.microsoft.com/office/drawing/2014/main" id="{8F1AD921-AE5C-C14F-9DA9-6494DD5CCC08}"/>
              </a:ext>
            </a:extLst>
          </p:cNvPr>
          <p:cNvGrpSpPr/>
          <p:nvPr userDrawn="1"/>
        </p:nvGrpSpPr>
        <p:grpSpPr>
          <a:xfrm>
            <a:off x="0" y="0"/>
            <a:ext cx="12192000" cy="1038234"/>
            <a:chOff x="-1832975" y="0"/>
            <a:chExt cx="12192000" cy="1038234"/>
          </a:xfrm>
        </p:grpSpPr>
        <p:pic>
          <p:nvPicPr>
            <p:cNvPr id="47" name="Picture 46">
              <a:extLst>
                <a:ext uri="{FF2B5EF4-FFF2-40B4-BE49-F238E27FC236}">
                  <a16:creationId xmlns:a16="http://schemas.microsoft.com/office/drawing/2014/main" id="{D00258D2-2E6D-EF41-BCF5-E6FD1045A935}"/>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l="-78892"/>
            <a:stretch/>
          </p:blipFill>
          <p:spPr>
            <a:xfrm>
              <a:off x="-1" y="0"/>
              <a:ext cx="10359026" cy="1024287"/>
            </a:xfrm>
            <a:prstGeom prst="rect">
              <a:avLst/>
            </a:prstGeom>
          </p:spPr>
        </p:pic>
        <p:sp>
          <p:nvSpPr>
            <p:cNvPr id="50" name="Rectangle 49">
              <a:extLst>
                <a:ext uri="{FF2B5EF4-FFF2-40B4-BE49-F238E27FC236}">
                  <a16:creationId xmlns:a16="http://schemas.microsoft.com/office/drawing/2014/main" id="{69D3BA4B-A3B1-0445-B454-D2B07A4FFB43}"/>
                </a:ext>
              </a:extLst>
            </p:cNvPr>
            <p:cNvSpPr/>
            <p:nvPr userDrawn="1"/>
          </p:nvSpPr>
          <p:spPr bwMode="gray">
            <a:xfrm>
              <a:off x="-1832975" y="629"/>
              <a:ext cx="11987717" cy="1037605"/>
            </a:xfrm>
            <a:prstGeom prst="rect">
              <a:avLst/>
            </a:prstGeom>
            <a:gradFill>
              <a:gsLst>
                <a:gs pos="92000">
                  <a:srgbClr val="43B02A">
                    <a:alpha val="0"/>
                  </a:srgbClr>
                </a:gs>
                <a:gs pos="52000">
                  <a:schemeClr val="tx1"/>
                </a:gs>
              </a:gsLst>
              <a:lin ang="0" scaled="0"/>
            </a:gra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EN" sz="1600" b="1">
                <a:solidFill>
                  <a:schemeClr val="bg1"/>
                </a:solidFill>
              </a:endParaRPr>
            </a:p>
          </p:txBody>
        </p:sp>
      </p:grpSp>
      <p:sp>
        <p:nvSpPr>
          <p:cNvPr id="53" name="Oval 52">
            <a:extLst>
              <a:ext uri="{FF2B5EF4-FFF2-40B4-BE49-F238E27FC236}">
                <a16:creationId xmlns:a16="http://schemas.microsoft.com/office/drawing/2014/main" id="{4BCE2A24-4B8A-AF43-9A84-CA1155348756}"/>
              </a:ext>
            </a:extLst>
          </p:cNvPr>
          <p:cNvSpPr/>
          <p:nvPr userDrawn="1"/>
        </p:nvSpPr>
        <p:spPr bwMode="gray">
          <a:xfrm>
            <a:off x="10307511" y="352362"/>
            <a:ext cx="1250342" cy="1250342"/>
          </a:xfrm>
          <a:prstGeom prst="ellipse">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EN" sz="1600" b="1">
              <a:solidFill>
                <a:schemeClr val="bg1"/>
              </a:solidFill>
            </a:endParaRPr>
          </a:p>
        </p:txBody>
      </p:sp>
      <p:sp>
        <p:nvSpPr>
          <p:cNvPr id="33" name="Title 2">
            <a:extLst>
              <a:ext uri="{FF2B5EF4-FFF2-40B4-BE49-F238E27FC236}">
                <a16:creationId xmlns:a16="http://schemas.microsoft.com/office/drawing/2014/main" id="{839C328D-D3BC-5C46-BED3-D797E3019EE1}"/>
              </a:ext>
            </a:extLst>
          </p:cNvPr>
          <p:cNvSpPr>
            <a:spLocks noGrp="1"/>
          </p:cNvSpPr>
          <p:nvPr>
            <p:ph type="title"/>
          </p:nvPr>
        </p:nvSpPr>
        <p:spPr>
          <a:xfrm>
            <a:off x="502920" y="352362"/>
            <a:ext cx="7535584" cy="392118"/>
          </a:xfrm>
        </p:spPr>
        <p:txBody>
          <a:bodyPr/>
          <a:lstStyle>
            <a:lvl1pPr>
              <a:defRPr>
                <a:solidFill>
                  <a:schemeClr val="bg1"/>
                </a:solidFill>
              </a:defRPr>
            </a:lvl1pPr>
          </a:lstStyle>
          <a:p>
            <a:r>
              <a:rPr lang="en-US" sz="2450"/>
              <a:t>Page title</a:t>
            </a:r>
            <a:endParaRPr lang="en-EN" sz="2450"/>
          </a:p>
        </p:txBody>
      </p:sp>
      <p:sp>
        <p:nvSpPr>
          <p:cNvPr id="7" name="Text Placeholder 8">
            <a:extLst>
              <a:ext uri="{FF2B5EF4-FFF2-40B4-BE49-F238E27FC236}">
                <a16:creationId xmlns:a16="http://schemas.microsoft.com/office/drawing/2014/main" id="{6427645A-B28C-482A-9D9C-4F7EA9DCF93F}"/>
              </a:ext>
            </a:extLst>
          </p:cNvPr>
          <p:cNvSpPr>
            <a:spLocks noGrp="1"/>
          </p:cNvSpPr>
          <p:nvPr>
            <p:ph type="body" sz="quarter" idx="13" hasCustomPrompt="1"/>
          </p:nvPr>
        </p:nvSpPr>
        <p:spPr>
          <a:xfrm>
            <a:off x="502920" y="1079506"/>
            <a:ext cx="9697720" cy="757255"/>
          </a:xfrm>
          <a:prstGeom prst="rect">
            <a:avLst/>
          </a:prstGeom>
        </p:spPr>
        <p:txBody>
          <a:bodyPr lIns="0" tIns="0" rIns="0" bIns="0">
            <a:noAutofit/>
          </a:bodyPr>
          <a:lstStyle>
            <a:lvl1pPr marL="0" indent="0" algn="l" defTabSz="914400" rtl="0" eaLnBrk="1" latinLnBrk="0" hangingPunct="1">
              <a:spcBef>
                <a:spcPts val="0"/>
              </a:spcBef>
              <a:spcAft>
                <a:spcPts val="1000"/>
              </a:spcAft>
              <a:buSzPct val="100000"/>
              <a:buFontTx/>
              <a:buNone/>
              <a:defRPr lang="en-US" sz="1600" b="0" kern="1200" noProof="0" dirty="0">
                <a:solidFill>
                  <a:schemeClr val="tx1"/>
                </a:solidFill>
                <a:latin typeface="+mn-lt"/>
                <a:ea typeface="+mn-ea"/>
                <a:cs typeface="Calibri Light" panose="020F0302020204030204" pitchFamily="34" charset="0"/>
              </a:defRPr>
            </a:lvl1pPr>
          </a:lstStyle>
          <a:p>
            <a:pPr lvl="0"/>
            <a:r>
              <a:rPr lang="en-US" noProof="0"/>
              <a:t>Click to add subtitle</a:t>
            </a:r>
          </a:p>
        </p:txBody>
      </p:sp>
    </p:spTree>
    <p:extLst>
      <p:ext uri="{BB962C8B-B14F-4D97-AF65-F5344CB8AC3E}">
        <p14:creationId xmlns:p14="http://schemas.microsoft.com/office/powerpoint/2010/main" val="2703830332"/>
      </p:ext>
    </p:extLst>
  </p:cSld>
  <p:clrMapOvr>
    <a:masterClrMapping/>
  </p:clrMapOvr>
  <p:hf hdr="0" dt="0"/>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2_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505856" y="727200"/>
            <a:ext cx="7200000" cy="5400000"/>
          </a:xfrm>
          <a:prstGeom prst="rect">
            <a:avLst/>
          </a:prstGeom>
        </p:spPr>
        <p:txBody>
          <a:bodyPr/>
          <a:lstStyle>
            <a:lvl1pPr>
              <a:defRPr>
                <a:solidFill>
                  <a:schemeClr val="bg1"/>
                </a:solidFill>
              </a:defRPr>
            </a:lvl1pPr>
          </a:lstStyle>
          <a:p>
            <a:r>
              <a:rPr lang="en-US" noProof="0"/>
              <a:t>Click icon to add picture</a:t>
            </a:r>
          </a:p>
        </p:txBody>
      </p:sp>
      <p:sp>
        <p:nvSpPr>
          <p:cNvPr id="3" name="Subtitle 2"/>
          <p:cNvSpPr>
            <a:spLocks noGrp="1"/>
          </p:cNvSpPr>
          <p:nvPr>
            <p:ph type="subTitle" idx="1" hasCustomPrompt="1"/>
          </p:nvPr>
        </p:nvSpPr>
        <p:spPr bwMode="gray">
          <a:xfrm>
            <a:off x="503989" y="5864230"/>
            <a:ext cx="5592011"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bg1"/>
                </a:solidFill>
              </a:defRPr>
            </a:lvl1pPr>
            <a:lvl2pPr marL="0" marR="0" indent="0" algn="l" defTabSz="914400" rtl="0" eaLnBrk="1" fontAlgn="auto" latinLnBrk="0" hangingPunct="1">
              <a:lnSpc>
                <a:spcPct val="100000"/>
              </a:lnSpc>
              <a:spcBef>
                <a:spcPts val="0"/>
              </a:spcBef>
              <a:spcAft>
                <a:spcPts val="0"/>
              </a:spcAft>
              <a:buClrTx/>
              <a:buSzPct val="100000"/>
              <a:buFont typeface="Arial"/>
              <a:buNone/>
              <a:tabLst/>
              <a:defRPr sz="1600" b="0">
                <a:solidFill>
                  <a:schemeClr val="bg1"/>
                </a:solidFill>
              </a:defRPr>
            </a:lvl2pPr>
            <a:lvl3pPr marL="0" indent="0" algn="l">
              <a:spcAft>
                <a:spcPts val="0"/>
              </a:spcAft>
              <a:buNone/>
              <a:defRPr sz="1600">
                <a:solidFill>
                  <a:schemeClr val="bg1"/>
                </a:solidFill>
              </a:defRPr>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title style</a:t>
            </a:r>
          </a:p>
          <a:p>
            <a:pPr marL="0" marR="0" lvl="1" indent="0" algn="l" defTabSz="914400" rtl="0" eaLnBrk="1" fontAlgn="auto" latinLnBrk="0" hangingPunct="1">
              <a:lnSpc>
                <a:spcPct val="100000"/>
              </a:lnSpc>
              <a:spcBef>
                <a:spcPts val="0"/>
              </a:spcBef>
              <a:spcAft>
                <a:spcPts val="0"/>
              </a:spcAft>
              <a:buClrTx/>
              <a:buSzPct val="100000"/>
              <a:buFont typeface="Arial"/>
              <a:buNone/>
              <a:tabLst/>
              <a:defRPr/>
            </a:pPr>
            <a:r>
              <a:rPr lang="en-US" noProof="0"/>
              <a:t>Click to edit Master subtitle style</a:t>
            </a:r>
          </a:p>
        </p:txBody>
      </p:sp>
      <p:sp>
        <p:nvSpPr>
          <p:cNvPr id="5" name="Text Placeholder 4"/>
          <p:cNvSpPr>
            <a:spLocks noGrp="1"/>
          </p:cNvSpPr>
          <p:nvPr>
            <p:ph type="body" sz="quarter" idx="10"/>
          </p:nvPr>
        </p:nvSpPr>
        <p:spPr>
          <a:xfrm>
            <a:off x="501651" y="6381750"/>
            <a:ext cx="5594349" cy="298450"/>
          </a:xfrm>
          <a:prstGeom prst="rect">
            <a:avLst/>
          </a:prstGeom>
        </p:spPr>
        <p:txBody>
          <a:bodyPr/>
          <a:lstStyle>
            <a:lvl1pPr>
              <a:spcAft>
                <a:spcPts val="0"/>
              </a:spcAft>
              <a:defRPr sz="10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34" name="Group 33"/>
          <p:cNvGrpSpPr/>
          <p:nvPr userDrawn="1"/>
        </p:nvGrpSpPr>
        <p:grpSpPr>
          <a:xfrm>
            <a:off x="377991" y="378000"/>
            <a:ext cx="1620000" cy="307976"/>
            <a:chOff x="398463" y="404813"/>
            <a:chExt cx="1627187" cy="307976"/>
          </a:xfrm>
          <a:solidFill>
            <a:schemeClr val="bg1"/>
          </a:solidFill>
        </p:grpSpPr>
        <p:sp>
          <p:nvSpPr>
            <p:cNvPr id="35"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36"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37"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38"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39"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40"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41"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42"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43"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44"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grpSp>
    </p:spTree>
    <p:extLst>
      <p:ext uri="{BB962C8B-B14F-4D97-AF65-F5344CB8AC3E}">
        <p14:creationId xmlns:p14="http://schemas.microsoft.com/office/powerpoint/2010/main" val="55480940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4088">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2_Title Slide - White">
    <p:bg bwMode="gray">
      <p:bgPr>
        <a:solidFill>
          <a:schemeClr val="bg1"/>
        </a:solid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489813" y="727200"/>
            <a:ext cx="7200000" cy="5400000"/>
          </a:xfrm>
          <a:prstGeom prst="rect">
            <a:avLst/>
          </a:prstGeom>
        </p:spPr>
        <p:txBody>
          <a:bodyPr/>
          <a:lstStyle/>
          <a:p>
            <a:r>
              <a:rPr lang="en-US" noProof="0"/>
              <a:t>Click icon to add picture</a:t>
            </a:r>
          </a:p>
        </p:txBody>
      </p:sp>
      <p:sp>
        <p:nvSpPr>
          <p:cNvPr id="3" name="Subtitle 2"/>
          <p:cNvSpPr>
            <a:spLocks noGrp="1"/>
          </p:cNvSpPr>
          <p:nvPr>
            <p:ph type="subTitle" idx="1" hasCustomPrompt="1"/>
          </p:nvPr>
        </p:nvSpPr>
        <p:spPr bwMode="gray">
          <a:xfrm>
            <a:off x="501651" y="5864230"/>
            <a:ext cx="5594348"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tx1"/>
                </a:solidFill>
              </a:defRPr>
            </a:lvl1pPr>
            <a:lvl2pPr marL="0" indent="0" algn="l">
              <a:buNone/>
              <a:defRPr sz="1600" b="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title style</a:t>
            </a:r>
          </a:p>
          <a:p>
            <a:pPr lvl="1"/>
            <a:r>
              <a:rPr lang="en-US" noProof="0"/>
              <a:t>Click to edit Master subtitle style</a:t>
            </a:r>
          </a:p>
        </p:txBody>
      </p:sp>
      <p:sp>
        <p:nvSpPr>
          <p:cNvPr id="5" name="Text Placeholder 4"/>
          <p:cNvSpPr>
            <a:spLocks noGrp="1"/>
          </p:cNvSpPr>
          <p:nvPr>
            <p:ph type="body" sz="quarter" idx="10"/>
          </p:nvPr>
        </p:nvSpPr>
        <p:spPr>
          <a:xfrm>
            <a:off x="501651" y="6381750"/>
            <a:ext cx="5594349" cy="298450"/>
          </a:xfrm>
          <a:prstGeom prst="rect">
            <a:avLst/>
          </a:prstGeom>
        </p:spPr>
        <p:txBody>
          <a:bodyPr/>
          <a:lstStyle>
            <a:lvl1pPr>
              <a:spcAft>
                <a:spcPts val="0"/>
              </a:spcAft>
              <a:defRPr sz="100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7" name="Group 6"/>
          <p:cNvGrpSpPr/>
          <p:nvPr userDrawn="1"/>
        </p:nvGrpSpPr>
        <p:grpSpPr>
          <a:xfrm>
            <a:off x="503988" y="378000"/>
            <a:ext cx="2160000" cy="307976"/>
            <a:chOff x="398463" y="404813"/>
            <a:chExt cx="1627187" cy="307976"/>
          </a:xfrm>
          <a:solidFill>
            <a:schemeClr val="tx1"/>
          </a:solidFill>
        </p:grpSpPr>
        <p:sp>
          <p:nvSpPr>
            <p:cNvPr id="8"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prstClr val="white"/>
                </a:solidFill>
              </a:endParaRPr>
            </a:p>
          </p:txBody>
        </p:sp>
        <p:sp>
          <p:nvSpPr>
            <p:cNvPr id="10"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prstClr val="white"/>
                </a:solidFill>
              </a:endParaRPr>
            </a:p>
          </p:txBody>
        </p:sp>
        <p:sp>
          <p:nvSpPr>
            <p:cNvPr id="11"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solidFill>
                  <a:prstClr val="white"/>
                </a:solidFill>
              </a:endParaRPr>
            </a:p>
          </p:txBody>
        </p:sp>
        <p:sp>
          <p:nvSpPr>
            <p:cNvPr id="12"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prstClr val="white"/>
                </a:solidFill>
              </a:endParaRPr>
            </a:p>
          </p:txBody>
        </p:sp>
        <p:sp>
          <p:nvSpPr>
            <p:cNvPr id="13"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solidFill>
                  <a:prstClr val="white"/>
                </a:solidFill>
              </a:endParaRPr>
            </a:p>
          </p:txBody>
        </p:sp>
        <p:sp>
          <p:nvSpPr>
            <p:cNvPr id="14"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solidFill>
                  <a:prstClr val="white"/>
                </a:solidFill>
              </a:endParaRPr>
            </a:p>
          </p:txBody>
        </p:sp>
        <p:sp>
          <p:nvSpPr>
            <p:cNvPr id="15"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prstClr val="white"/>
                </a:solidFill>
              </a:endParaRPr>
            </a:p>
          </p:txBody>
        </p:sp>
        <p:sp>
          <p:nvSpPr>
            <p:cNvPr id="16"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prstClr val="white"/>
                </a:solidFill>
              </a:endParaRPr>
            </a:p>
          </p:txBody>
        </p:sp>
        <p:sp>
          <p:nvSpPr>
            <p:cNvPr id="17"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prstClr val="white"/>
                </a:solidFill>
              </a:endParaRPr>
            </a:p>
          </p:txBody>
        </p:sp>
        <p:sp>
          <p:nvSpPr>
            <p:cNvPr id="18"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prstClr val="white"/>
                </a:solidFill>
              </a:endParaRPr>
            </a:p>
          </p:txBody>
        </p:sp>
      </p:grpSp>
    </p:spTree>
    <p:extLst>
      <p:ext uri="{BB962C8B-B14F-4D97-AF65-F5344CB8AC3E}">
        <p14:creationId xmlns:p14="http://schemas.microsoft.com/office/powerpoint/2010/main" val="4157449275"/>
      </p:ext>
    </p:extLst>
  </p:cSld>
  <p:clrMapOvr>
    <a:masterClrMapping/>
  </p:clrMapOvr>
  <p:extLst>
    <p:ext uri="{DCECCB84-F9BA-43D5-87BE-67443E8EF086}">
      <p15:sldGuideLst xmlns:p15="http://schemas.microsoft.com/office/powerpoint/2012/main">
        <p15:guide id="1" orient="horz" pos="4088">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3336000" y="1368000"/>
            <a:ext cx="5520000" cy="4140000"/>
          </a:xfrm>
          <a:prstGeom prst="ellipse">
            <a:avLst/>
          </a:prstGeom>
          <a:ln w="25400">
            <a:solidFill>
              <a:schemeClr val="accent1"/>
            </a:solidFill>
          </a:ln>
        </p:spPr>
        <p:txBody>
          <a:bodyPr lIns="108000" tIns="108000" rIns="108000" bIns="108000" anchor="ctr" anchorCtr="0">
            <a:normAutofit/>
          </a:bodyPr>
          <a:lstStyle>
            <a:lvl1pPr algn="ctr">
              <a:lnSpc>
                <a:spcPts val="4200"/>
              </a:lnSpc>
              <a:defRPr sz="3600" b="0">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Subtitle 2"/>
          <p:cNvSpPr>
            <a:spLocks noGrp="1"/>
          </p:cNvSpPr>
          <p:nvPr>
            <p:ph type="subTitle" idx="1"/>
          </p:nvPr>
        </p:nvSpPr>
        <p:spPr bwMode="gray">
          <a:xfrm>
            <a:off x="503989" y="5864230"/>
            <a:ext cx="5592011" cy="505645"/>
          </a:xfrm>
          <a:prstGeom prst="rect">
            <a:avLst/>
          </a:prstGeom>
        </p:spPr>
        <p:txBody>
          <a:bodyPr lIns="0" tIns="0" rIns="0" bIns="0" anchor="b" anchorCtr="0">
            <a:noAutofit/>
          </a:bodyPr>
          <a:lstStyle>
            <a:lvl1pPr marL="0" indent="0" algn="l">
              <a:lnSpc>
                <a:spcPct val="100000"/>
              </a:lnSpc>
              <a:spcAft>
                <a:spcPts val="0"/>
              </a:spcAft>
              <a:buNone/>
              <a:defRPr sz="16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p>
        </p:txBody>
      </p:sp>
      <p:sp>
        <p:nvSpPr>
          <p:cNvPr id="5" name="Text Placeholder 4"/>
          <p:cNvSpPr>
            <a:spLocks noGrp="1"/>
          </p:cNvSpPr>
          <p:nvPr>
            <p:ph type="body" sz="quarter" idx="10"/>
          </p:nvPr>
        </p:nvSpPr>
        <p:spPr>
          <a:xfrm>
            <a:off x="501651" y="6381750"/>
            <a:ext cx="5594349" cy="298450"/>
          </a:xfrm>
          <a:prstGeom prst="rect">
            <a:avLst/>
          </a:prstGeom>
        </p:spPr>
        <p:txBody>
          <a:bodyPr/>
          <a:lstStyle>
            <a:lvl1pPr>
              <a:spcAft>
                <a:spcPts val="0"/>
              </a:spcAft>
              <a:defRPr sz="10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21" name="Group 20"/>
          <p:cNvGrpSpPr/>
          <p:nvPr userDrawn="1"/>
        </p:nvGrpSpPr>
        <p:grpSpPr>
          <a:xfrm>
            <a:off x="503988" y="378000"/>
            <a:ext cx="2160000" cy="307976"/>
            <a:chOff x="398463" y="404813"/>
            <a:chExt cx="1627187" cy="307976"/>
          </a:xfrm>
          <a:solidFill>
            <a:schemeClr val="bg1"/>
          </a:solidFill>
        </p:grpSpPr>
        <p:sp>
          <p:nvSpPr>
            <p:cNvPr id="11"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prstClr val="white"/>
                </a:solidFill>
              </a:endParaRPr>
            </a:p>
          </p:txBody>
        </p:sp>
        <p:sp>
          <p:nvSpPr>
            <p:cNvPr id="12"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prstClr val="white"/>
                </a:solidFill>
              </a:endParaRPr>
            </a:p>
          </p:txBody>
        </p:sp>
        <p:sp>
          <p:nvSpPr>
            <p:cNvPr id="13"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solidFill>
                  <a:prstClr val="white"/>
                </a:solidFill>
              </a:endParaRPr>
            </a:p>
          </p:txBody>
        </p:sp>
        <p:sp>
          <p:nvSpPr>
            <p:cNvPr id="14"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prstClr val="white"/>
                </a:solidFill>
              </a:endParaRPr>
            </a:p>
          </p:txBody>
        </p:sp>
        <p:sp>
          <p:nvSpPr>
            <p:cNvPr id="15"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solidFill>
                  <a:prstClr val="white"/>
                </a:solidFill>
              </a:endParaRPr>
            </a:p>
          </p:txBody>
        </p:sp>
        <p:sp>
          <p:nvSpPr>
            <p:cNvPr id="16"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solidFill>
                  <a:prstClr val="white"/>
                </a:solidFill>
              </a:endParaRPr>
            </a:p>
          </p:txBody>
        </p:sp>
        <p:sp>
          <p:nvSpPr>
            <p:cNvPr id="17"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prstClr val="white"/>
                </a:solidFill>
              </a:endParaRPr>
            </a:p>
          </p:txBody>
        </p:sp>
        <p:sp>
          <p:nvSpPr>
            <p:cNvPr id="18"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prstClr val="white"/>
                </a:solidFill>
              </a:endParaRPr>
            </a:p>
          </p:txBody>
        </p:sp>
        <p:sp>
          <p:nvSpPr>
            <p:cNvPr id="19"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prstClr val="white"/>
                </a:solidFill>
              </a:endParaRPr>
            </a:p>
          </p:txBody>
        </p:sp>
        <p:sp>
          <p:nvSpPr>
            <p:cNvPr id="20"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prstClr val="white"/>
                </a:solidFill>
              </a:endParaRPr>
            </a:p>
          </p:txBody>
        </p:sp>
      </p:grpSp>
    </p:spTree>
    <p:extLst>
      <p:ext uri="{BB962C8B-B14F-4D97-AF65-F5344CB8AC3E}">
        <p14:creationId xmlns:p14="http://schemas.microsoft.com/office/powerpoint/2010/main" val="1227079620"/>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4088">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3336000" y="1368000"/>
            <a:ext cx="5520000" cy="4140000"/>
          </a:xfrm>
          <a:prstGeom prst="ellipse">
            <a:avLst/>
          </a:prstGeom>
          <a:ln w="25400">
            <a:solidFill>
              <a:schemeClr val="accent1"/>
            </a:solidFill>
          </a:ln>
        </p:spPr>
        <p:txBody>
          <a:bodyPr lIns="108000" tIns="108000" rIns="108000" bIns="108000" anchor="ctr" anchorCtr="0">
            <a:normAutofit/>
          </a:bodyPr>
          <a:lstStyle>
            <a:lvl1pPr algn="ctr">
              <a:lnSpc>
                <a:spcPts val="4200"/>
              </a:lnSpc>
              <a:defRPr sz="3600" b="0">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Subtitle 2"/>
          <p:cNvSpPr>
            <a:spLocks noGrp="1"/>
          </p:cNvSpPr>
          <p:nvPr>
            <p:ph type="subTitle" idx="1"/>
          </p:nvPr>
        </p:nvSpPr>
        <p:spPr bwMode="gray">
          <a:xfrm>
            <a:off x="501651" y="5864230"/>
            <a:ext cx="5594348" cy="505645"/>
          </a:xfrm>
          <a:prstGeom prst="rect">
            <a:avLst/>
          </a:prstGeom>
        </p:spPr>
        <p:txBody>
          <a:bodyPr lIns="0" tIns="0" rIns="0" bIns="0" anchor="b" anchorCtr="0">
            <a:noAutofit/>
          </a:bodyPr>
          <a:lstStyle>
            <a:lvl1pPr marL="0" indent="0" algn="l">
              <a:lnSpc>
                <a:spcPct val="100000"/>
              </a:lnSpc>
              <a:spcAft>
                <a:spcPts val="0"/>
              </a:spcAft>
              <a:buNone/>
              <a:defRPr sz="16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p>
        </p:txBody>
      </p:sp>
      <p:sp>
        <p:nvSpPr>
          <p:cNvPr id="5" name="Text Placeholder 4"/>
          <p:cNvSpPr>
            <a:spLocks noGrp="1"/>
          </p:cNvSpPr>
          <p:nvPr>
            <p:ph type="body" sz="quarter" idx="10"/>
          </p:nvPr>
        </p:nvSpPr>
        <p:spPr>
          <a:xfrm>
            <a:off x="501651" y="6381750"/>
            <a:ext cx="5594349" cy="298450"/>
          </a:xfrm>
          <a:prstGeom prst="rect">
            <a:avLst/>
          </a:prstGeom>
        </p:spPr>
        <p:txBody>
          <a:bodyPr/>
          <a:lstStyle>
            <a:lvl1pPr>
              <a:spcAft>
                <a:spcPts val="0"/>
              </a:spcAft>
              <a:defRPr sz="100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7" name="Group 6"/>
          <p:cNvGrpSpPr/>
          <p:nvPr userDrawn="1"/>
        </p:nvGrpSpPr>
        <p:grpSpPr>
          <a:xfrm>
            <a:off x="503988" y="378000"/>
            <a:ext cx="2160000" cy="307976"/>
            <a:chOff x="398463" y="404813"/>
            <a:chExt cx="1627187" cy="307976"/>
          </a:xfrm>
          <a:solidFill>
            <a:schemeClr val="tx1"/>
          </a:solidFill>
        </p:grpSpPr>
        <p:sp>
          <p:nvSpPr>
            <p:cNvPr id="8"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prstClr val="white"/>
                </a:solidFill>
              </a:endParaRPr>
            </a:p>
          </p:txBody>
        </p:sp>
        <p:sp>
          <p:nvSpPr>
            <p:cNvPr id="10"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prstClr val="white"/>
                </a:solidFill>
              </a:endParaRPr>
            </a:p>
          </p:txBody>
        </p:sp>
        <p:sp>
          <p:nvSpPr>
            <p:cNvPr id="11"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solidFill>
                  <a:prstClr val="white"/>
                </a:solidFill>
              </a:endParaRPr>
            </a:p>
          </p:txBody>
        </p:sp>
        <p:sp>
          <p:nvSpPr>
            <p:cNvPr id="12"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prstClr val="white"/>
                </a:solidFill>
              </a:endParaRPr>
            </a:p>
          </p:txBody>
        </p:sp>
        <p:sp>
          <p:nvSpPr>
            <p:cNvPr id="13"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solidFill>
                  <a:prstClr val="white"/>
                </a:solidFill>
              </a:endParaRPr>
            </a:p>
          </p:txBody>
        </p:sp>
        <p:sp>
          <p:nvSpPr>
            <p:cNvPr id="14"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solidFill>
                  <a:prstClr val="white"/>
                </a:solidFill>
              </a:endParaRPr>
            </a:p>
          </p:txBody>
        </p:sp>
        <p:sp>
          <p:nvSpPr>
            <p:cNvPr id="15"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prstClr val="white"/>
                </a:solidFill>
              </a:endParaRPr>
            </a:p>
          </p:txBody>
        </p:sp>
        <p:sp>
          <p:nvSpPr>
            <p:cNvPr id="16"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prstClr val="white"/>
                </a:solidFill>
              </a:endParaRPr>
            </a:p>
          </p:txBody>
        </p:sp>
        <p:sp>
          <p:nvSpPr>
            <p:cNvPr id="17"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prstClr val="white"/>
                </a:solidFill>
              </a:endParaRPr>
            </a:p>
          </p:txBody>
        </p:sp>
        <p:sp>
          <p:nvSpPr>
            <p:cNvPr id="18"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prstClr val="white"/>
                </a:solidFill>
              </a:endParaRPr>
            </a:p>
          </p:txBody>
        </p:sp>
      </p:grpSp>
    </p:spTree>
    <p:extLst>
      <p:ext uri="{BB962C8B-B14F-4D97-AF65-F5344CB8AC3E}">
        <p14:creationId xmlns:p14="http://schemas.microsoft.com/office/powerpoint/2010/main" val="2744029022"/>
      </p:ext>
    </p:extLst>
  </p:cSld>
  <p:clrMapOvr>
    <a:masterClrMapping/>
  </p:clrMapOvr>
  <p:extLst>
    <p:ext uri="{DCECCB84-F9BA-43D5-87BE-67443E8EF086}">
      <p15:sldGuideLst xmlns:p15="http://schemas.microsoft.com/office/powerpoint/2012/main">
        <p15:guide id="1" orient="horz" pos="4088">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Divider - Deloitte green">
    <p:bg bwMode="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0"/>
            <a:ext cx="10541000"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0"/>
            <a:ext cx="10541000" cy="1566532"/>
          </a:xfrm>
        </p:spPr>
        <p:txBody>
          <a:bodyPr lIns="0" tIns="0" rIns="0" bIns="0">
            <a:noAutofit/>
          </a:bodyPr>
          <a:lstStyle>
            <a:lvl1pPr marL="0" indent="0">
              <a:lnSpc>
                <a:spcPct val="95000"/>
              </a:lnSpc>
              <a:spcAft>
                <a:spcPts val="0"/>
              </a:spcAft>
              <a:buNone/>
              <a:defRPr sz="385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a:t>Click to edit Master text styles</a:t>
            </a:r>
          </a:p>
        </p:txBody>
      </p:sp>
      <p:sp>
        <p:nvSpPr>
          <p:cNvPr id="7" name="Copyright"/>
          <p:cNvSpPr txBox="1"/>
          <p:nvPr userDrawn="1"/>
        </p:nvSpPr>
        <p:spPr>
          <a:xfrm>
            <a:off x="501648" y="6477000"/>
            <a:ext cx="5355168" cy="100027"/>
          </a:xfrm>
          <a:prstGeom prst="rect">
            <a:avLst/>
          </a:prstGeom>
          <a:noFill/>
        </p:spPr>
        <p:txBody>
          <a:bodyPr wrap="square" lIns="0" tIns="0" rIns="0" bIns="0" rtlCol="0">
            <a:spAutoFit/>
          </a:bodyPr>
          <a:lstStyle/>
          <a:p>
            <a:pPr>
              <a:spcBef>
                <a:spcPts val="600"/>
              </a:spcBef>
              <a:buSzPct val="100000"/>
              <a:buFont typeface="Arial"/>
              <a:buNone/>
            </a:pPr>
            <a:r>
              <a:rPr lang="en-US" sz="650">
                <a:solidFill>
                  <a:prstClr val="white"/>
                </a:solidFill>
              </a:rPr>
              <a:t>Copyright © 2023 Deloitte Development LLC. All rights reserved.</a:t>
            </a:r>
          </a:p>
        </p:txBody>
      </p:sp>
      <p:sp>
        <p:nvSpPr>
          <p:cNvPr id="8" name="TextBox 7"/>
          <p:cNvSpPr txBox="1"/>
          <p:nvPr userDrawn="1"/>
        </p:nvSpPr>
        <p:spPr>
          <a:xfrm>
            <a:off x="11382377" y="6477001"/>
            <a:ext cx="307975" cy="100027"/>
          </a:xfrm>
          <a:prstGeom prst="rect">
            <a:avLst/>
          </a:prstGeom>
          <a:noFill/>
        </p:spPr>
        <p:txBody>
          <a:bodyPr wrap="square" lIns="0" tIns="0" rIns="0" bIns="0" rtlCol="0">
            <a:spAutoFit/>
          </a:bodyPr>
          <a:lstStyle/>
          <a:p>
            <a:pPr algn="r">
              <a:spcBef>
                <a:spcPts val="600"/>
              </a:spcBef>
              <a:buSzPct val="100000"/>
              <a:buFont typeface="Arial"/>
              <a:buNone/>
            </a:pPr>
            <a:fld id="{C58DF478-B544-4ED8-9ED4-6A2648E2D233}" type="slidenum">
              <a:rPr lang="en-US" sz="650" smtClean="0">
                <a:solidFill>
                  <a:prstClr val="white"/>
                </a:solidFill>
              </a:rPr>
              <a:pPr algn="r">
                <a:spcBef>
                  <a:spcPts val="600"/>
                </a:spcBef>
                <a:buSzPct val="100000"/>
                <a:buFont typeface="Arial"/>
                <a:buNone/>
              </a:pPr>
              <a:t>‹#›</a:t>
            </a:fld>
            <a:endParaRPr lang="en-US" sz="650">
              <a:solidFill>
                <a:prstClr val="white"/>
              </a:solidFill>
            </a:endParaRPr>
          </a:p>
        </p:txBody>
      </p:sp>
    </p:spTree>
    <p:extLst>
      <p:ext uri="{BB962C8B-B14F-4D97-AF65-F5344CB8AC3E}">
        <p14:creationId xmlns:p14="http://schemas.microsoft.com/office/powerpoint/2010/main" val="3356102019"/>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ue">
    <p:bg bwMode="gray">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0"/>
            <a:ext cx="10541000"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0"/>
            <a:ext cx="10541000" cy="1566532"/>
          </a:xfrm>
        </p:spPr>
        <p:txBody>
          <a:bodyPr lIns="0" tIns="0" rIns="0" bIns="0">
            <a:noAutofit/>
          </a:bodyPr>
          <a:lstStyle>
            <a:lvl1pPr marL="0" indent="0">
              <a:lnSpc>
                <a:spcPct val="95000"/>
              </a:lnSpc>
              <a:spcAft>
                <a:spcPts val="0"/>
              </a:spcAft>
              <a:buNone/>
              <a:defRPr sz="385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a:t>Click to edit Master text styles</a:t>
            </a:r>
          </a:p>
        </p:txBody>
      </p:sp>
      <p:sp>
        <p:nvSpPr>
          <p:cNvPr id="10" name="CaseCode"/>
          <p:cNvSpPr txBox="1"/>
          <p:nvPr userDrawn="1"/>
        </p:nvSpPr>
        <p:spPr>
          <a:xfrm>
            <a:off x="6335184" y="6477001"/>
            <a:ext cx="4896560" cy="200055"/>
          </a:xfrm>
          <a:prstGeom prst="rect">
            <a:avLst/>
          </a:prstGeom>
          <a:noFill/>
        </p:spPr>
        <p:txBody>
          <a:bodyPr wrap="square" lIns="0" tIns="0" rIns="0" bIns="0" rtlCol="0">
            <a:spAutoFit/>
          </a:bodyPr>
          <a:lstStyle/>
          <a:p>
            <a:pPr algn="r">
              <a:buSzPct val="100000"/>
              <a:buFont typeface="Arial"/>
              <a:buNone/>
            </a:pPr>
            <a:r>
              <a:rPr lang="en-US" sz="650">
                <a:solidFill>
                  <a:prstClr val="white"/>
                </a:solidFill>
              </a:rPr>
              <a:t>Presentation title</a:t>
            </a:r>
            <a:br>
              <a:rPr lang="en-US" sz="650">
                <a:solidFill>
                  <a:prstClr val="white"/>
                </a:solidFill>
              </a:rPr>
            </a:br>
            <a:r>
              <a:rPr lang="en-US" sz="650">
                <a:solidFill>
                  <a:prstClr val="white"/>
                </a:solidFill>
              </a:rPr>
              <a:t>[To edit, click View &gt; Slide Master &gt; Slide master1]</a:t>
            </a:r>
          </a:p>
        </p:txBody>
      </p:sp>
      <p:sp>
        <p:nvSpPr>
          <p:cNvPr id="11" name="Copyright"/>
          <p:cNvSpPr txBox="1"/>
          <p:nvPr userDrawn="1"/>
        </p:nvSpPr>
        <p:spPr>
          <a:xfrm>
            <a:off x="501648" y="6477000"/>
            <a:ext cx="5355168" cy="100027"/>
          </a:xfrm>
          <a:prstGeom prst="rect">
            <a:avLst/>
          </a:prstGeom>
          <a:noFill/>
        </p:spPr>
        <p:txBody>
          <a:bodyPr wrap="square" lIns="0" tIns="0" rIns="0" bIns="0" rtlCol="0">
            <a:spAutoFit/>
          </a:bodyPr>
          <a:lstStyle/>
          <a:p>
            <a:pPr>
              <a:spcBef>
                <a:spcPts val="600"/>
              </a:spcBef>
              <a:buSzPct val="100000"/>
              <a:buFont typeface="Arial"/>
              <a:buNone/>
            </a:pPr>
            <a:r>
              <a:rPr lang="en-US" sz="650">
                <a:solidFill>
                  <a:prstClr val="white"/>
                </a:solidFill>
              </a:rPr>
              <a:t>Copyright © 2023 Deloitte Development LLC. All rights reserved.</a:t>
            </a:r>
          </a:p>
        </p:txBody>
      </p:sp>
      <p:sp>
        <p:nvSpPr>
          <p:cNvPr id="12" name="TextBox 11"/>
          <p:cNvSpPr txBox="1"/>
          <p:nvPr userDrawn="1"/>
        </p:nvSpPr>
        <p:spPr>
          <a:xfrm>
            <a:off x="11382377" y="6477001"/>
            <a:ext cx="307975" cy="100027"/>
          </a:xfrm>
          <a:prstGeom prst="rect">
            <a:avLst/>
          </a:prstGeom>
          <a:noFill/>
        </p:spPr>
        <p:txBody>
          <a:bodyPr wrap="square" lIns="0" tIns="0" rIns="0" bIns="0" rtlCol="0">
            <a:spAutoFit/>
          </a:bodyPr>
          <a:lstStyle/>
          <a:p>
            <a:pPr algn="r">
              <a:spcBef>
                <a:spcPts val="600"/>
              </a:spcBef>
              <a:buSzPct val="100000"/>
              <a:buFont typeface="Arial"/>
              <a:buNone/>
            </a:pPr>
            <a:fld id="{C58DF478-B544-4ED8-9ED4-6A2648E2D233}" type="slidenum">
              <a:rPr lang="en-US" sz="650" smtClean="0">
                <a:solidFill>
                  <a:prstClr val="white"/>
                </a:solidFill>
              </a:rPr>
              <a:pPr algn="r">
                <a:spcBef>
                  <a:spcPts val="600"/>
                </a:spcBef>
                <a:buSzPct val="100000"/>
                <a:buFont typeface="Arial"/>
                <a:buNone/>
              </a:pPr>
              <a:t>‹#›</a:t>
            </a:fld>
            <a:endParaRPr lang="en-US" sz="650">
              <a:solidFill>
                <a:prstClr val="white"/>
              </a:solidFill>
            </a:endParaRPr>
          </a:p>
        </p:txBody>
      </p:sp>
    </p:spTree>
    <p:extLst>
      <p:ext uri="{BB962C8B-B14F-4D97-AF65-F5344CB8AC3E}">
        <p14:creationId xmlns:p14="http://schemas.microsoft.com/office/powerpoint/2010/main" val="1959854131"/>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blue">
    <p:bg bwMode="gray">
      <p:bgPr>
        <a:solidFill>
          <a:schemeClr val="accent4"/>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0"/>
            <a:ext cx="10541000"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0"/>
            <a:ext cx="10541000" cy="1566532"/>
          </a:xfrm>
        </p:spPr>
        <p:txBody>
          <a:bodyPr lIns="0" tIns="0" rIns="0" bIns="0">
            <a:noAutofit/>
          </a:bodyPr>
          <a:lstStyle>
            <a:lvl1pPr marL="0" indent="0">
              <a:lnSpc>
                <a:spcPct val="95000"/>
              </a:lnSpc>
              <a:spcAft>
                <a:spcPts val="0"/>
              </a:spcAft>
              <a:buNone/>
              <a:defRPr sz="385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a:t>Click to edit Master text styles</a:t>
            </a:r>
          </a:p>
        </p:txBody>
      </p:sp>
      <p:sp>
        <p:nvSpPr>
          <p:cNvPr id="10" name="CaseCode"/>
          <p:cNvSpPr txBox="1"/>
          <p:nvPr userDrawn="1"/>
        </p:nvSpPr>
        <p:spPr>
          <a:xfrm>
            <a:off x="6335184" y="6477001"/>
            <a:ext cx="4896560" cy="200055"/>
          </a:xfrm>
          <a:prstGeom prst="rect">
            <a:avLst/>
          </a:prstGeom>
          <a:noFill/>
        </p:spPr>
        <p:txBody>
          <a:bodyPr wrap="square" lIns="0" tIns="0" rIns="0" bIns="0" rtlCol="0">
            <a:spAutoFit/>
          </a:bodyPr>
          <a:lstStyle/>
          <a:p>
            <a:pPr algn="r">
              <a:buSzPct val="100000"/>
              <a:buFont typeface="Arial"/>
              <a:buNone/>
            </a:pPr>
            <a:r>
              <a:rPr lang="en-US" sz="650">
                <a:solidFill>
                  <a:prstClr val="white"/>
                </a:solidFill>
              </a:rPr>
              <a:t>Presentation title</a:t>
            </a:r>
            <a:br>
              <a:rPr lang="en-US" sz="650">
                <a:solidFill>
                  <a:prstClr val="white"/>
                </a:solidFill>
              </a:rPr>
            </a:br>
            <a:r>
              <a:rPr lang="en-US" sz="650">
                <a:solidFill>
                  <a:prstClr val="white"/>
                </a:solidFill>
              </a:rPr>
              <a:t>[To edit, click View &gt; Slide Master &gt; Slide master1]</a:t>
            </a:r>
          </a:p>
        </p:txBody>
      </p:sp>
      <p:sp>
        <p:nvSpPr>
          <p:cNvPr id="11" name="Copyright"/>
          <p:cNvSpPr txBox="1"/>
          <p:nvPr userDrawn="1"/>
        </p:nvSpPr>
        <p:spPr>
          <a:xfrm>
            <a:off x="501648" y="6477000"/>
            <a:ext cx="5355168" cy="100027"/>
          </a:xfrm>
          <a:prstGeom prst="rect">
            <a:avLst/>
          </a:prstGeom>
          <a:noFill/>
        </p:spPr>
        <p:txBody>
          <a:bodyPr wrap="square" lIns="0" tIns="0" rIns="0" bIns="0" rtlCol="0">
            <a:spAutoFit/>
          </a:bodyPr>
          <a:lstStyle/>
          <a:p>
            <a:pPr>
              <a:spcBef>
                <a:spcPts val="600"/>
              </a:spcBef>
              <a:buSzPct val="100000"/>
              <a:buFont typeface="Arial"/>
              <a:buNone/>
            </a:pPr>
            <a:r>
              <a:rPr lang="en-US" sz="650">
                <a:solidFill>
                  <a:prstClr val="white"/>
                </a:solidFill>
              </a:rPr>
              <a:t>Copyright © 2024 Deloitte Development LLC. All rights reserved.</a:t>
            </a:r>
          </a:p>
        </p:txBody>
      </p:sp>
      <p:sp>
        <p:nvSpPr>
          <p:cNvPr id="12" name="TextBox 11"/>
          <p:cNvSpPr txBox="1"/>
          <p:nvPr userDrawn="1"/>
        </p:nvSpPr>
        <p:spPr>
          <a:xfrm>
            <a:off x="11382377" y="6477001"/>
            <a:ext cx="307975" cy="100027"/>
          </a:xfrm>
          <a:prstGeom prst="rect">
            <a:avLst/>
          </a:prstGeom>
          <a:noFill/>
        </p:spPr>
        <p:txBody>
          <a:bodyPr wrap="square" lIns="0" tIns="0" rIns="0" bIns="0" rtlCol="0">
            <a:spAutoFit/>
          </a:bodyPr>
          <a:lstStyle/>
          <a:p>
            <a:pPr algn="r">
              <a:spcBef>
                <a:spcPts val="600"/>
              </a:spcBef>
              <a:buSzPct val="100000"/>
              <a:buFont typeface="Arial"/>
              <a:buNone/>
            </a:pPr>
            <a:fld id="{C58DF478-B544-4ED8-9ED4-6A2648E2D233}" type="slidenum">
              <a:rPr lang="en-US" sz="650" smtClean="0">
                <a:solidFill>
                  <a:prstClr val="white"/>
                </a:solidFill>
              </a:rPr>
              <a:pPr algn="r">
                <a:spcBef>
                  <a:spcPts val="600"/>
                </a:spcBef>
                <a:buSzPct val="100000"/>
                <a:buFont typeface="Arial"/>
                <a:buNone/>
              </a:pPr>
              <a:t>‹#›</a:t>
            </a:fld>
            <a:endParaRPr lang="en-US" sz="650">
              <a:solidFill>
                <a:prstClr val="white"/>
              </a:solidFill>
            </a:endParaRPr>
          </a:p>
        </p:txBody>
      </p:sp>
    </p:spTree>
    <p:extLst>
      <p:ext uri="{BB962C8B-B14F-4D97-AF65-F5344CB8AC3E}">
        <p14:creationId xmlns:p14="http://schemas.microsoft.com/office/powerpoint/2010/main" val="1432967551"/>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black">
    <p:bg bwMode="gray">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0"/>
            <a:ext cx="10541000"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0"/>
            <a:ext cx="10541000" cy="1566532"/>
          </a:xfrm>
        </p:spPr>
        <p:txBody>
          <a:bodyPr lIns="0" tIns="0" rIns="0" bIns="0">
            <a:noAutofit/>
          </a:bodyPr>
          <a:lstStyle>
            <a:lvl1pPr marL="0" indent="0">
              <a:lnSpc>
                <a:spcPct val="95000"/>
              </a:lnSpc>
              <a:spcAft>
                <a:spcPts val="0"/>
              </a:spcAft>
              <a:buNone/>
              <a:defRPr sz="385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a:t>Click to edit Master text styles</a:t>
            </a:r>
          </a:p>
        </p:txBody>
      </p:sp>
      <p:sp>
        <p:nvSpPr>
          <p:cNvPr id="11" name="Copyright"/>
          <p:cNvSpPr txBox="1"/>
          <p:nvPr userDrawn="1"/>
        </p:nvSpPr>
        <p:spPr>
          <a:xfrm>
            <a:off x="501648" y="6477000"/>
            <a:ext cx="5355168" cy="100027"/>
          </a:xfrm>
          <a:prstGeom prst="rect">
            <a:avLst/>
          </a:prstGeom>
          <a:noFill/>
        </p:spPr>
        <p:txBody>
          <a:bodyPr wrap="square" lIns="0" tIns="0" rIns="0" bIns="0" rtlCol="0">
            <a:spAutoFit/>
          </a:bodyPr>
          <a:lstStyle/>
          <a:p>
            <a:pPr>
              <a:spcBef>
                <a:spcPts val="600"/>
              </a:spcBef>
              <a:buSzPct val="100000"/>
              <a:buFont typeface="Arial"/>
              <a:buNone/>
            </a:pPr>
            <a:r>
              <a:rPr lang="en-US" sz="650">
                <a:solidFill>
                  <a:prstClr val="white"/>
                </a:solidFill>
              </a:rPr>
              <a:t>Copyright © 2022 Deloitte Consulting LLP. All rights reserved.</a:t>
            </a:r>
          </a:p>
        </p:txBody>
      </p:sp>
      <p:sp>
        <p:nvSpPr>
          <p:cNvPr id="12" name="TextBox 11"/>
          <p:cNvSpPr txBox="1"/>
          <p:nvPr userDrawn="1"/>
        </p:nvSpPr>
        <p:spPr>
          <a:xfrm>
            <a:off x="11382377" y="6477001"/>
            <a:ext cx="307975" cy="100027"/>
          </a:xfrm>
          <a:prstGeom prst="rect">
            <a:avLst/>
          </a:prstGeom>
          <a:noFill/>
        </p:spPr>
        <p:txBody>
          <a:bodyPr wrap="square" lIns="0" tIns="0" rIns="0" bIns="0" rtlCol="0">
            <a:spAutoFit/>
          </a:bodyPr>
          <a:lstStyle/>
          <a:p>
            <a:pPr algn="r">
              <a:spcBef>
                <a:spcPts val="600"/>
              </a:spcBef>
              <a:buSzPct val="100000"/>
              <a:buFont typeface="Arial"/>
              <a:buNone/>
            </a:pPr>
            <a:fld id="{C58DF478-B544-4ED8-9ED4-6A2648E2D233}" type="slidenum">
              <a:rPr lang="en-US" sz="650" smtClean="0">
                <a:solidFill>
                  <a:prstClr val="white"/>
                </a:solidFill>
              </a:rPr>
              <a:pPr algn="r">
                <a:spcBef>
                  <a:spcPts val="600"/>
                </a:spcBef>
                <a:buSzPct val="100000"/>
                <a:buFont typeface="Arial"/>
                <a:buNone/>
              </a:pPr>
              <a:t>‹#›</a:t>
            </a:fld>
            <a:endParaRPr lang="en-US" sz="650">
              <a:solidFill>
                <a:prstClr val="white"/>
              </a:solidFill>
            </a:endParaRPr>
          </a:p>
        </p:txBody>
      </p:sp>
      <p:sp>
        <p:nvSpPr>
          <p:cNvPr id="6" name="CaseCode"/>
          <p:cNvSpPr txBox="1"/>
          <p:nvPr userDrawn="1"/>
        </p:nvSpPr>
        <p:spPr>
          <a:xfrm>
            <a:off x="6485816" y="6486836"/>
            <a:ext cx="4896560" cy="200054"/>
          </a:xfrm>
          <a:prstGeom prst="rect">
            <a:avLst/>
          </a:prstGeom>
          <a:noFill/>
        </p:spPr>
        <p:txBody>
          <a:bodyPr vert="horz" wrap="square" lIns="0" tIns="0" rIns="0" bIns="0" rtlCol="0" anchor="t">
            <a:noAutofit/>
          </a:bodyPr>
          <a:lstStyle/>
          <a:p>
            <a:pPr marL="0" indent="0" algn="r" defTabSz="914400" rtl="0" eaLnBrk="1" latinLnBrk="0" hangingPunct="1">
              <a:spcBef>
                <a:spcPts val="0"/>
              </a:spcBef>
              <a:buSzPct val="100000"/>
              <a:buFontTx/>
              <a:buNone/>
            </a:pPr>
            <a:r>
              <a:rPr lang="en-US" sz="650" b="0" noProof="0">
                <a:solidFill>
                  <a:schemeClr val="bg1"/>
                </a:solidFill>
                <a:latin typeface="+mn-lt"/>
              </a:rPr>
              <a:t>Deloitte</a:t>
            </a:r>
            <a:r>
              <a:rPr lang="en-US" sz="650" b="0" baseline="0" noProof="0">
                <a:solidFill>
                  <a:schemeClr val="bg1"/>
                </a:solidFill>
                <a:latin typeface="+mn-lt"/>
              </a:rPr>
              <a:t> Consulting | Actuarial Optimization</a:t>
            </a:r>
            <a:endParaRPr lang="en-US" sz="650" b="0" noProof="0">
              <a:solidFill>
                <a:schemeClr val="bg1"/>
              </a:solidFill>
              <a:latin typeface="+mn-lt"/>
            </a:endParaRPr>
          </a:p>
        </p:txBody>
      </p:sp>
    </p:spTree>
    <p:extLst>
      <p:ext uri="{BB962C8B-B14F-4D97-AF65-F5344CB8AC3E}">
        <p14:creationId xmlns:p14="http://schemas.microsoft.com/office/powerpoint/2010/main" val="3173701549"/>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1_Divider - Deloitt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0"/>
            <a:ext cx="10541000" cy="1592403"/>
          </a:xfrm>
        </p:spPr>
        <p:txBody>
          <a:bodyPr anchor="b"/>
          <a:lstStyle>
            <a:lvl1pPr>
              <a:lnSpc>
                <a:spcPct val="95000"/>
              </a:lnSpc>
              <a:defRPr sz="3850" b="1">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0"/>
            <a:ext cx="10541000" cy="1566532"/>
          </a:xfrm>
        </p:spPr>
        <p:txBody>
          <a:bodyPr lIns="0" tIns="0" rIns="0" bIns="0">
            <a:noAutofit/>
          </a:bodyPr>
          <a:lstStyle>
            <a:lvl1pPr marL="0" indent="0">
              <a:lnSpc>
                <a:spcPct val="95000"/>
              </a:lnSpc>
              <a:spcAft>
                <a:spcPts val="0"/>
              </a:spcAft>
              <a:buNone/>
              <a:defRPr sz="385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a:t>Click to edit Master text styles</a:t>
            </a:r>
          </a:p>
        </p:txBody>
      </p:sp>
    </p:spTree>
    <p:extLst>
      <p:ext uri="{BB962C8B-B14F-4D97-AF65-F5344CB8AC3E}">
        <p14:creationId xmlns:p14="http://schemas.microsoft.com/office/powerpoint/2010/main" val="4089004015"/>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preserve="1" userDrawn="1">
  <p:cSld name="Key statement dark green">
    <p:bg>
      <p:bgPr>
        <a:solidFill>
          <a:schemeClr val="accent2"/>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8775"/>
            <a:ext cx="9152369" cy="4752975"/>
          </a:xfrm>
          <a:prstGeom prst="rect">
            <a:avLst/>
          </a:prstGeom>
        </p:spPr>
        <p:txBody>
          <a:bodyPr>
            <a:noAutofit/>
          </a:bodyPr>
          <a:lstStyle>
            <a:lvl1pPr>
              <a:spcBef>
                <a:spcPts val="3600"/>
              </a:spcBef>
              <a:defRPr sz="2800">
                <a:solidFill>
                  <a:schemeClr val="bg1"/>
                </a:solidFill>
              </a:defRPr>
            </a:lvl1pPr>
            <a:lvl2pPr marL="457200" indent="-457200">
              <a:defRPr sz="3000">
                <a:solidFill>
                  <a:schemeClr val="bg2"/>
                </a:solidFill>
              </a:defRPr>
            </a:lvl2pPr>
            <a:lvl3pPr>
              <a:defRPr sz="3000">
                <a:solidFill>
                  <a:schemeClr val="bg2"/>
                </a:solidFill>
              </a:defRPr>
            </a:lvl3pPr>
            <a:lvl4pPr>
              <a:defRPr sz="3000">
                <a:solidFill>
                  <a:schemeClr val="bg2"/>
                </a:solidFill>
              </a:defRPr>
            </a:lvl4pPr>
            <a:lvl5pPr>
              <a:defRPr sz="3000">
                <a:solidFill>
                  <a:schemeClr val="bg2"/>
                </a:solidFill>
              </a:defRPr>
            </a:lvl5pPr>
          </a:lstStyle>
          <a:p>
            <a:pPr lvl="0"/>
            <a:r>
              <a:rPr lang="en-US" noProof="0"/>
              <a:t>Click to edit Master text styles</a:t>
            </a:r>
          </a:p>
        </p:txBody>
      </p:sp>
      <p:sp>
        <p:nvSpPr>
          <p:cNvPr id="10" name="CaseCode"/>
          <p:cNvSpPr txBox="1"/>
          <p:nvPr userDrawn="1"/>
        </p:nvSpPr>
        <p:spPr>
          <a:xfrm>
            <a:off x="6335184" y="6477001"/>
            <a:ext cx="4896560" cy="200055"/>
          </a:xfrm>
          <a:prstGeom prst="rect">
            <a:avLst/>
          </a:prstGeom>
          <a:noFill/>
        </p:spPr>
        <p:txBody>
          <a:bodyPr wrap="square" lIns="0" tIns="0" rIns="0" bIns="0" rtlCol="0">
            <a:spAutoFit/>
          </a:bodyPr>
          <a:lstStyle/>
          <a:p>
            <a:pPr algn="r">
              <a:buSzPct val="100000"/>
              <a:buFont typeface="Arial"/>
              <a:buNone/>
            </a:pPr>
            <a:r>
              <a:rPr lang="en-US" sz="650">
                <a:solidFill>
                  <a:prstClr val="white"/>
                </a:solidFill>
              </a:rPr>
              <a:t>Presentation title</a:t>
            </a:r>
            <a:br>
              <a:rPr lang="en-US" sz="650">
                <a:solidFill>
                  <a:prstClr val="white"/>
                </a:solidFill>
              </a:rPr>
            </a:br>
            <a:r>
              <a:rPr lang="en-US" sz="650">
                <a:solidFill>
                  <a:prstClr val="white"/>
                </a:solidFill>
              </a:rPr>
              <a:t>[To edit, click View &gt; Slide Master &gt; Slide master1]</a:t>
            </a:r>
          </a:p>
        </p:txBody>
      </p:sp>
      <p:sp>
        <p:nvSpPr>
          <p:cNvPr id="11" name="Copyright"/>
          <p:cNvSpPr txBox="1"/>
          <p:nvPr userDrawn="1"/>
        </p:nvSpPr>
        <p:spPr>
          <a:xfrm>
            <a:off x="501648" y="6477000"/>
            <a:ext cx="5355168" cy="100027"/>
          </a:xfrm>
          <a:prstGeom prst="rect">
            <a:avLst/>
          </a:prstGeom>
          <a:noFill/>
        </p:spPr>
        <p:txBody>
          <a:bodyPr wrap="square" lIns="0" tIns="0" rIns="0" bIns="0" rtlCol="0">
            <a:spAutoFit/>
          </a:bodyPr>
          <a:lstStyle/>
          <a:p>
            <a:pPr>
              <a:spcBef>
                <a:spcPts val="600"/>
              </a:spcBef>
              <a:buSzPct val="100000"/>
              <a:buFont typeface="Arial"/>
              <a:buNone/>
            </a:pPr>
            <a:r>
              <a:rPr lang="en-US" sz="650">
                <a:solidFill>
                  <a:prstClr val="white"/>
                </a:solidFill>
              </a:rPr>
              <a:t>Copyright © 2023 Deloitte Development LLC. All rights reserved.</a:t>
            </a:r>
          </a:p>
        </p:txBody>
      </p:sp>
      <p:sp>
        <p:nvSpPr>
          <p:cNvPr id="12" name="TextBox 11"/>
          <p:cNvSpPr txBox="1"/>
          <p:nvPr userDrawn="1"/>
        </p:nvSpPr>
        <p:spPr>
          <a:xfrm>
            <a:off x="11382377" y="6477001"/>
            <a:ext cx="307975" cy="100027"/>
          </a:xfrm>
          <a:prstGeom prst="rect">
            <a:avLst/>
          </a:prstGeom>
          <a:noFill/>
        </p:spPr>
        <p:txBody>
          <a:bodyPr wrap="square" lIns="0" tIns="0" rIns="0" bIns="0" rtlCol="0">
            <a:spAutoFit/>
          </a:bodyPr>
          <a:lstStyle/>
          <a:p>
            <a:pPr algn="r">
              <a:spcBef>
                <a:spcPts val="600"/>
              </a:spcBef>
              <a:buSzPct val="100000"/>
              <a:buFont typeface="Arial"/>
              <a:buNone/>
            </a:pPr>
            <a:fld id="{C58DF478-B544-4ED8-9ED4-6A2648E2D233}" type="slidenum">
              <a:rPr lang="en-US" sz="650" smtClean="0">
                <a:solidFill>
                  <a:prstClr val="white"/>
                </a:solidFill>
              </a:rPr>
              <a:pPr algn="r">
                <a:spcBef>
                  <a:spcPts val="600"/>
                </a:spcBef>
                <a:buSzPct val="100000"/>
                <a:buFont typeface="Arial"/>
                <a:buNone/>
              </a:pPr>
              <a:t>‹#›</a:t>
            </a:fld>
            <a:endParaRPr lang="en-US" sz="650">
              <a:solidFill>
                <a:prstClr val="white"/>
              </a:solidFill>
            </a:endParaRPr>
          </a:p>
        </p:txBody>
      </p:sp>
    </p:spTree>
    <p:extLst>
      <p:ext uri="{BB962C8B-B14F-4D97-AF65-F5344CB8AC3E}">
        <p14:creationId xmlns:p14="http://schemas.microsoft.com/office/powerpoint/2010/main" val="3805074738"/>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userDrawn="1">
  <p:cSld name="Key statement dark blue">
    <p:bg>
      <p:bgPr>
        <a:solidFill>
          <a:schemeClr val="accent4"/>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1" y="1627200"/>
            <a:ext cx="9277349" cy="4759584"/>
          </a:xfrm>
          <a:prstGeom prst="rect">
            <a:avLst/>
          </a:prstGeom>
        </p:spPr>
        <p:txBody>
          <a:bodyPr>
            <a:noAutofit/>
          </a:bodyPr>
          <a:lstStyle>
            <a:lvl1pPr>
              <a:spcBef>
                <a:spcPts val="3600"/>
              </a:spcBef>
              <a:defRPr sz="2800">
                <a:solidFill>
                  <a:schemeClr val="bg1"/>
                </a:solidFill>
              </a:defRPr>
            </a:lvl1pPr>
            <a:lvl2pPr marL="457200" indent="-457200">
              <a:defRPr sz="3000">
                <a:solidFill>
                  <a:schemeClr val="bg2"/>
                </a:solidFill>
              </a:defRPr>
            </a:lvl2pPr>
            <a:lvl3pPr>
              <a:defRPr sz="3000">
                <a:solidFill>
                  <a:schemeClr val="bg2"/>
                </a:solidFill>
              </a:defRPr>
            </a:lvl3pPr>
            <a:lvl4pPr>
              <a:defRPr sz="3000">
                <a:solidFill>
                  <a:schemeClr val="bg2"/>
                </a:solidFill>
              </a:defRPr>
            </a:lvl4pPr>
            <a:lvl5pPr>
              <a:defRPr sz="3000">
                <a:solidFill>
                  <a:schemeClr val="bg2"/>
                </a:solidFill>
              </a:defRPr>
            </a:lvl5pPr>
          </a:lstStyle>
          <a:p>
            <a:pPr lvl="0"/>
            <a:r>
              <a:rPr lang="en-US" noProof="0"/>
              <a:t>Click to edit Master text styles</a:t>
            </a:r>
          </a:p>
        </p:txBody>
      </p:sp>
      <p:sp>
        <p:nvSpPr>
          <p:cNvPr id="10" name="CaseCode"/>
          <p:cNvSpPr txBox="1"/>
          <p:nvPr userDrawn="1"/>
        </p:nvSpPr>
        <p:spPr>
          <a:xfrm>
            <a:off x="6335184" y="6477001"/>
            <a:ext cx="4896560" cy="200055"/>
          </a:xfrm>
          <a:prstGeom prst="rect">
            <a:avLst/>
          </a:prstGeom>
          <a:noFill/>
        </p:spPr>
        <p:txBody>
          <a:bodyPr wrap="square" lIns="0" tIns="0" rIns="0" bIns="0" rtlCol="0">
            <a:spAutoFit/>
          </a:bodyPr>
          <a:lstStyle/>
          <a:p>
            <a:pPr algn="r">
              <a:buSzPct val="100000"/>
              <a:buFont typeface="Arial"/>
              <a:buNone/>
            </a:pPr>
            <a:r>
              <a:rPr lang="en-US" sz="650">
                <a:solidFill>
                  <a:prstClr val="white"/>
                </a:solidFill>
              </a:rPr>
              <a:t>Presentation title</a:t>
            </a:r>
            <a:br>
              <a:rPr lang="en-US" sz="650">
                <a:solidFill>
                  <a:prstClr val="white"/>
                </a:solidFill>
              </a:rPr>
            </a:br>
            <a:r>
              <a:rPr lang="en-US" sz="650">
                <a:solidFill>
                  <a:prstClr val="white"/>
                </a:solidFill>
              </a:rPr>
              <a:t>[To edit, click View &gt; Slide Master &gt; Slide master1]</a:t>
            </a:r>
          </a:p>
        </p:txBody>
      </p:sp>
      <p:sp>
        <p:nvSpPr>
          <p:cNvPr id="11" name="Copyright"/>
          <p:cNvSpPr txBox="1"/>
          <p:nvPr userDrawn="1"/>
        </p:nvSpPr>
        <p:spPr>
          <a:xfrm>
            <a:off x="501648" y="6477000"/>
            <a:ext cx="5355168" cy="100027"/>
          </a:xfrm>
          <a:prstGeom prst="rect">
            <a:avLst/>
          </a:prstGeom>
          <a:noFill/>
        </p:spPr>
        <p:txBody>
          <a:bodyPr wrap="square" lIns="0" tIns="0" rIns="0" bIns="0" rtlCol="0">
            <a:spAutoFit/>
          </a:bodyPr>
          <a:lstStyle/>
          <a:p>
            <a:pPr>
              <a:spcBef>
                <a:spcPts val="600"/>
              </a:spcBef>
              <a:buSzPct val="100000"/>
              <a:buFont typeface="Arial"/>
              <a:buNone/>
            </a:pPr>
            <a:r>
              <a:rPr lang="en-US" sz="650">
                <a:solidFill>
                  <a:prstClr val="white"/>
                </a:solidFill>
              </a:rPr>
              <a:t>Copyright © 2023 Deloitte Development LLC. All rights reserved.</a:t>
            </a:r>
          </a:p>
        </p:txBody>
      </p:sp>
      <p:sp>
        <p:nvSpPr>
          <p:cNvPr id="12" name="TextBox 11"/>
          <p:cNvSpPr txBox="1"/>
          <p:nvPr userDrawn="1"/>
        </p:nvSpPr>
        <p:spPr>
          <a:xfrm>
            <a:off x="11382377" y="6477001"/>
            <a:ext cx="307975" cy="100027"/>
          </a:xfrm>
          <a:prstGeom prst="rect">
            <a:avLst/>
          </a:prstGeom>
          <a:noFill/>
        </p:spPr>
        <p:txBody>
          <a:bodyPr wrap="square" lIns="0" tIns="0" rIns="0" bIns="0" rtlCol="0">
            <a:spAutoFit/>
          </a:bodyPr>
          <a:lstStyle/>
          <a:p>
            <a:pPr algn="r">
              <a:spcBef>
                <a:spcPts val="600"/>
              </a:spcBef>
              <a:buSzPct val="100000"/>
              <a:buFont typeface="Arial"/>
              <a:buNone/>
            </a:pPr>
            <a:fld id="{C58DF478-B544-4ED8-9ED4-6A2648E2D233}" type="slidenum">
              <a:rPr lang="en-US" sz="650" smtClean="0">
                <a:solidFill>
                  <a:prstClr val="white"/>
                </a:solidFill>
              </a:rPr>
              <a:pPr algn="r">
                <a:spcBef>
                  <a:spcPts val="600"/>
                </a:spcBef>
                <a:buSzPct val="100000"/>
                <a:buFont typeface="Arial"/>
                <a:buNone/>
              </a:pPr>
              <a:t>‹#›</a:t>
            </a:fld>
            <a:endParaRPr lang="en-US" sz="650">
              <a:solidFill>
                <a:prstClr val="white"/>
              </a:solidFill>
            </a:endParaRPr>
          </a:p>
        </p:txBody>
      </p:sp>
    </p:spTree>
    <p:extLst>
      <p:ext uri="{BB962C8B-B14F-4D97-AF65-F5344CB8AC3E}">
        <p14:creationId xmlns:p14="http://schemas.microsoft.com/office/powerpoint/2010/main" val="883517571"/>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userDrawn="1">
  <p:cSld name="Key statement teal">
    <p:bg>
      <p:bgPr>
        <a:solidFill>
          <a:schemeClr val="accent5"/>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1" y="1628775"/>
            <a:ext cx="9277349" cy="4752975"/>
          </a:xfrm>
          <a:prstGeom prst="rect">
            <a:avLst/>
          </a:prstGeom>
        </p:spPr>
        <p:txBody>
          <a:bodyPr>
            <a:noAutofit/>
          </a:bodyPr>
          <a:lstStyle>
            <a:lvl1pPr>
              <a:spcBef>
                <a:spcPts val="3600"/>
              </a:spcBef>
              <a:defRPr sz="2800">
                <a:solidFill>
                  <a:schemeClr val="bg1"/>
                </a:solidFill>
              </a:defRPr>
            </a:lvl1pPr>
            <a:lvl2pPr marL="457200" indent="-457200">
              <a:defRPr sz="3000">
                <a:solidFill>
                  <a:schemeClr val="bg2"/>
                </a:solidFill>
              </a:defRPr>
            </a:lvl2pPr>
            <a:lvl3pPr>
              <a:defRPr sz="3000">
                <a:solidFill>
                  <a:schemeClr val="bg2"/>
                </a:solidFill>
              </a:defRPr>
            </a:lvl3pPr>
            <a:lvl4pPr>
              <a:defRPr sz="3000">
                <a:solidFill>
                  <a:schemeClr val="bg2"/>
                </a:solidFill>
              </a:defRPr>
            </a:lvl4pPr>
            <a:lvl5pPr>
              <a:defRPr sz="3000">
                <a:solidFill>
                  <a:schemeClr val="bg2"/>
                </a:solidFill>
              </a:defRPr>
            </a:lvl5pPr>
          </a:lstStyle>
          <a:p>
            <a:pPr lvl="0"/>
            <a:r>
              <a:rPr lang="en-US" noProof="0"/>
              <a:t>Click to edit Master text styles</a:t>
            </a:r>
          </a:p>
        </p:txBody>
      </p:sp>
      <p:sp>
        <p:nvSpPr>
          <p:cNvPr id="10" name="CaseCode"/>
          <p:cNvSpPr txBox="1"/>
          <p:nvPr userDrawn="1"/>
        </p:nvSpPr>
        <p:spPr>
          <a:xfrm>
            <a:off x="6335184" y="6477001"/>
            <a:ext cx="4896560" cy="200055"/>
          </a:xfrm>
          <a:prstGeom prst="rect">
            <a:avLst/>
          </a:prstGeom>
          <a:noFill/>
        </p:spPr>
        <p:txBody>
          <a:bodyPr wrap="square" lIns="0" tIns="0" rIns="0" bIns="0" rtlCol="0">
            <a:spAutoFit/>
          </a:bodyPr>
          <a:lstStyle/>
          <a:p>
            <a:pPr algn="r">
              <a:buSzPct val="100000"/>
              <a:buFont typeface="Arial"/>
              <a:buNone/>
            </a:pPr>
            <a:r>
              <a:rPr lang="en-US" sz="650">
                <a:solidFill>
                  <a:prstClr val="white"/>
                </a:solidFill>
              </a:rPr>
              <a:t>Presentation title</a:t>
            </a:r>
            <a:br>
              <a:rPr lang="en-US" sz="650">
                <a:solidFill>
                  <a:prstClr val="white"/>
                </a:solidFill>
              </a:rPr>
            </a:br>
            <a:r>
              <a:rPr lang="en-US" sz="650">
                <a:solidFill>
                  <a:prstClr val="white"/>
                </a:solidFill>
              </a:rPr>
              <a:t>[To edit, click View &gt; Slide Master &gt; Slide master1]</a:t>
            </a:r>
          </a:p>
        </p:txBody>
      </p:sp>
      <p:sp>
        <p:nvSpPr>
          <p:cNvPr id="11" name="Copyright"/>
          <p:cNvSpPr txBox="1"/>
          <p:nvPr userDrawn="1"/>
        </p:nvSpPr>
        <p:spPr>
          <a:xfrm>
            <a:off x="501648" y="6477000"/>
            <a:ext cx="5355168" cy="100027"/>
          </a:xfrm>
          <a:prstGeom prst="rect">
            <a:avLst/>
          </a:prstGeom>
          <a:noFill/>
        </p:spPr>
        <p:txBody>
          <a:bodyPr wrap="square" lIns="0" tIns="0" rIns="0" bIns="0" rtlCol="0">
            <a:spAutoFit/>
          </a:bodyPr>
          <a:lstStyle/>
          <a:p>
            <a:pPr>
              <a:spcBef>
                <a:spcPts val="600"/>
              </a:spcBef>
              <a:buSzPct val="100000"/>
              <a:buFont typeface="Arial"/>
              <a:buNone/>
            </a:pPr>
            <a:r>
              <a:rPr lang="en-US" sz="650">
                <a:solidFill>
                  <a:prstClr val="white"/>
                </a:solidFill>
              </a:rPr>
              <a:t>Copyright © 2023 Deloitte Development LLC. All rights reserved.</a:t>
            </a:r>
          </a:p>
        </p:txBody>
      </p:sp>
      <p:sp>
        <p:nvSpPr>
          <p:cNvPr id="12" name="TextBox 11"/>
          <p:cNvSpPr txBox="1"/>
          <p:nvPr userDrawn="1"/>
        </p:nvSpPr>
        <p:spPr>
          <a:xfrm>
            <a:off x="11382377" y="6477001"/>
            <a:ext cx="307975" cy="100027"/>
          </a:xfrm>
          <a:prstGeom prst="rect">
            <a:avLst/>
          </a:prstGeom>
          <a:noFill/>
        </p:spPr>
        <p:txBody>
          <a:bodyPr wrap="square" lIns="0" tIns="0" rIns="0" bIns="0" rtlCol="0">
            <a:spAutoFit/>
          </a:bodyPr>
          <a:lstStyle/>
          <a:p>
            <a:pPr algn="r">
              <a:spcBef>
                <a:spcPts val="600"/>
              </a:spcBef>
              <a:buSzPct val="100000"/>
              <a:buFont typeface="Arial"/>
              <a:buNone/>
            </a:pPr>
            <a:fld id="{C58DF478-B544-4ED8-9ED4-6A2648E2D233}" type="slidenum">
              <a:rPr lang="en-US" sz="650" smtClean="0">
                <a:solidFill>
                  <a:prstClr val="white"/>
                </a:solidFill>
              </a:rPr>
              <a:pPr algn="r">
                <a:spcBef>
                  <a:spcPts val="600"/>
                </a:spcBef>
                <a:buSzPct val="100000"/>
                <a:buFont typeface="Arial"/>
                <a:buNone/>
              </a:pPr>
              <a:t>‹#›</a:t>
            </a:fld>
            <a:endParaRPr lang="en-US" sz="650">
              <a:solidFill>
                <a:prstClr val="white"/>
              </a:solidFill>
            </a:endParaRPr>
          </a:p>
        </p:txBody>
      </p:sp>
    </p:spTree>
    <p:extLst>
      <p:ext uri="{BB962C8B-B14F-4D97-AF65-F5344CB8AC3E}">
        <p14:creationId xmlns:p14="http://schemas.microsoft.com/office/powerpoint/2010/main" val="3746544195"/>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preserve="1" userDrawn="1">
  <p:cSld name="Key statement black">
    <p:bg>
      <p:bgPr>
        <a:solidFill>
          <a:schemeClr val="tx1"/>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1" y="1628775"/>
            <a:ext cx="9277349" cy="4752975"/>
          </a:xfrm>
          <a:prstGeom prst="rect">
            <a:avLst/>
          </a:prstGeom>
        </p:spPr>
        <p:txBody>
          <a:bodyPr>
            <a:noAutofit/>
          </a:bodyPr>
          <a:lstStyle>
            <a:lvl1pPr>
              <a:spcBef>
                <a:spcPts val="3600"/>
              </a:spcBef>
              <a:defRPr sz="2800">
                <a:solidFill>
                  <a:schemeClr val="bg1"/>
                </a:solidFill>
              </a:defRPr>
            </a:lvl1pPr>
            <a:lvl2pPr marL="457200" indent="-457200">
              <a:defRPr sz="3000">
                <a:solidFill>
                  <a:schemeClr val="bg2"/>
                </a:solidFill>
              </a:defRPr>
            </a:lvl2pPr>
            <a:lvl3pPr>
              <a:defRPr sz="3000">
                <a:solidFill>
                  <a:schemeClr val="bg2"/>
                </a:solidFill>
              </a:defRPr>
            </a:lvl3pPr>
            <a:lvl4pPr>
              <a:defRPr sz="3000">
                <a:solidFill>
                  <a:schemeClr val="bg2"/>
                </a:solidFill>
              </a:defRPr>
            </a:lvl4pPr>
            <a:lvl5pPr>
              <a:defRPr sz="3000">
                <a:solidFill>
                  <a:schemeClr val="bg2"/>
                </a:solidFill>
              </a:defRPr>
            </a:lvl5pPr>
          </a:lstStyle>
          <a:p>
            <a:pPr lvl="0"/>
            <a:r>
              <a:rPr lang="en-US" noProof="0"/>
              <a:t>Click to edit Master text styles</a:t>
            </a:r>
          </a:p>
        </p:txBody>
      </p:sp>
      <p:sp>
        <p:nvSpPr>
          <p:cNvPr id="10" name="CaseCode"/>
          <p:cNvSpPr txBox="1"/>
          <p:nvPr userDrawn="1"/>
        </p:nvSpPr>
        <p:spPr>
          <a:xfrm>
            <a:off x="6335184" y="6477001"/>
            <a:ext cx="4896560" cy="200055"/>
          </a:xfrm>
          <a:prstGeom prst="rect">
            <a:avLst/>
          </a:prstGeom>
          <a:noFill/>
        </p:spPr>
        <p:txBody>
          <a:bodyPr wrap="square" lIns="0" tIns="0" rIns="0" bIns="0" rtlCol="0">
            <a:spAutoFit/>
          </a:bodyPr>
          <a:lstStyle/>
          <a:p>
            <a:pPr algn="r">
              <a:buSzPct val="100000"/>
              <a:buFont typeface="Arial"/>
              <a:buNone/>
            </a:pPr>
            <a:r>
              <a:rPr lang="en-US" sz="650">
                <a:solidFill>
                  <a:prstClr val="white"/>
                </a:solidFill>
              </a:rPr>
              <a:t>Presentation title</a:t>
            </a:r>
            <a:br>
              <a:rPr lang="en-US" sz="650">
                <a:solidFill>
                  <a:prstClr val="white"/>
                </a:solidFill>
              </a:rPr>
            </a:br>
            <a:r>
              <a:rPr lang="en-US" sz="650">
                <a:solidFill>
                  <a:prstClr val="white"/>
                </a:solidFill>
              </a:rPr>
              <a:t>[To edit, click View &gt; Slide Master &gt; Slide master1]</a:t>
            </a:r>
          </a:p>
        </p:txBody>
      </p:sp>
      <p:sp>
        <p:nvSpPr>
          <p:cNvPr id="11" name="Copyright"/>
          <p:cNvSpPr txBox="1"/>
          <p:nvPr userDrawn="1"/>
        </p:nvSpPr>
        <p:spPr>
          <a:xfrm>
            <a:off x="501648" y="6477000"/>
            <a:ext cx="5355168" cy="100027"/>
          </a:xfrm>
          <a:prstGeom prst="rect">
            <a:avLst/>
          </a:prstGeom>
          <a:noFill/>
        </p:spPr>
        <p:txBody>
          <a:bodyPr wrap="square" lIns="0" tIns="0" rIns="0" bIns="0" rtlCol="0">
            <a:spAutoFit/>
          </a:bodyPr>
          <a:lstStyle/>
          <a:p>
            <a:pPr>
              <a:spcBef>
                <a:spcPts val="600"/>
              </a:spcBef>
              <a:buSzPct val="100000"/>
              <a:buFont typeface="Arial"/>
              <a:buNone/>
            </a:pPr>
            <a:r>
              <a:rPr lang="en-US" sz="650">
                <a:solidFill>
                  <a:prstClr val="white"/>
                </a:solidFill>
              </a:rPr>
              <a:t>Copyright © 2023 Deloitte Development LLC. All rights reserved.</a:t>
            </a:r>
          </a:p>
        </p:txBody>
      </p:sp>
      <p:sp>
        <p:nvSpPr>
          <p:cNvPr id="12" name="TextBox 11"/>
          <p:cNvSpPr txBox="1"/>
          <p:nvPr userDrawn="1"/>
        </p:nvSpPr>
        <p:spPr>
          <a:xfrm>
            <a:off x="11382377" y="6477001"/>
            <a:ext cx="307975" cy="100027"/>
          </a:xfrm>
          <a:prstGeom prst="rect">
            <a:avLst/>
          </a:prstGeom>
          <a:noFill/>
        </p:spPr>
        <p:txBody>
          <a:bodyPr wrap="square" lIns="0" tIns="0" rIns="0" bIns="0" rtlCol="0">
            <a:spAutoFit/>
          </a:bodyPr>
          <a:lstStyle/>
          <a:p>
            <a:pPr algn="r">
              <a:spcBef>
                <a:spcPts val="600"/>
              </a:spcBef>
              <a:buSzPct val="100000"/>
              <a:buFont typeface="Arial"/>
              <a:buNone/>
            </a:pPr>
            <a:fld id="{C58DF478-B544-4ED8-9ED4-6A2648E2D233}" type="slidenum">
              <a:rPr lang="en-US" sz="650" smtClean="0">
                <a:solidFill>
                  <a:prstClr val="white"/>
                </a:solidFill>
              </a:rPr>
              <a:pPr algn="r">
                <a:spcBef>
                  <a:spcPts val="600"/>
                </a:spcBef>
                <a:buSzPct val="100000"/>
                <a:buFont typeface="Arial"/>
                <a:buNone/>
              </a:pPr>
              <a:t>‹#›</a:t>
            </a:fld>
            <a:endParaRPr lang="en-US" sz="650">
              <a:solidFill>
                <a:prstClr val="white"/>
              </a:solidFill>
            </a:endParaRPr>
          </a:p>
        </p:txBody>
      </p:sp>
    </p:spTree>
    <p:extLst>
      <p:ext uri="{BB962C8B-B14F-4D97-AF65-F5344CB8AC3E}">
        <p14:creationId xmlns:p14="http://schemas.microsoft.com/office/powerpoint/2010/main" val="3995185274"/>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Key statement white">
    <p:bg>
      <p:bgRef idx="1001">
        <a:schemeClr val="bg1"/>
      </p:bgRef>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1" y="1628775"/>
            <a:ext cx="9277349" cy="4752975"/>
          </a:xfrm>
          <a:prstGeom prst="rect">
            <a:avLst/>
          </a:prstGeom>
        </p:spPr>
        <p:txBody>
          <a:bodyPr>
            <a:noAutofit/>
          </a:bodyPr>
          <a:lstStyle>
            <a:lvl1pPr>
              <a:spcBef>
                <a:spcPts val="3600"/>
              </a:spcBef>
              <a:defRPr sz="2800">
                <a:solidFill>
                  <a:schemeClr val="tx1"/>
                </a:solidFill>
              </a:defRPr>
            </a:lvl1pPr>
            <a:lvl2pPr marL="457200" indent="-457200">
              <a:defRPr sz="3000">
                <a:solidFill>
                  <a:schemeClr val="bg2"/>
                </a:solidFill>
              </a:defRPr>
            </a:lvl2pPr>
            <a:lvl3pPr>
              <a:defRPr sz="3000">
                <a:solidFill>
                  <a:schemeClr val="bg2"/>
                </a:solidFill>
              </a:defRPr>
            </a:lvl3pPr>
            <a:lvl4pPr>
              <a:defRPr sz="3000">
                <a:solidFill>
                  <a:schemeClr val="bg2"/>
                </a:solidFill>
              </a:defRPr>
            </a:lvl4pPr>
            <a:lvl5pPr>
              <a:defRPr sz="3000">
                <a:solidFill>
                  <a:schemeClr val="bg2"/>
                </a:solidFill>
              </a:defRPr>
            </a:lvl5pPr>
          </a:lstStyle>
          <a:p>
            <a:pPr lvl="0"/>
            <a:r>
              <a:rPr lang="en-US" noProof="0"/>
              <a:t>Click to edit Master text styles</a:t>
            </a:r>
          </a:p>
        </p:txBody>
      </p:sp>
    </p:spTree>
    <p:extLst>
      <p:ext uri="{BB962C8B-B14F-4D97-AF65-F5344CB8AC3E}">
        <p14:creationId xmlns:p14="http://schemas.microsoft.com/office/powerpoint/2010/main" val="2378562491"/>
      </p:ext>
    </p:extLst>
  </p:cSld>
  <p:clrMapOvr>
    <a:overrideClrMapping bg1="lt1" tx1="dk1" bg2="lt2" tx2="dk2" accent1="accent1" accent2="accent2" accent3="accent3" accent4="accent4" accent5="accent5" accent6="accent6" hlink="hlink" folHlink="folHlink"/>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Contents">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891256491"/>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530" imgH="528" progId="TCLayout.ActiveDocument.1">
                  <p:embed/>
                </p:oleObj>
              </mc:Choice>
              <mc:Fallback>
                <p:oleObj name="think-cell Slide" r:id="rId3" imgW="530" imgH="528"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4" name="Content Placeholder 3"/>
          <p:cNvSpPr>
            <a:spLocks noGrp="1"/>
          </p:cNvSpPr>
          <p:nvPr>
            <p:ph sz="quarter" idx="10"/>
          </p:nvPr>
        </p:nvSpPr>
        <p:spPr>
          <a:xfrm>
            <a:off x="501651" y="1665289"/>
            <a:ext cx="9277349" cy="4716463"/>
          </a:xfrm>
          <a:prstGeom prst="rect">
            <a:avLst/>
          </a:prstGeom>
        </p:spPr>
        <p:txBody>
          <a:bodyPr/>
          <a:lstStyle>
            <a:lvl1pPr marL="0" indent="0" algn="l">
              <a:buFontTx/>
              <a:buNone/>
              <a:tabLst>
                <a:tab pos="6729413" algn="r"/>
              </a:tabLst>
              <a:defRPr/>
            </a:lvl1pPr>
            <a:lvl2pPr marL="127000" indent="-127000">
              <a:tabLst>
                <a:tab pos="6729413" algn="r"/>
              </a:tabLst>
              <a:defRPr/>
            </a:lvl2pPr>
            <a:lvl3pPr marL="279400" indent="-127000">
              <a:tabLst>
                <a:tab pos="6729413" algn="r"/>
              </a:tabLst>
              <a:defRPr/>
            </a:lvl3pPr>
            <a:lvl4pPr marL="431800" indent="-127000">
              <a:tabLst>
                <a:tab pos="6729413" algn="r"/>
              </a:tabLst>
              <a:defRPr/>
            </a:lvl4pPr>
            <a:lvl5pPr marL="584200" indent="-127000">
              <a:tabLst>
                <a:tab pos="5029200" algn="r"/>
              </a:tabLst>
              <a:defRPr baseline="0"/>
            </a:lvl5pPr>
            <a:lvl6pPr>
              <a:tabLst>
                <a:tab pos="6729413" algn="r"/>
              </a:tabLst>
              <a:defRPr/>
            </a:lvl6pPr>
            <a:lvl7pPr>
              <a:tabLst>
                <a:tab pos="6729413" algn="r"/>
              </a:tabLst>
              <a:defRPr/>
            </a:lvl7pPr>
            <a:lvl8pPr>
              <a:tabLst>
                <a:tab pos="6729413" algn="r"/>
              </a:tabLst>
              <a:defRPr/>
            </a:lvl8pPr>
            <a:lvl9pPr>
              <a:tabLst>
                <a:tab pos="6729413" algn="r"/>
              </a:tabLs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Placeholder 1"/>
          <p:cNvSpPr>
            <a:spLocks noGrp="1"/>
          </p:cNvSpPr>
          <p:nvPr>
            <p:ph type="title" hasCustomPrompt="1"/>
          </p:nvPr>
        </p:nvSpPr>
        <p:spPr>
          <a:xfrm>
            <a:off x="501652" y="317500"/>
            <a:ext cx="11180232" cy="698501"/>
          </a:xfrm>
          <a:prstGeom prst="rect">
            <a:avLst/>
          </a:prstGeom>
        </p:spPr>
        <p:txBody>
          <a:bodyPr vert="horz" lIns="0" tIns="0" rIns="0" bIns="0" rtlCol="0" anchor="t" anchorCtr="0">
            <a:noAutofit/>
          </a:bodyPr>
          <a:lstStyle>
            <a:lvl1pPr>
              <a:defRPr/>
            </a:lvl1pPr>
          </a:lstStyle>
          <a:p>
            <a:r>
              <a:rPr lang="en-US"/>
              <a:t>Click to add title</a:t>
            </a:r>
          </a:p>
        </p:txBody>
      </p:sp>
    </p:spTree>
    <p:extLst>
      <p:ext uri="{BB962C8B-B14F-4D97-AF65-F5344CB8AC3E}">
        <p14:creationId xmlns:p14="http://schemas.microsoft.com/office/powerpoint/2010/main" val="64783316"/>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Contents with image">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01651" y="317501"/>
            <a:ext cx="11188700" cy="698500"/>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5" name="Picture Placeholder 9"/>
          <p:cNvSpPr>
            <a:spLocks noGrp="1"/>
          </p:cNvSpPr>
          <p:nvPr>
            <p:ph type="pic" sz="quarter" idx="15"/>
          </p:nvPr>
        </p:nvSpPr>
        <p:spPr>
          <a:xfrm>
            <a:off x="5450351" y="1701801"/>
            <a:ext cx="6240000" cy="4679950"/>
          </a:xfrm>
        </p:spPr>
        <p:txBody>
          <a:bodyPr/>
          <a:lstStyle/>
          <a:p>
            <a:r>
              <a:rPr lang="en-US" noProof="0"/>
              <a:t>Click icon to add picture</a:t>
            </a:r>
          </a:p>
        </p:txBody>
      </p:sp>
      <p:sp>
        <p:nvSpPr>
          <p:cNvPr id="6" name="Content Placeholder 3"/>
          <p:cNvSpPr>
            <a:spLocks noGrp="1"/>
          </p:cNvSpPr>
          <p:nvPr>
            <p:ph sz="quarter" idx="10"/>
          </p:nvPr>
        </p:nvSpPr>
        <p:spPr>
          <a:xfrm>
            <a:off x="501651" y="1665289"/>
            <a:ext cx="4456429" cy="4716463"/>
          </a:xfrm>
          <a:prstGeom prst="rect">
            <a:avLst/>
          </a:prstGeom>
        </p:spPr>
        <p:txBody>
          <a:bodyPr/>
          <a:lstStyle>
            <a:lvl1pPr>
              <a:tabLst>
                <a:tab pos="5029200" algn="r"/>
              </a:tabLst>
              <a:defRPr/>
            </a:lvl1pPr>
            <a:lvl2pPr>
              <a:tabLst>
                <a:tab pos="5029200" algn="r"/>
              </a:tabLst>
              <a:defRPr/>
            </a:lvl2pPr>
            <a:lvl3pPr>
              <a:tabLst>
                <a:tab pos="5029200" algn="r"/>
              </a:tabLst>
              <a:defRPr/>
            </a:lvl3pPr>
            <a:lvl4pPr>
              <a:tabLst>
                <a:tab pos="5029200" algn="r"/>
              </a:tabLst>
              <a:defRPr/>
            </a:lvl4pPr>
            <a:lvl5pPr>
              <a:tabLst>
                <a:tab pos="5029200"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916020331"/>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Title &amp; 1 column text">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1"/>
            <a:ext cx="11188700" cy="698500"/>
          </a:xfrm>
        </p:spPr>
        <p:txBody>
          <a:bodyPr/>
          <a:lstStyle/>
          <a:p>
            <a:r>
              <a:rPr lang="en-US" noProof="0"/>
              <a:t>Click to edit Master title style</a:t>
            </a:r>
          </a:p>
        </p:txBody>
      </p:sp>
      <p:sp>
        <p:nvSpPr>
          <p:cNvPr id="14" name="Text Placeholder 18"/>
          <p:cNvSpPr>
            <a:spLocks noGrp="1"/>
          </p:cNvSpPr>
          <p:nvPr>
            <p:ph idx="1"/>
          </p:nvPr>
        </p:nvSpPr>
        <p:spPr>
          <a:xfrm>
            <a:off x="501651" y="1665289"/>
            <a:ext cx="11165416" cy="4716463"/>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065563441"/>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1_Title, subtitle &amp; 1 column text">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118845120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530" imgH="528" progId="TCLayout.ActiveDocument.1">
                  <p:embed/>
                </p:oleObj>
              </mc:Choice>
              <mc:Fallback>
                <p:oleObj name="think-cell Slide" r:id="rId3" imgW="530" imgH="528"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9" name="Text Placeholder 8"/>
          <p:cNvSpPr>
            <a:spLocks noGrp="1"/>
          </p:cNvSpPr>
          <p:nvPr>
            <p:ph type="body" sz="quarter" idx="13" hasCustomPrompt="1"/>
          </p:nvPr>
        </p:nvSpPr>
        <p:spPr>
          <a:xfrm>
            <a:off x="501651" y="651600"/>
            <a:ext cx="11162349" cy="757255"/>
          </a:xfrm>
          <a:prstGeom prst="rect">
            <a:avLst/>
          </a:prstGeom>
        </p:spPr>
        <p:txBody>
          <a:bodyPr lIns="0" tIns="0" rIns="0" bIns="0">
            <a:noAutofit/>
          </a:bodyPr>
          <a:lstStyle>
            <a:lvl1pPr marL="0" indent="0">
              <a:buNone/>
              <a:defRPr sz="1100" b="0">
                <a:solidFill>
                  <a:schemeClr val="tx2"/>
                </a:solidFill>
              </a:defRPr>
            </a:lvl1pPr>
          </a:lstStyle>
          <a:p>
            <a:pPr lvl="0"/>
            <a:r>
              <a:rPr lang="en-US" noProof="0"/>
              <a:t>Click to add subtitle</a:t>
            </a:r>
          </a:p>
        </p:txBody>
      </p:sp>
      <p:sp>
        <p:nvSpPr>
          <p:cNvPr id="14" name="Title Placeholder 1"/>
          <p:cNvSpPr>
            <a:spLocks noGrp="1"/>
          </p:cNvSpPr>
          <p:nvPr>
            <p:ph type="title"/>
          </p:nvPr>
        </p:nvSpPr>
        <p:spPr>
          <a:xfrm>
            <a:off x="501651" y="317500"/>
            <a:ext cx="11162349" cy="334101"/>
          </a:xfrm>
          <a:prstGeom prst="rect">
            <a:avLst/>
          </a:prstGeom>
        </p:spPr>
        <p:txBody>
          <a:bodyPr vert="horz" lIns="0" tIns="0" rIns="0" bIns="0" rtlCol="0" anchor="t" anchorCtr="0">
            <a:noAutofit/>
          </a:bodyPr>
          <a:lstStyle>
            <a:lvl1pPr>
              <a:defRPr/>
            </a:lvl1pPr>
          </a:lstStyle>
          <a:p>
            <a:r>
              <a:rPr lang="en-US" noProof="0"/>
              <a:t>Click to edit Master title style</a:t>
            </a:r>
          </a:p>
        </p:txBody>
      </p:sp>
      <p:sp>
        <p:nvSpPr>
          <p:cNvPr id="8" name="Text Placeholder 18"/>
          <p:cNvSpPr>
            <a:spLocks noGrp="1"/>
          </p:cNvSpPr>
          <p:nvPr>
            <p:ph idx="1"/>
          </p:nvPr>
        </p:nvSpPr>
        <p:spPr>
          <a:xfrm>
            <a:off x="501651" y="1665289"/>
            <a:ext cx="11165416" cy="4713911"/>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527079860"/>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Title, subtitle &amp; 1 column - large">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501651" y="651600"/>
            <a:ext cx="11162349" cy="757255"/>
          </a:xfrm>
          <a:prstGeom prst="rect">
            <a:avLst/>
          </a:prstGeom>
        </p:spPr>
        <p:txBody>
          <a:bodyPr lIns="0" tIns="0" rIns="0" bIns="0">
            <a:noAutofit/>
          </a:bodyPr>
          <a:lstStyle>
            <a:lvl1pPr marL="0" indent="0">
              <a:buNone/>
              <a:defRPr sz="1100" b="0">
                <a:solidFill>
                  <a:schemeClr val="tx2"/>
                </a:solidFill>
              </a:defRPr>
            </a:lvl1pPr>
          </a:lstStyle>
          <a:p>
            <a:pPr lvl="0"/>
            <a:r>
              <a:rPr lang="en-US" noProof="0"/>
              <a:t>Click to add subtitle</a:t>
            </a:r>
          </a:p>
        </p:txBody>
      </p:sp>
      <p:sp>
        <p:nvSpPr>
          <p:cNvPr id="14" name="Title Placeholder 1"/>
          <p:cNvSpPr>
            <a:spLocks noGrp="1"/>
          </p:cNvSpPr>
          <p:nvPr>
            <p:ph type="title"/>
          </p:nvPr>
        </p:nvSpPr>
        <p:spPr>
          <a:xfrm>
            <a:off x="501651" y="317500"/>
            <a:ext cx="11162349" cy="334101"/>
          </a:xfrm>
          <a:prstGeom prst="rect">
            <a:avLst/>
          </a:prstGeom>
        </p:spPr>
        <p:txBody>
          <a:bodyPr vert="horz" lIns="0" tIns="0" rIns="0" bIns="0" rtlCol="0" anchor="t" anchorCtr="0">
            <a:noAutofit/>
          </a:bodyPr>
          <a:lstStyle>
            <a:lvl1pPr>
              <a:defRPr/>
            </a:lvl1pPr>
          </a:lstStyle>
          <a:p>
            <a:r>
              <a:rPr lang="en-US" noProof="0"/>
              <a:t>Click to edit Master title style</a:t>
            </a:r>
          </a:p>
        </p:txBody>
      </p:sp>
      <p:sp>
        <p:nvSpPr>
          <p:cNvPr id="8" name="Text Placeholder 18"/>
          <p:cNvSpPr>
            <a:spLocks noGrp="1"/>
          </p:cNvSpPr>
          <p:nvPr>
            <p:ph idx="1"/>
          </p:nvPr>
        </p:nvSpPr>
        <p:spPr>
          <a:xfrm>
            <a:off x="501651" y="1700213"/>
            <a:ext cx="11165416" cy="4678986"/>
          </a:xfrm>
          <a:prstGeom prst="rect">
            <a:avLst/>
          </a:prstGeom>
        </p:spPr>
        <p:txBody>
          <a:bodyPr vert="horz" lIns="0" tIns="0" rIns="0" bIns="0" rtlCol="0">
            <a:no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31000123"/>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Title, subtitle &amp;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100" b="0">
                <a:solidFill>
                  <a:schemeClr val="tx2"/>
                </a:solidFill>
              </a:defRPr>
            </a:lvl1pPr>
          </a:lstStyle>
          <a:p>
            <a:pPr lvl="0"/>
            <a:r>
              <a:rPr lang="en-US" noProof="0"/>
              <a:t>Click to add subtitle</a:t>
            </a:r>
          </a:p>
        </p:txBody>
      </p:sp>
      <p:sp>
        <p:nvSpPr>
          <p:cNvPr id="16" name="Title Placeholder 1"/>
          <p:cNvSpPr>
            <a:spLocks noGrp="1"/>
          </p:cNvSpPr>
          <p:nvPr>
            <p:ph type="title" hasCustomPrompt="1"/>
          </p:nvPr>
        </p:nvSpPr>
        <p:spPr>
          <a:xfrm>
            <a:off x="501650" y="317500"/>
            <a:ext cx="11188700"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17" name="Chart Placeholder 3"/>
          <p:cNvSpPr>
            <a:spLocks noGrp="1"/>
          </p:cNvSpPr>
          <p:nvPr>
            <p:ph type="chart" sz="quarter" idx="15"/>
          </p:nvPr>
        </p:nvSpPr>
        <p:spPr>
          <a:xfrm>
            <a:off x="501652" y="2052000"/>
            <a:ext cx="11188699" cy="4069013"/>
          </a:xfrm>
          <a:prstGeom prst="rect">
            <a:avLst/>
          </a:prstGeom>
        </p:spPr>
        <p:txBody>
          <a:bodyPr/>
          <a:lstStyle/>
          <a:p>
            <a:r>
              <a:rPr lang="en-US" noProof="0"/>
              <a:t>Click icon to add chart</a:t>
            </a:r>
          </a:p>
        </p:txBody>
      </p:sp>
      <p:sp>
        <p:nvSpPr>
          <p:cNvPr id="18" name="Text Placeholder 8"/>
          <p:cNvSpPr>
            <a:spLocks noGrp="1"/>
          </p:cNvSpPr>
          <p:nvPr>
            <p:ph type="body" sz="quarter" idx="18"/>
          </p:nvPr>
        </p:nvSpPr>
        <p:spPr>
          <a:xfrm>
            <a:off x="501652" y="1665289"/>
            <a:ext cx="11188699" cy="392112"/>
          </a:xfrm>
        </p:spPr>
        <p:txBody>
          <a:bodyPr/>
          <a:lstStyle/>
          <a:p>
            <a:pPr lvl="0"/>
            <a:r>
              <a:rPr lang="en-US" noProof="0"/>
              <a:t>Click to edit Master text styles</a:t>
            </a:r>
          </a:p>
        </p:txBody>
      </p:sp>
    </p:spTree>
    <p:extLst>
      <p:ext uri="{BB962C8B-B14F-4D97-AF65-F5344CB8AC3E}">
        <p14:creationId xmlns:p14="http://schemas.microsoft.com/office/powerpoint/2010/main" val="470158074"/>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2_3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501651" y="651600"/>
            <a:ext cx="11188700" cy="757255"/>
          </a:xfrm>
          <a:prstGeom prst="rect">
            <a:avLst/>
          </a:prstGeom>
        </p:spPr>
        <p:txBody>
          <a:bodyPr lIns="0" tIns="0" rIns="0" bIns="0">
            <a:noAutofit/>
          </a:bodyPr>
          <a:lstStyle>
            <a:lvl1pPr marL="0" indent="0">
              <a:buNone/>
              <a:defRPr sz="1100" b="0">
                <a:solidFill>
                  <a:schemeClr val="tx2"/>
                </a:solidFill>
              </a:defRPr>
            </a:lvl1pPr>
          </a:lstStyle>
          <a:p>
            <a:pPr lvl="0"/>
            <a:r>
              <a:rPr lang="en-US" noProof="0"/>
              <a:t>Click to add subtitle</a:t>
            </a:r>
          </a:p>
        </p:txBody>
      </p:sp>
      <p:sp>
        <p:nvSpPr>
          <p:cNvPr id="16" name="Title Placeholder 1"/>
          <p:cNvSpPr>
            <a:spLocks noGrp="1"/>
          </p:cNvSpPr>
          <p:nvPr>
            <p:ph type="title" hasCustomPrompt="1"/>
          </p:nvPr>
        </p:nvSpPr>
        <p:spPr>
          <a:xfrm>
            <a:off x="501650" y="317500"/>
            <a:ext cx="11188700"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17" name="Chart Placeholder 3"/>
          <p:cNvSpPr>
            <a:spLocks noGrp="1"/>
          </p:cNvSpPr>
          <p:nvPr>
            <p:ph type="chart" sz="quarter" idx="15"/>
          </p:nvPr>
        </p:nvSpPr>
        <p:spPr>
          <a:xfrm>
            <a:off x="504000" y="2051999"/>
            <a:ext cx="3549549" cy="4069014"/>
          </a:xfrm>
          <a:prstGeom prst="rect">
            <a:avLst/>
          </a:prstGeom>
        </p:spPr>
        <p:txBody>
          <a:bodyPr/>
          <a:lstStyle/>
          <a:p>
            <a:r>
              <a:rPr lang="en-US" noProof="0"/>
              <a:t>Click icon to add chart</a:t>
            </a:r>
          </a:p>
        </p:txBody>
      </p:sp>
      <p:sp>
        <p:nvSpPr>
          <p:cNvPr id="18" name="Text Placeholder 8"/>
          <p:cNvSpPr>
            <a:spLocks noGrp="1"/>
          </p:cNvSpPr>
          <p:nvPr>
            <p:ph type="body" sz="quarter" idx="18"/>
          </p:nvPr>
        </p:nvSpPr>
        <p:spPr>
          <a:xfrm>
            <a:off x="501650" y="1665289"/>
            <a:ext cx="3562351" cy="392112"/>
          </a:xfrm>
        </p:spPr>
        <p:txBody>
          <a:bodyPr/>
          <a:lstStyle/>
          <a:p>
            <a:pPr lvl="0"/>
            <a:r>
              <a:rPr lang="en-US" noProof="0"/>
              <a:t>Click to edit Master text styles</a:t>
            </a:r>
          </a:p>
        </p:txBody>
      </p:sp>
      <p:sp>
        <p:nvSpPr>
          <p:cNvPr id="7" name="Chart Placeholder 3"/>
          <p:cNvSpPr>
            <a:spLocks noGrp="1"/>
          </p:cNvSpPr>
          <p:nvPr>
            <p:ph type="chart" sz="quarter" idx="19"/>
          </p:nvPr>
        </p:nvSpPr>
        <p:spPr>
          <a:xfrm>
            <a:off x="4303184" y="2051999"/>
            <a:ext cx="3561616" cy="4069014"/>
          </a:xfrm>
          <a:prstGeom prst="rect">
            <a:avLst/>
          </a:prstGeom>
        </p:spPr>
        <p:txBody>
          <a:bodyPr/>
          <a:lstStyle/>
          <a:p>
            <a:r>
              <a:rPr lang="en-US" noProof="0"/>
              <a:t>Click icon to add chart</a:t>
            </a:r>
          </a:p>
        </p:txBody>
      </p:sp>
      <p:sp>
        <p:nvSpPr>
          <p:cNvPr id="8" name="Text Placeholder 8"/>
          <p:cNvSpPr>
            <a:spLocks noGrp="1"/>
          </p:cNvSpPr>
          <p:nvPr>
            <p:ph type="body" sz="quarter" idx="20"/>
          </p:nvPr>
        </p:nvSpPr>
        <p:spPr>
          <a:xfrm>
            <a:off x="4303185" y="1665289"/>
            <a:ext cx="3561615" cy="392112"/>
          </a:xfrm>
        </p:spPr>
        <p:txBody>
          <a:bodyPr/>
          <a:lstStyle/>
          <a:p>
            <a:pPr lvl="0"/>
            <a:r>
              <a:rPr lang="en-US" noProof="0"/>
              <a:t>Click to edit Master text styles</a:t>
            </a:r>
          </a:p>
        </p:txBody>
      </p:sp>
      <p:sp>
        <p:nvSpPr>
          <p:cNvPr id="9" name="Chart Placeholder 3"/>
          <p:cNvSpPr>
            <a:spLocks noGrp="1"/>
          </p:cNvSpPr>
          <p:nvPr>
            <p:ph type="chart" sz="quarter" idx="21"/>
          </p:nvPr>
        </p:nvSpPr>
        <p:spPr>
          <a:xfrm>
            <a:off x="8126397" y="2051999"/>
            <a:ext cx="3563953" cy="4069014"/>
          </a:xfrm>
          <a:prstGeom prst="rect">
            <a:avLst/>
          </a:prstGeom>
        </p:spPr>
        <p:txBody>
          <a:bodyPr/>
          <a:lstStyle/>
          <a:p>
            <a:r>
              <a:rPr lang="en-US" noProof="0"/>
              <a:t>Click icon to add chart</a:t>
            </a:r>
          </a:p>
        </p:txBody>
      </p:sp>
      <p:sp>
        <p:nvSpPr>
          <p:cNvPr id="10" name="Text Placeholder 8"/>
          <p:cNvSpPr>
            <a:spLocks noGrp="1"/>
          </p:cNvSpPr>
          <p:nvPr>
            <p:ph type="body" sz="quarter" idx="22"/>
          </p:nvPr>
        </p:nvSpPr>
        <p:spPr>
          <a:xfrm>
            <a:off x="8126396" y="1659145"/>
            <a:ext cx="3563955" cy="398256"/>
          </a:xfrm>
        </p:spPr>
        <p:txBody>
          <a:bodyPr/>
          <a:lstStyle/>
          <a:p>
            <a:pPr lvl="0"/>
            <a:r>
              <a:rPr lang="en-US" noProof="0"/>
              <a:t>Click to edit Master text styles</a:t>
            </a:r>
          </a:p>
        </p:txBody>
      </p:sp>
    </p:spTree>
    <p:extLst>
      <p:ext uri="{BB962C8B-B14F-4D97-AF65-F5344CB8AC3E}">
        <p14:creationId xmlns:p14="http://schemas.microsoft.com/office/powerpoint/2010/main" val="572584616"/>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2_2 columns of text">
    <p:spTree>
      <p:nvGrpSpPr>
        <p:cNvPr id="1" name=""/>
        <p:cNvGrpSpPr/>
        <p:nvPr/>
      </p:nvGrpSpPr>
      <p:grpSpPr>
        <a:xfrm>
          <a:off x="0" y="0"/>
          <a:ext cx="0" cy="0"/>
          <a:chOff x="0" y="0"/>
          <a:chExt cx="0" cy="0"/>
        </a:xfrm>
      </p:grpSpPr>
      <p:sp>
        <p:nvSpPr>
          <p:cNvPr id="14" name="Title Placeholder 1"/>
          <p:cNvSpPr>
            <a:spLocks noGrp="1"/>
          </p:cNvSpPr>
          <p:nvPr>
            <p:ph type="title" hasCustomPrompt="1"/>
          </p:nvPr>
        </p:nvSpPr>
        <p:spPr>
          <a:xfrm>
            <a:off x="501651" y="317500"/>
            <a:ext cx="11202669"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9" name="Text Placeholder 8"/>
          <p:cNvSpPr>
            <a:spLocks noGrp="1"/>
          </p:cNvSpPr>
          <p:nvPr>
            <p:ph type="body" sz="quarter" idx="13" hasCustomPrompt="1"/>
          </p:nvPr>
        </p:nvSpPr>
        <p:spPr>
          <a:xfrm>
            <a:off x="501651" y="651600"/>
            <a:ext cx="11202669" cy="757255"/>
          </a:xfrm>
          <a:prstGeom prst="rect">
            <a:avLst/>
          </a:prstGeom>
        </p:spPr>
        <p:txBody>
          <a:bodyPr lIns="0" tIns="0" rIns="0" bIns="0">
            <a:noAutofit/>
          </a:bodyPr>
          <a:lstStyle>
            <a:lvl1pPr marL="0" indent="0">
              <a:buNone/>
              <a:defRPr sz="1100" b="0">
                <a:solidFill>
                  <a:schemeClr val="tx2"/>
                </a:solidFill>
              </a:defRPr>
            </a:lvl1pPr>
          </a:lstStyle>
          <a:p>
            <a:pPr lvl="0"/>
            <a:r>
              <a:rPr lang="en-US" noProof="0"/>
              <a:t>Click to add subtitle</a:t>
            </a:r>
          </a:p>
        </p:txBody>
      </p:sp>
      <p:sp>
        <p:nvSpPr>
          <p:cNvPr id="13" name="Content Placeholder 3"/>
          <p:cNvSpPr>
            <a:spLocks noGrp="1"/>
          </p:cNvSpPr>
          <p:nvPr>
            <p:ph sz="quarter" idx="10"/>
          </p:nvPr>
        </p:nvSpPr>
        <p:spPr>
          <a:xfrm>
            <a:off x="501651" y="1665289"/>
            <a:ext cx="5305579" cy="4716461"/>
          </a:xfrm>
          <a:prstGeom prst="rect">
            <a:avLst/>
          </a:prstGeom>
        </p:spPr>
        <p:txBody>
          <a:bodyPr/>
          <a:lstStyle>
            <a:lvl1pPr>
              <a:tabLst>
                <a:tab pos="5029200" algn="r"/>
              </a:tabLst>
              <a:defRPr/>
            </a:lvl1pPr>
            <a:lvl2pPr>
              <a:tabLst>
                <a:tab pos="5029200" algn="r"/>
              </a:tabLst>
              <a:defRPr/>
            </a:lvl2pPr>
            <a:lvl3pPr>
              <a:tabLst>
                <a:tab pos="5029200" algn="r"/>
              </a:tabLst>
              <a:defRPr/>
            </a:lvl3pPr>
            <a:lvl4pPr>
              <a:tabLst>
                <a:tab pos="5029200" algn="r"/>
              </a:tabLst>
              <a:defRPr/>
            </a:lvl4pPr>
            <a:lvl5pPr>
              <a:tabLst>
                <a:tab pos="5029200"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Content Placeholder 3"/>
          <p:cNvSpPr>
            <a:spLocks noGrp="1"/>
          </p:cNvSpPr>
          <p:nvPr>
            <p:ph sz="quarter" idx="20"/>
          </p:nvPr>
        </p:nvSpPr>
        <p:spPr>
          <a:xfrm>
            <a:off x="6381539" y="1665289"/>
            <a:ext cx="5322781" cy="4716461"/>
          </a:xfrm>
          <a:prstGeom prst="rect">
            <a:avLst/>
          </a:prstGeom>
        </p:spPr>
        <p:txBody>
          <a:bodyPr/>
          <a:lstStyle>
            <a:lvl1pPr>
              <a:tabLst>
                <a:tab pos="5029200" algn="r"/>
              </a:tabLst>
              <a:defRPr/>
            </a:lvl1pPr>
            <a:lvl2pPr>
              <a:tabLst>
                <a:tab pos="5029200" algn="r"/>
              </a:tabLst>
              <a:defRPr/>
            </a:lvl2pPr>
            <a:lvl3pPr>
              <a:tabLst>
                <a:tab pos="5029200" algn="r"/>
              </a:tabLst>
              <a:defRPr/>
            </a:lvl3pPr>
            <a:lvl4pPr>
              <a:tabLst>
                <a:tab pos="5029200" algn="r"/>
              </a:tabLst>
              <a:defRPr/>
            </a:lvl4pPr>
            <a:lvl5pPr>
              <a:tabLst>
                <a:tab pos="5029200"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760281952"/>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2 columns - large">
    <p:spTree>
      <p:nvGrpSpPr>
        <p:cNvPr id="1" name=""/>
        <p:cNvGrpSpPr/>
        <p:nvPr/>
      </p:nvGrpSpPr>
      <p:grpSpPr>
        <a:xfrm>
          <a:off x="0" y="0"/>
          <a:ext cx="0" cy="0"/>
          <a:chOff x="0" y="0"/>
          <a:chExt cx="0" cy="0"/>
        </a:xfrm>
      </p:grpSpPr>
      <p:sp>
        <p:nvSpPr>
          <p:cNvPr id="7" name="Text Placeholder 8"/>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100" b="0">
                <a:solidFill>
                  <a:schemeClr val="tx2"/>
                </a:solidFill>
              </a:defRPr>
            </a:lvl1pPr>
          </a:lstStyle>
          <a:p>
            <a:pPr lvl="0"/>
            <a:r>
              <a:rPr lang="en-US" noProof="0"/>
              <a:t>Click to add subtitle</a:t>
            </a:r>
          </a:p>
        </p:txBody>
      </p:sp>
      <p:sp>
        <p:nvSpPr>
          <p:cNvPr id="8" name="Title Placeholder 1"/>
          <p:cNvSpPr>
            <a:spLocks noGrp="1"/>
          </p:cNvSpPr>
          <p:nvPr>
            <p:ph type="title" hasCustomPrompt="1"/>
          </p:nvPr>
        </p:nvSpPr>
        <p:spPr>
          <a:xfrm>
            <a:off x="501650" y="317500"/>
            <a:ext cx="11188700" cy="334100"/>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11" name="Content Placeholder 3"/>
          <p:cNvSpPr>
            <a:spLocks noGrp="1"/>
          </p:cNvSpPr>
          <p:nvPr>
            <p:ph sz="quarter" idx="10"/>
          </p:nvPr>
        </p:nvSpPr>
        <p:spPr>
          <a:xfrm>
            <a:off x="501650" y="1665289"/>
            <a:ext cx="5305580" cy="4716461"/>
          </a:xfrm>
          <a:prstGeom prst="rect">
            <a:avLst/>
          </a:prstGeom>
        </p:spPr>
        <p:txBody>
          <a:bodyPr>
            <a:noAutofit/>
          </a:bodyPr>
          <a:lstStyle>
            <a:lvl1pPr>
              <a:tabLst>
                <a:tab pos="5029200" algn="r"/>
              </a:tabLst>
              <a:defRPr sz="1600"/>
            </a:lvl1pPr>
            <a:lvl2pPr>
              <a:tabLst>
                <a:tab pos="5029200" algn="r"/>
              </a:tabLst>
              <a:defRPr sz="1600"/>
            </a:lvl2pPr>
            <a:lvl3pPr>
              <a:tabLst>
                <a:tab pos="5029200" algn="r"/>
              </a:tabLst>
              <a:defRPr sz="1600"/>
            </a:lvl3pPr>
            <a:lvl4pPr>
              <a:tabLst>
                <a:tab pos="5029200" algn="r"/>
              </a:tabLst>
              <a:defRPr sz="1600"/>
            </a:lvl4pPr>
            <a:lvl5pPr>
              <a:tabLst>
                <a:tab pos="5029200" algn="r"/>
              </a:tabLst>
              <a:defRPr baseline="0"/>
            </a:lvl5pPr>
            <a:lvl6pPr>
              <a:defRPr sz="1600"/>
            </a:lvl6pPr>
            <a:lvl7pPr>
              <a:defRPr sz="1600"/>
            </a:lvl7pPr>
            <a:lvl8pPr>
              <a:defRPr sz="1600"/>
            </a:lvl8pPr>
            <a:lvl9pPr>
              <a:defRPr sz="16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Content Placeholder 3"/>
          <p:cNvSpPr>
            <a:spLocks noGrp="1"/>
          </p:cNvSpPr>
          <p:nvPr>
            <p:ph sz="quarter" idx="20"/>
          </p:nvPr>
        </p:nvSpPr>
        <p:spPr>
          <a:xfrm>
            <a:off x="6383999" y="1665289"/>
            <a:ext cx="5306351" cy="4716461"/>
          </a:xfrm>
          <a:prstGeom prst="rect">
            <a:avLst/>
          </a:prstGeom>
        </p:spPr>
        <p:txBody>
          <a:bodyPr>
            <a:noAutofit/>
          </a:bodyPr>
          <a:lstStyle>
            <a:lvl1pPr>
              <a:tabLst>
                <a:tab pos="5029200" algn="r"/>
              </a:tabLst>
              <a:defRPr sz="1600"/>
            </a:lvl1pPr>
            <a:lvl2pPr>
              <a:tabLst>
                <a:tab pos="5029200" algn="r"/>
              </a:tabLst>
              <a:defRPr sz="1600"/>
            </a:lvl2pPr>
            <a:lvl3pPr>
              <a:tabLst>
                <a:tab pos="5029200" algn="r"/>
              </a:tabLst>
              <a:defRPr sz="1600"/>
            </a:lvl3pPr>
            <a:lvl4pPr>
              <a:tabLst>
                <a:tab pos="5029200" algn="r"/>
              </a:tabLst>
              <a:defRPr sz="1600"/>
            </a:lvl4pPr>
            <a:lvl5pPr>
              <a:tabLst>
                <a:tab pos="5029200" algn="r"/>
              </a:tabLst>
              <a:defRPr baseline="0"/>
            </a:lvl5pPr>
            <a:lvl6pPr>
              <a:defRPr sz="1600"/>
            </a:lvl6pPr>
            <a:lvl7pPr>
              <a:defRPr sz="1600"/>
            </a:lvl7pPr>
            <a:lvl8pPr>
              <a:defRPr sz="1600"/>
            </a:lvl8pPr>
            <a:lvl9pPr>
              <a:defRPr sz="16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991177746"/>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Text and chart">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think-cell Slide" r:id="rId3" imgW="592" imgH="591" progId="TCLayout.ActiveDocument.1">
                  <p:embed/>
                </p:oleObj>
              </mc:Choice>
              <mc:Fallback>
                <p:oleObj name="think-cell Slide" r:id="rId3" imgW="592" imgH="591" progId="TCLayout.ActiveDocument.1">
                  <p:embed/>
                  <p:pic>
                    <p:nvPicPr>
                      <p:cNvPr id="2" name="Object 1" hidden="1"/>
                      <p:cNvPicPr/>
                      <p:nvPr/>
                    </p:nvPicPr>
                    <p:blipFill>
                      <a:blip r:embed="rId4"/>
                      <a:stretch>
                        <a:fillRect/>
                      </a:stretch>
                    </p:blipFill>
                    <p:spPr>
                      <a:xfrm>
                        <a:off x="2118" y="1589"/>
                        <a:ext cx="2116" cy="1587"/>
                      </a:xfrm>
                      <a:prstGeom prst="rect">
                        <a:avLst/>
                      </a:prstGeom>
                    </p:spPr>
                  </p:pic>
                </p:oleObj>
              </mc:Fallback>
            </mc:AlternateContent>
          </a:graphicData>
        </a:graphic>
      </p:graphicFrame>
      <p:sp>
        <p:nvSpPr>
          <p:cNvPr id="10" name="Content Placeholder 3"/>
          <p:cNvSpPr>
            <a:spLocks noGrp="1"/>
          </p:cNvSpPr>
          <p:nvPr>
            <p:ph sz="quarter" idx="10"/>
          </p:nvPr>
        </p:nvSpPr>
        <p:spPr>
          <a:xfrm>
            <a:off x="501652" y="1665289"/>
            <a:ext cx="5355165" cy="4455725"/>
          </a:xfrm>
          <a:prstGeom prst="rect">
            <a:avLst/>
          </a:prstGeom>
        </p:spPr>
        <p:txBody>
          <a:bodyPr/>
          <a:lstStyle>
            <a:lvl1pPr>
              <a:tabLst>
                <a:tab pos="5029200" algn="r"/>
              </a:tabLst>
              <a:defRPr/>
            </a:lvl1pPr>
            <a:lvl2pPr>
              <a:tabLst>
                <a:tab pos="5029200" algn="r"/>
              </a:tabLst>
              <a:defRPr/>
            </a:lvl2pPr>
            <a:lvl3pPr>
              <a:tabLst>
                <a:tab pos="5029200" algn="r"/>
              </a:tabLst>
              <a:defRPr/>
            </a:lvl3pPr>
            <a:lvl4pPr>
              <a:tabLst>
                <a:tab pos="5029200" algn="r"/>
              </a:tabLst>
              <a:defRPr/>
            </a:lvl4pPr>
            <a:lvl5pPr>
              <a:tabLst>
                <a:tab pos="5029200"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Chart Placeholder 2"/>
          <p:cNvSpPr>
            <a:spLocks noGrp="1"/>
          </p:cNvSpPr>
          <p:nvPr>
            <p:ph type="chart" sz="quarter" idx="21"/>
          </p:nvPr>
        </p:nvSpPr>
        <p:spPr>
          <a:xfrm>
            <a:off x="6341221" y="2125013"/>
            <a:ext cx="5349129" cy="3996000"/>
          </a:xfrm>
        </p:spPr>
        <p:txBody>
          <a:bodyPr/>
          <a:lstStyle/>
          <a:p>
            <a:r>
              <a:rPr lang="en-US" noProof="0"/>
              <a:t>Click icon to add chart</a:t>
            </a:r>
          </a:p>
        </p:txBody>
      </p:sp>
      <p:sp>
        <p:nvSpPr>
          <p:cNvPr id="6" name="Text Placeholder 5"/>
          <p:cNvSpPr>
            <a:spLocks noGrp="1"/>
          </p:cNvSpPr>
          <p:nvPr>
            <p:ph type="body" sz="quarter" idx="22"/>
          </p:nvPr>
        </p:nvSpPr>
        <p:spPr>
          <a:xfrm>
            <a:off x="6341223" y="1665288"/>
            <a:ext cx="5349128" cy="420687"/>
          </a:xfrm>
        </p:spPr>
        <p:txBody>
          <a:bodyPr/>
          <a:lstStyle/>
          <a:p>
            <a:pPr lvl="0"/>
            <a:r>
              <a:rPr lang="en-US" noProof="0"/>
              <a:t>Click to edit Master text styles</a:t>
            </a:r>
          </a:p>
        </p:txBody>
      </p:sp>
      <p:sp>
        <p:nvSpPr>
          <p:cNvPr id="11" name="Text Placeholder 8"/>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100" b="0">
                <a:solidFill>
                  <a:schemeClr val="tx2"/>
                </a:solidFill>
              </a:defRPr>
            </a:lvl1pPr>
          </a:lstStyle>
          <a:p>
            <a:pPr lvl="0"/>
            <a:r>
              <a:rPr lang="en-US" noProof="0"/>
              <a:t>Click to add subtitle</a:t>
            </a:r>
          </a:p>
        </p:txBody>
      </p:sp>
      <p:sp>
        <p:nvSpPr>
          <p:cNvPr id="13" name="Title Placeholder 1"/>
          <p:cNvSpPr>
            <a:spLocks noGrp="1"/>
          </p:cNvSpPr>
          <p:nvPr>
            <p:ph type="title" hasCustomPrompt="1"/>
          </p:nvPr>
        </p:nvSpPr>
        <p:spPr>
          <a:xfrm>
            <a:off x="501650" y="317500"/>
            <a:ext cx="11188700" cy="334101"/>
          </a:xfrm>
          <a:prstGeom prst="rect">
            <a:avLst/>
          </a:prstGeom>
        </p:spPr>
        <p:txBody>
          <a:bodyPr vert="horz" lIns="0" tIns="0" rIns="0" bIns="0" rtlCol="0" anchor="t" anchorCtr="0">
            <a:noAutofit/>
          </a:bodyPr>
          <a:lstStyle>
            <a:lvl1pPr>
              <a:defRPr/>
            </a:lvl1pPr>
          </a:lstStyle>
          <a:p>
            <a:r>
              <a:rPr lang="en-US" noProof="0"/>
              <a:t>Click to add title</a:t>
            </a:r>
          </a:p>
        </p:txBody>
      </p:sp>
    </p:spTree>
    <p:extLst>
      <p:ext uri="{BB962C8B-B14F-4D97-AF65-F5344CB8AC3E}">
        <p14:creationId xmlns:p14="http://schemas.microsoft.com/office/powerpoint/2010/main" val="3048235205"/>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2 chart">
    <p:spTree>
      <p:nvGrpSpPr>
        <p:cNvPr id="1" name=""/>
        <p:cNvGrpSpPr/>
        <p:nvPr/>
      </p:nvGrpSpPr>
      <p:grpSpPr>
        <a:xfrm>
          <a:off x="0" y="0"/>
          <a:ext cx="0" cy="0"/>
          <a:chOff x="0" y="0"/>
          <a:chExt cx="0" cy="0"/>
        </a:xfrm>
      </p:grpSpPr>
      <p:sp>
        <p:nvSpPr>
          <p:cNvPr id="3" name="Chart Placeholder 2"/>
          <p:cNvSpPr>
            <a:spLocks noGrp="1"/>
          </p:cNvSpPr>
          <p:nvPr>
            <p:ph type="chart" sz="quarter" idx="21"/>
          </p:nvPr>
        </p:nvSpPr>
        <p:spPr>
          <a:xfrm>
            <a:off x="6225099" y="2125013"/>
            <a:ext cx="5608320" cy="3996000"/>
          </a:xfrm>
        </p:spPr>
        <p:txBody>
          <a:bodyPr/>
          <a:lstStyle/>
          <a:p>
            <a:r>
              <a:rPr lang="en-US" noProof="0"/>
              <a:t>Click icon to add chart</a:t>
            </a:r>
          </a:p>
        </p:txBody>
      </p:sp>
      <p:sp>
        <p:nvSpPr>
          <p:cNvPr id="6" name="Text Placeholder 5"/>
          <p:cNvSpPr>
            <a:spLocks noGrp="1"/>
          </p:cNvSpPr>
          <p:nvPr>
            <p:ph type="body" sz="quarter" idx="22"/>
          </p:nvPr>
        </p:nvSpPr>
        <p:spPr>
          <a:xfrm>
            <a:off x="6341222" y="1665288"/>
            <a:ext cx="5349129" cy="420687"/>
          </a:xfrm>
        </p:spPr>
        <p:txBody>
          <a:bodyPr/>
          <a:lstStyle/>
          <a:p>
            <a:pPr lvl="0"/>
            <a:r>
              <a:rPr lang="en-US" noProof="0"/>
              <a:t>Click to edit Master text styles</a:t>
            </a:r>
          </a:p>
        </p:txBody>
      </p:sp>
      <p:sp>
        <p:nvSpPr>
          <p:cNvPr id="11" name="Text Placeholder 8"/>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100" b="0">
                <a:solidFill>
                  <a:schemeClr val="tx2"/>
                </a:solidFill>
              </a:defRPr>
            </a:lvl1pPr>
          </a:lstStyle>
          <a:p>
            <a:pPr lvl="0"/>
            <a:r>
              <a:rPr lang="en-US" noProof="0"/>
              <a:t>Click to add subtitle</a:t>
            </a:r>
          </a:p>
        </p:txBody>
      </p:sp>
      <p:sp>
        <p:nvSpPr>
          <p:cNvPr id="13" name="Title Placeholder 1"/>
          <p:cNvSpPr>
            <a:spLocks noGrp="1"/>
          </p:cNvSpPr>
          <p:nvPr>
            <p:ph type="title" hasCustomPrompt="1"/>
          </p:nvPr>
        </p:nvSpPr>
        <p:spPr>
          <a:xfrm>
            <a:off x="501650" y="317500"/>
            <a:ext cx="11188700"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9" name="Chart Placeholder 2"/>
          <p:cNvSpPr>
            <a:spLocks noGrp="1"/>
          </p:cNvSpPr>
          <p:nvPr>
            <p:ph type="chart" sz="quarter" idx="24"/>
          </p:nvPr>
        </p:nvSpPr>
        <p:spPr>
          <a:xfrm>
            <a:off x="354313" y="2125013"/>
            <a:ext cx="5608320" cy="3996000"/>
          </a:xfrm>
        </p:spPr>
        <p:txBody>
          <a:bodyPr/>
          <a:lstStyle/>
          <a:p>
            <a:r>
              <a:rPr lang="en-US" noProof="0"/>
              <a:t>Click icon to add chart</a:t>
            </a:r>
          </a:p>
        </p:txBody>
      </p:sp>
      <p:sp>
        <p:nvSpPr>
          <p:cNvPr id="12" name="Text Placeholder 5"/>
          <p:cNvSpPr>
            <a:spLocks noGrp="1"/>
          </p:cNvSpPr>
          <p:nvPr>
            <p:ph type="body" sz="quarter" idx="25"/>
          </p:nvPr>
        </p:nvSpPr>
        <p:spPr>
          <a:xfrm>
            <a:off x="501649" y="1665288"/>
            <a:ext cx="5339064" cy="420687"/>
          </a:xfrm>
        </p:spPr>
        <p:txBody>
          <a:bodyPr/>
          <a:lstStyle/>
          <a:p>
            <a:pPr lvl="0"/>
            <a:r>
              <a:rPr lang="en-US" noProof="0"/>
              <a:t>Click to edit Master text styles</a:t>
            </a:r>
          </a:p>
        </p:txBody>
      </p:sp>
    </p:spTree>
    <p:extLst>
      <p:ext uri="{BB962C8B-B14F-4D97-AF65-F5344CB8AC3E}">
        <p14:creationId xmlns:p14="http://schemas.microsoft.com/office/powerpoint/2010/main" val="620529709"/>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2 column content">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01652" y="317500"/>
            <a:ext cx="11188699"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6" name="Content Placeholder 3"/>
          <p:cNvSpPr>
            <a:spLocks noGrp="1"/>
          </p:cNvSpPr>
          <p:nvPr>
            <p:ph sz="quarter" idx="10"/>
          </p:nvPr>
        </p:nvSpPr>
        <p:spPr>
          <a:xfrm>
            <a:off x="501650" y="1665289"/>
            <a:ext cx="4431857" cy="4716463"/>
          </a:xfrm>
          <a:prstGeom prst="rect">
            <a:avLst/>
          </a:prstGeom>
        </p:spPr>
        <p:txBody>
          <a:bodyPr/>
          <a:lstStyle>
            <a:lvl1pPr>
              <a:tabLst>
                <a:tab pos="5029200" algn="r"/>
              </a:tabLst>
              <a:defRPr/>
            </a:lvl1pPr>
            <a:lvl2pPr>
              <a:tabLst>
                <a:tab pos="5029200" algn="r"/>
              </a:tabLst>
              <a:defRPr/>
            </a:lvl2pPr>
            <a:lvl3pPr>
              <a:tabLst>
                <a:tab pos="5029200" algn="r"/>
              </a:tabLst>
              <a:defRPr/>
            </a:lvl3pPr>
            <a:lvl4pPr>
              <a:tabLst>
                <a:tab pos="5029200" algn="r"/>
              </a:tabLst>
              <a:defRPr/>
            </a:lvl4pPr>
            <a:lvl5pPr>
              <a:tabLst>
                <a:tab pos="5029200"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Content Placeholder 3"/>
          <p:cNvSpPr>
            <a:spLocks noGrp="1"/>
          </p:cNvSpPr>
          <p:nvPr>
            <p:ph sz="quarter" idx="16"/>
          </p:nvPr>
        </p:nvSpPr>
        <p:spPr>
          <a:xfrm>
            <a:off x="5450349" y="1700214"/>
            <a:ext cx="6240000" cy="4681537"/>
          </a:xfrm>
          <a:prstGeom prst="rect">
            <a:avLst/>
          </a:prstGeom>
        </p:spPr>
        <p:txBody>
          <a:bodyPr/>
          <a:lstStyle>
            <a:lvl1pPr>
              <a:tabLst>
                <a:tab pos="5029200" algn="r"/>
              </a:tabLst>
              <a:defRPr/>
            </a:lvl1pPr>
            <a:lvl2pPr>
              <a:tabLst>
                <a:tab pos="5029200" algn="r"/>
              </a:tabLst>
              <a:defRPr/>
            </a:lvl2pPr>
            <a:lvl3pPr>
              <a:tabLst>
                <a:tab pos="5029200" algn="r"/>
              </a:tabLst>
              <a:defRPr/>
            </a:lvl3pPr>
            <a:lvl4pPr>
              <a:tabLst>
                <a:tab pos="5029200" algn="r"/>
              </a:tabLst>
              <a:defRPr/>
            </a:lvl4pPr>
            <a:lvl5pPr>
              <a:tabLst>
                <a:tab pos="5029200"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100" b="0">
                <a:solidFill>
                  <a:schemeClr val="tx2"/>
                </a:solidFill>
              </a:defRPr>
            </a:lvl1pPr>
          </a:lstStyle>
          <a:p>
            <a:pPr lvl="0"/>
            <a:r>
              <a:rPr lang="en-US" noProof="0"/>
              <a:t>Click to add subtitle</a:t>
            </a:r>
          </a:p>
        </p:txBody>
      </p:sp>
    </p:spTree>
    <p:extLst>
      <p:ext uri="{BB962C8B-B14F-4D97-AF65-F5344CB8AC3E}">
        <p14:creationId xmlns:p14="http://schemas.microsoft.com/office/powerpoint/2010/main" val="2585926116"/>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Team profile">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0"/>
            <a:ext cx="11188700" cy="334100"/>
          </a:xfrm>
        </p:spPr>
        <p:txBody>
          <a:bodyPr/>
          <a:lstStyle/>
          <a:p>
            <a:r>
              <a:rPr lang="en-US" noProof="0"/>
              <a:t>Click to edit Master title style</a:t>
            </a:r>
          </a:p>
        </p:txBody>
      </p:sp>
      <p:sp>
        <p:nvSpPr>
          <p:cNvPr id="4" name="Picture Placeholder 6"/>
          <p:cNvSpPr>
            <a:spLocks noGrp="1"/>
          </p:cNvSpPr>
          <p:nvPr>
            <p:ph type="pic" sz="quarter" idx="13"/>
          </p:nvPr>
        </p:nvSpPr>
        <p:spPr>
          <a:xfrm>
            <a:off x="501649" y="1700213"/>
            <a:ext cx="2706624" cy="1260000"/>
          </a:xfrm>
        </p:spPr>
        <p:txBody>
          <a:bodyPr lIns="0" tIns="0" rIns="0" bIns="0">
            <a:noAutofit/>
          </a:bodyPr>
          <a:lstStyle/>
          <a:p>
            <a:r>
              <a:rPr lang="en-US" noProof="0"/>
              <a:t>Click icon to add picture</a:t>
            </a:r>
          </a:p>
        </p:txBody>
      </p:sp>
      <p:sp>
        <p:nvSpPr>
          <p:cNvPr id="5" name="Picture Placeholder 6"/>
          <p:cNvSpPr>
            <a:spLocks noGrp="1"/>
          </p:cNvSpPr>
          <p:nvPr>
            <p:ph type="pic" sz="quarter" idx="14"/>
          </p:nvPr>
        </p:nvSpPr>
        <p:spPr>
          <a:xfrm>
            <a:off x="3327216" y="1700213"/>
            <a:ext cx="2706624" cy="1260000"/>
          </a:xfrm>
        </p:spPr>
        <p:txBody>
          <a:bodyPr lIns="0" tIns="0" rIns="0" bIns="0">
            <a:noAutofit/>
          </a:bodyPr>
          <a:lstStyle/>
          <a:p>
            <a:r>
              <a:rPr lang="en-US" noProof="0"/>
              <a:t>Click icon to add picture</a:t>
            </a:r>
          </a:p>
        </p:txBody>
      </p:sp>
      <p:sp>
        <p:nvSpPr>
          <p:cNvPr id="6" name="Picture Placeholder 6"/>
          <p:cNvSpPr>
            <a:spLocks noGrp="1"/>
          </p:cNvSpPr>
          <p:nvPr>
            <p:ph type="pic" sz="quarter" idx="15"/>
          </p:nvPr>
        </p:nvSpPr>
        <p:spPr>
          <a:xfrm>
            <a:off x="6152783" y="1700213"/>
            <a:ext cx="2706624" cy="1260000"/>
          </a:xfrm>
        </p:spPr>
        <p:txBody>
          <a:bodyPr lIns="0" tIns="0" rIns="0" bIns="0">
            <a:noAutofit/>
          </a:bodyPr>
          <a:lstStyle/>
          <a:p>
            <a:r>
              <a:rPr lang="en-US" noProof="0"/>
              <a:t>Click icon to add picture</a:t>
            </a:r>
          </a:p>
        </p:txBody>
      </p:sp>
      <p:sp>
        <p:nvSpPr>
          <p:cNvPr id="7" name="Picture Placeholder 6"/>
          <p:cNvSpPr>
            <a:spLocks noGrp="1"/>
          </p:cNvSpPr>
          <p:nvPr>
            <p:ph type="pic" sz="quarter" idx="16"/>
          </p:nvPr>
        </p:nvSpPr>
        <p:spPr>
          <a:xfrm>
            <a:off x="8978351" y="1700213"/>
            <a:ext cx="2706624" cy="1260000"/>
          </a:xfrm>
        </p:spPr>
        <p:txBody>
          <a:bodyPr lIns="0" tIns="0" rIns="0" bIns="0">
            <a:noAutofit/>
          </a:bodyPr>
          <a:lstStyle/>
          <a:p>
            <a:r>
              <a:rPr lang="en-US" noProof="0"/>
              <a:t>Click icon to add picture</a:t>
            </a:r>
          </a:p>
        </p:txBody>
      </p:sp>
      <p:sp>
        <p:nvSpPr>
          <p:cNvPr id="9" name="Text Placeholder 8"/>
          <p:cNvSpPr>
            <a:spLocks noGrp="1"/>
          </p:cNvSpPr>
          <p:nvPr>
            <p:ph type="body" sz="quarter" idx="17"/>
          </p:nvPr>
        </p:nvSpPr>
        <p:spPr>
          <a:xfrm>
            <a:off x="501649" y="3108509"/>
            <a:ext cx="2706624" cy="3264408"/>
          </a:xfrm>
        </p:spPr>
        <p:txBody>
          <a:bodyPr/>
          <a:lstStyle>
            <a:lvl1pPr marL="0" indent="0" algn="l" rtl="0" eaLnBrk="1" latinLnBrk="0" hangingPunct="1">
              <a:spcBef>
                <a:spcPts val="0"/>
              </a:spcBef>
              <a:spcAft>
                <a:spcPts val="1000"/>
              </a:spcAft>
              <a:buSzPct val="100000"/>
              <a:buFontTx/>
              <a:buNone/>
              <a:tabLst>
                <a:tab pos="5029200" algn="r"/>
              </a:tabLst>
              <a:defRPr lang="en-US" sz="1200" b="0" kern="1200" noProof="0" dirty="0" smtClean="0">
                <a:solidFill>
                  <a:schemeClr val="tx1"/>
                </a:solidFill>
                <a:latin typeface="+mn-lt"/>
                <a:ea typeface="+mn-ea"/>
                <a:cs typeface="+mn-cs"/>
              </a:defRPr>
            </a:lvl1pPr>
            <a:lvl2pPr marL="127000" indent="-127000" algn="l" rtl="0" eaLnBrk="1" latinLnBrk="0" hangingPunct="1">
              <a:spcBef>
                <a:spcPts val="0"/>
              </a:spcBef>
              <a:spcAft>
                <a:spcPts val="1000"/>
              </a:spcAft>
              <a:buClrTx/>
              <a:buSzPct val="100000"/>
              <a:buFont typeface="Arial" panose="020B0604020202020204" pitchFamily="34" charset="0"/>
              <a:buChar char="•"/>
              <a:tabLst>
                <a:tab pos="5029200" algn="r"/>
              </a:tabLst>
              <a:defRPr lang="en-US" sz="1200" b="0" kern="1200" noProof="0" dirty="0" smtClean="0">
                <a:solidFill>
                  <a:schemeClr val="tx1"/>
                </a:solidFill>
                <a:latin typeface="+mn-lt"/>
                <a:ea typeface="+mn-ea"/>
                <a:cs typeface="+mn-cs"/>
              </a:defRPr>
            </a:lvl2pPr>
            <a:lvl3pPr marL="279400" indent="-127000" algn="l" rtl="0" eaLnBrk="1" latinLnBrk="0" hangingPunct="1">
              <a:spcBef>
                <a:spcPts val="0"/>
              </a:spcBef>
              <a:spcAft>
                <a:spcPts val="1000"/>
              </a:spcAft>
              <a:buClrTx/>
              <a:buSzPct val="100000"/>
              <a:buFont typeface="Arial" panose="020B0604020202020204" pitchFamily="34" charset="0"/>
              <a:buChar char="−"/>
              <a:tabLst>
                <a:tab pos="5029200" algn="r"/>
              </a:tabLst>
              <a:defRPr lang="en-US" sz="1200" b="0" kern="1200" noProof="0" dirty="0" smtClean="0">
                <a:solidFill>
                  <a:schemeClr val="tx1"/>
                </a:solidFill>
                <a:latin typeface="+mn-lt"/>
                <a:ea typeface="+mn-ea"/>
                <a:cs typeface="+mn-cs"/>
              </a:defRPr>
            </a:lvl3pPr>
            <a:lvl4pPr marL="431800" indent="-127000" algn="l" rtl="0" eaLnBrk="1" latinLnBrk="0" hangingPunct="1">
              <a:spcBef>
                <a:spcPts val="0"/>
              </a:spcBef>
              <a:spcAft>
                <a:spcPts val="1000"/>
              </a:spcAft>
              <a:buClrTx/>
              <a:buSzPct val="100000"/>
              <a:buFont typeface="Arial" panose="020B0604020202020204" pitchFamily="34" charset="0"/>
              <a:buChar char="◦"/>
              <a:tabLst>
                <a:tab pos="5029200" algn="r"/>
              </a:tabLst>
              <a:defRPr lang="en-US" sz="1200" b="0" kern="1200" noProof="0" dirty="0" smtClean="0">
                <a:solidFill>
                  <a:schemeClr val="tx1"/>
                </a:solidFill>
                <a:latin typeface="+mn-lt"/>
                <a:ea typeface="+mn-ea"/>
                <a:cs typeface="+mn-cs"/>
              </a:defRPr>
            </a:lvl4pPr>
            <a:lvl5pPr marL="584200" indent="-127000" algn="l" rtl="0" eaLnBrk="1" latinLnBrk="0" hangingPunct="1">
              <a:spcBef>
                <a:spcPts val="0"/>
              </a:spcBef>
              <a:spcAft>
                <a:spcPts val="1000"/>
              </a:spcAft>
              <a:buClrTx/>
              <a:buSzPct val="100000"/>
              <a:buFont typeface="Arial" panose="020B0604020202020204" pitchFamily="34" charset="0"/>
              <a:buChar char="−"/>
              <a:tabLst>
                <a:tab pos="5029200" algn="r"/>
              </a:tabLst>
              <a:defRPr lang="en-US" sz="1200" b="0" kern="1200" noProof="0" dirty="0">
                <a:solidFill>
                  <a:schemeClr val="tx1"/>
                </a:solidFill>
                <a:latin typeface="+mn-lt"/>
                <a:ea typeface="+mn-ea"/>
                <a:cs typeface="+mn-cs"/>
              </a:defRPr>
            </a:lvl5pPr>
            <a:lvl6pPr marL="356400" indent="-176400">
              <a:spcAft>
                <a:spcPts val="0"/>
              </a:spcAft>
              <a:buFont typeface="Verdana" panose="020B0604030504040204" pitchFamily="34" charset="0"/>
              <a:buChar char="−"/>
              <a:defRPr/>
            </a:lvl6pPr>
            <a:lvl7pPr marL="356400" indent="-176400">
              <a:spcAft>
                <a:spcPts val="0"/>
              </a:spcAft>
              <a:defRPr/>
            </a:lvl7pPr>
            <a:lvl8pPr marL="356400" indent="-176400">
              <a:spcAft>
                <a:spcPts val="0"/>
              </a:spcAft>
              <a:defRPr/>
            </a:lvl8pPr>
            <a:lvl9pPr marL="356400" indent="-176400">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p:cNvSpPr>
            <a:spLocks noGrp="1"/>
          </p:cNvSpPr>
          <p:nvPr>
            <p:ph type="body" sz="quarter" idx="18"/>
          </p:nvPr>
        </p:nvSpPr>
        <p:spPr>
          <a:xfrm>
            <a:off x="6162660" y="3108509"/>
            <a:ext cx="2706624" cy="3264408"/>
          </a:xfrm>
        </p:spPr>
        <p:txBody>
          <a:bodyPr vert="horz" lIns="0" tIns="0" rIns="0" bIns="0" rtlCol="0">
            <a:noAutofit/>
          </a:bodyPr>
          <a:lstStyle>
            <a:lvl1pPr>
              <a:defRPr lang="en-US" noProof="0" smtClean="0"/>
            </a:lvl1pPr>
            <a:lvl2pPr>
              <a:defRPr lang="en-US" noProof="0" smtClean="0"/>
            </a:lvl2pPr>
            <a:lvl3pPr>
              <a:defRPr lang="en-US" b="0" noProof="0" smtClean="0"/>
            </a:lvl3pPr>
            <a:lvl4pPr>
              <a:defRPr lang="en-US" b="0" noProof="0" smtClean="0"/>
            </a:lvl4pPr>
            <a:lvl5pPr>
              <a:defRPr lang="en-US" b="0" noProof="0" dirty="0"/>
            </a:lvl5pPr>
          </a:lstStyle>
          <a:p>
            <a:pPr lvl="0">
              <a:buFontTx/>
              <a:tabLst>
                <a:tab pos="5029200" algn="r"/>
              </a:tabLst>
            </a:pPr>
            <a:r>
              <a:rPr lang="en-US" noProof="0"/>
              <a:t>Click to edit Master text styles</a:t>
            </a:r>
          </a:p>
          <a:p>
            <a:pPr lvl="1">
              <a:buFontTx/>
              <a:tabLst>
                <a:tab pos="5029200" algn="r"/>
              </a:tabLst>
            </a:pPr>
            <a:r>
              <a:rPr lang="en-US" noProof="0"/>
              <a:t>Second level</a:t>
            </a:r>
          </a:p>
          <a:p>
            <a:pPr lvl="2">
              <a:buFontTx/>
              <a:tabLst>
                <a:tab pos="5029200" algn="r"/>
              </a:tabLst>
            </a:pPr>
            <a:r>
              <a:rPr lang="en-US" noProof="0"/>
              <a:t>Third level</a:t>
            </a:r>
          </a:p>
          <a:p>
            <a:pPr lvl="3">
              <a:buFontTx/>
              <a:tabLst>
                <a:tab pos="5029200" algn="r"/>
              </a:tabLst>
            </a:pPr>
            <a:r>
              <a:rPr lang="en-US" noProof="0"/>
              <a:t>Fourth level</a:t>
            </a:r>
          </a:p>
          <a:p>
            <a:pPr lvl="4">
              <a:buFontTx/>
              <a:tabLst>
                <a:tab pos="5029200" algn="r"/>
              </a:tabLst>
            </a:pPr>
            <a:r>
              <a:rPr lang="en-US" noProof="0"/>
              <a:t>Fifth level</a:t>
            </a:r>
          </a:p>
        </p:txBody>
      </p:sp>
      <p:sp>
        <p:nvSpPr>
          <p:cNvPr id="11" name="Text Placeholder 8"/>
          <p:cNvSpPr>
            <a:spLocks noGrp="1"/>
          </p:cNvSpPr>
          <p:nvPr>
            <p:ph type="body" sz="quarter" idx="19"/>
          </p:nvPr>
        </p:nvSpPr>
        <p:spPr>
          <a:xfrm>
            <a:off x="3332155" y="3108509"/>
            <a:ext cx="2706624" cy="3264408"/>
          </a:xfrm>
        </p:spPr>
        <p:txBody>
          <a:bodyPr vert="horz" lIns="0" tIns="0" rIns="0" bIns="0" rtlCol="0">
            <a:noAutofit/>
          </a:bodyPr>
          <a:lstStyle>
            <a:lvl1pPr>
              <a:defRPr lang="en-US" noProof="0" dirty="0" smtClean="0"/>
            </a:lvl1pPr>
            <a:lvl2pPr>
              <a:defRPr lang="en-US" noProof="0" dirty="0" smtClean="0"/>
            </a:lvl2pPr>
            <a:lvl3pPr>
              <a:defRPr lang="en-US" b="0" noProof="0" dirty="0" smtClean="0"/>
            </a:lvl3pPr>
            <a:lvl4pPr>
              <a:defRPr lang="en-US" b="0" noProof="0" dirty="0" smtClean="0"/>
            </a:lvl4pPr>
            <a:lvl5pPr>
              <a:defRPr lang="en-US" b="0" noProof="0" dirty="0"/>
            </a:lvl5pPr>
          </a:lstStyle>
          <a:p>
            <a:pPr lvl="0">
              <a:buFontTx/>
              <a:tabLst>
                <a:tab pos="5029200" algn="r"/>
              </a:tabLst>
            </a:pPr>
            <a:r>
              <a:rPr lang="en-US" noProof="0"/>
              <a:t>Click to edit Master text styles</a:t>
            </a:r>
          </a:p>
          <a:p>
            <a:pPr lvl="1">
              <a:buFontTx/>
              <a:tabLst>
                <a:tab pos="5029200" algn="r"/>
              </a:tabLst>
            </a:pPr>
            <a:r>
              <a:rPr lang="en-US" noProof="0"/>
              <a:t>Second level</a:t>
            </a:r>
          </a:p>
          <a:p>
            <a:pPr lvl="2">
              <a:buFontTx/>
              <a:tabLst>
                <a:tab pos="5029200" algn="r"/>
              </a:tabLst>
            </a:pPr>
            <a:r>
              <a:rPr lang="en-US" noProof="0"/>
              <a:t>Third level</a:t>
            </a:r>
          </a:p>
          <a:p>
            <a:pPr lvl="3">
              <a:buFontTx/>
              <a:tabLst>
                <a:tab pos="5029200" algn="r"/>
              </a:tabLst>
            </a:pPr>
            <a:r>
              <a:rPr lang="en-US" noProof="0"/>
              <a:t>Fourth level</a:t>
            </a:r>
          </a:p>
          <a:p>
            <a:pPr lvl="4">
              <a:buFontTx/>
              <a:tabLst>
                <a:tab pos="5029200" algn="r"/>
              </a:tabLst>
            </a:pPr>
            <a:r>
              <a:rPr lang="en-US" noProof="0"/>
              <a:t>Fifth level</a:t>
            </a:r>
          </a:p>
        </p:txBody>
      </p:sp>
      <p:sp>
        <p:nvSpPr>
          <p:cNvPr id="12" name="Text Placeholder 8"/>
          <p:cNvSpPr>
            <a:spLocks noGrp="1"/>
          </p:cNvSpPr>
          <p:nvPr>
            <p:ph type="body" sz="quarter" idx="20"/>
          </p:nvPr>
        </p:nvSpPr>
        <p:spPr>
          <a:xfrm>
            <a:off x="8993167" y="3108509"/>
            <a:ext cx="2706624" cy="3264408"/>
          </a:xfrm>
        </p:spPr>
        <p:txBody>
          <a:bodyPr vert="horz" lIns="0" tIns="0" rIns="0" bIns="0" rtlCol="0">
            <a:noAutofit/>
          </a:bodyPr>
          <a:lstStyle>
            <a:lvl1pPr>
              <a:defRPr lang="en-US" noProof="0" smtClean="0"/>
            </a:lvl1pPr>
            <a:lvl2pPr>
              <a:defRPr lang="en-US" noProof="0" smtClean="0"/>
            </a:lvl2pPr>
            <a:lvl3pPr>
              <a:defRPr lang="en-US" b="0" noProof="0" smtClean="0"/>
            </a:lvl3pPr>
            <a:lvl4pPr>
              <a:defRPr lang="en-US" b="0" noProof="0" smtClean="0"/>
            </a:lvl4pPr>
            <a:lvl5pPr>
              <a:defRPr lang="en-US" b="0" noProof="0" dirty="0"/>
            </a:lvl5pPr>
          </a:lstStyle>
          <a:p>
            <a:pPr lvl="0">
              <a:buFontTx/>
              <a:tabLst>
                <a:tab pos="5029200" algn="r"/>
              </a:tabLst>
            </a:pPr>
            <a:r>
              <a:rPr lang="en-US" noProof="0"/>
              <a:t>Click to edit Master text styles</a:t>
            </a:r>
          </a:p>
          <a:p>
            <a:pPr lvl="1">
              <a:buFontTx/>
              <a:tabLst>
                <a:tab pos="5029200" algn="r"/>
              </a:tabLst>
            </a:pPr>
            <a:r>
              <a:rPr lang="en-US" noProof="0"/>
              <a:t>Second level</a:t>
            </a:r>
          </a:p>
          <a:p>
            <a:pPr lvl="2">
              <a:buFontTx/>
              <a:tabLst>
                <a:tab pos="5029200" algn="r"/>
              </a:tabLst>
            </a:pPr>
            <a:r>
              <a:rPr lang="en-US" noProof="0"/>
              <a:t>Third level</a:t>
            </a:r>
          </a:p>
          <a:p>
            <a:pPr lvl="3">
              <a:buFontTx/>
              <a:tabLst>
                <a:tab pos="5029200" algn="r"/>
              </a:tabLst>
            </a:pPr>
            <a:r>
              <a:rPr lang="en-US" noProof="0"/>
              <a:t>Fourth level</a:t>
            </a:r>
          </a:p>
          <a:p>
            <a:pPr lvl="4">
              <a:buFontTx/>
              <a:tabLst>
                <a:tab pos="5029200" algn="r"/>
              </a:tabLst>
            </a:pPr>
            <a:r>
              <a:rPr lang="en-US" noProof="0"/>
              <a:t>Fifth level</a:t>
            </a:r>
          </a:p>
        </p:txBody>
      </p:sp>
      <p:sp>
        <p:nvSpPr>
          <p:cNvPr id="13" name="Text Placeholder 8"/>
          <p:cNvSpPr>
            <a:spLocks noGrp="1"/>
          </p:cNvSpPr>
          <p:nvPr>
            <p:ph type="body" sz="quarter" idx="21" hasCustomPrompt="1"/>
          </p:nvPr>
        </p:nvSpPr>
        <p:spPr>
          <a:xfrm>
            <a:off x="501650" y="651600"/>
            <a:ext cx="11188701" cy="757255"/>
          </a:xfrm>
          <a:prstGeom prst="rect">
            <a:avLst/>
          </a:prstGeom>
        </p:spPr>
        <p:txBody>
          <a:bodyPr lIns="0" tIns="0" rIns="0" bIns="0">
            <a:noAutofit/>
          </a:bodyPr>
          <a:lstStyle>
            <a:lvl1pPr marL="0" indent="0">
              <a:buNone/>
              <a:defRPr sz="1100"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2161167341"/>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Team profile 2">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0"/>
            <a:ext cx="11188700" cy="334100"/>
          </a:xfrm>
        </p:spPr>
        <p:txBody>
          <a:bodyPr/>
          <a:lstStyle/>
          <a:p>
            <a:r>
              <a:rPr lang="en-US" noProof="0"/>
              <a:t>Click to edit Master title style</a:t>
            </a:r>
          </a:p>
        </p:txBody>
      </p:sp>
      <p:sp>
        <p:nvSpPr>
          <p:cNvPr id="4" name="Rectangle 3"/>
          <p:cNvSpPr/>
          <p:nvPr userDrawn="1"/>
        </p:nvSpPr>
        <p:spPr>
          <a:xfrm>
            <a:off x="504000" y="1707173"/>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a:solidFill>
                <a:prstClr val="white"/>
              </a:solidFill>
            </a:endParaRPr>
          </a:p>
        </p:txBody>
      </p:sp>
      <p:sp>
        <p:nvSpPr>
          <p:cNvPr id="5" name="Rectangle 4"/>
          <p:cNvSpPr/>
          <p:nvPr userDrawn="1"/>
        </p:nvSpPr>
        <p:spPr>
          <a:xfrm>
            <a:off x="6224085" y="1700213"/>
            <a:ext cx="5475067"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a:solidFill>
                <a:prstClr val="white"/>
              </a:solidFill>
            </a:endParaRPr>
          </a:p>
        </p:txBody>
      </p:sp>
      <p:sp>
        <p:nvSpPr>
          <p:cNvPr id="6" name="Rectangle 5"/>
          <p:cNvSpPr/>
          <p:nvPr userDrawn="1"/>
        </p:nvSpPr>
        <p:spPr>
          <a:xfrm>
            <a:off x="504000" y="4065173"/>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a:solidFill>
                <a:prstClr val="white"/>
              </a:solidFill>
            </a:endParaRPr>
          </a:p>
        </p:txBody>
      </p:sp>
      <p:sp>
        <p:nvSpPr>
          <p:cNvPr id="7" name="Rectangle 6"/>
          <p:cNvSpPr/>
          <p:nvPr userDrawn="1"/>
        </p:nvSpPr>
        <p:spPr>
          <a:xfrm>
            <a:off x="6224085" y="4065173"/>
            <a:ext cx="5475067"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a:solidFill>
                <a:prstClr val="white"/>
              </a:solidFill>
            </a:endParaRPr>
          </a:p>
        </p:txBody>
      </p:sp>
      <p:sp>
        <p:nvSpPr>
          <p:cNvPr id="8" name="Picture Placeholder 11"/>
          <p:cNvSpPr>
            <a:spLocks noGrp="1"/>
          </p:cNvSpPr>
          <p:nvPr>
            <p:ph type="pic" sz="quarter" idx="25"/>
          </p:nvPr>
        </p:nvSpPr>
        <p:spPr>
          <a:xfrm>
            <a:off x="504000" y="1880213"/>
            <a:ext cx="1968000" cy="1476000"/>
          </a:xfrm>
        </p:spPr>
        <p:txBody>
          <a:bodyPr/>
          <a:lstStyle>
            <a:lvl1pPr algn="ctr">
              <a:defRPr/>
            </a:lvl1pPr>
          </a:lstStyle>
          <a:p>
            <a:r>
              <a:rPr lang="en-US" noProof="0"/>
              <a:t>Click icon to add picture</a:t>
            </a:r>
          </a:p>
        </p:txBody>
      </p:sp>
      <p:sp>
        <p:nvSpPr>
          <p:cNvPr id="9" name="Picture Placeholder 11"/>
          <p:cNvSpPr>
            <a:spLocks noGrp="1"/>
          </p:cNvSpPr>
          <p:nvPr>
            <p:ph type="pic" sz="quarter" idx="27"/>
          </p:nvPr>
        </p:nvSpPr>
        <p:spPr>
          <a:xfrm>
            <a:off x="6224085" y="1880213"/>
            <a:ext cx="1968000" cy="1476000"/>
          </a:xfrm>
        </p:spPr>
        <p:txBody>
          <a:bodyPr/>
          <a:lstStyle>
            <a:lvl1pPr algn="ctr">
              <a:defRPr/>
            </a:lvl1pPr>
          </a:lstStyle>
          <a:p>
            <a:r>
              <a:rPr lang="en-US" noProof="0"/>
              <a:t>Click icon to add picture</a:t>
            </a:r>
          </a:p>
        </p:txBody>
      </p:sp>
      <p:sp>
        <p:nvSpPr>
          <p:cNvPr id="10" name="Picture Placeholder 11"/>
          <p:cNvSpPr>
            <a:spLocks noGrp="1"/>
          </p:cNvSpPr>
          <p:nvPr>
            <p:ph type="pic" sz="quarter" idx="29"/>
          </p:nvPr>
        </p:nvSpPr>
        <p:spPr>
          <a:xfrm>
            <a:off x="504000" y="4256213"/>
            <a:ext cx="1968000" cy="1476000"/>
          </a:xfrm>
        </p:spPr>
        <p:txBody>
          <a:bodyPr/>
          <a:lstStyle>
            <a:lvl1pPr algn="ctr">
              <a:defRPr/>
            </a:lvl1pPr>
          </a:lstStyle>
          <a:p>
            <a:r>
              <a:rPr lang="en-US" noProof="0"/>
              <a:t>Click icon to add picture</a:t>
            </a:r>
          </a:p>
        </p:txBody>
      </p:sp>
      <p:sp>
        <p:nvSpPr>
          <p:cNvPr id="11" name="Picture Placeholder 11"/>
          <p:cNvSpPr>
            <a:spLocks noGrp="1"/>
          </p:cNvSpPr>
          <p:nvPr>
            <p:ph type="pic" sz="quarter" idx="31"/>
          </p:nvPr>
        </p:nvSpPr>
        <p:spPr>
          <a:xfrm>
            <a:off x="6224085" y="4256213"/>
            <a:ext cx="1968000" cy="1476000"/>
          </a:xfrm>
        </p:spPr>
        <p:txBody>
          <a:bodyPr/>
          <a:lstStyle>
            <a:lvl1pPr algn="ctr">
              <a:defRPr/>
            </a:lvl1pPr>
          </a:lstStyle>
          <a:p>
            <a:r>
              <a:rPr lang="en-US" noProof="0"/>
              <a:t>Click icon to add picture</a:t>
            </a:r>
          </a:p>
        </p:txBody>
      </p:sp>
      <p:sp>
        <p:nvSpPr>
          <p:cNvPr id="13" name="Text Placeholder 12"/>
          <p:cNvSpPr>
            <a:spLocks noGrp="1"/>
          </p:cNvSpPr>
          <p:nvPr>
            <p:ph type="body" sz="quarter" idx="32"/>
          </p:nvPr>
        </p:nvSpPr>
        <p:spPr>
          <a:xfrm>
            <a:off x="2683483" y="1880213"/>
            <a:ext cx="3288000" cy="1944000"/>
          </a:xfrm>
        </p:spPr>
        <p:txBody>
          <a:bodyPr vert="horz" lIns="0" tIns="0" rIns="0" bIns="0" rtlCol="0">
            <a:noAutofit/>
          </a:bodyPr>
          <a:lstStyle>
            <a:lvl1pPr marL="0" indent="0" algn="l">
              <a:spcAft>
                <a:spcPts val="0"/>
              </a:spcAft>
              <a:buFontTx/>
              <a:buNone/>
              <a:defRPr lang="en-US" noProof="0" dirty="0" smtClean="0"/>
            </a:lvl1pPr>
            <a:lvl2pPr marL="127000" indent="-127000" algn="l">
              <a:spcAft>
                <a:spcPts val="0"/>
              </a:spcAft>
              <a:buClrTx/>
              <a:buSzPct val="100000"/>
              <a:buFont typeface="Arial" panose="020B0604020202020204" pitchFamily="34" charset="0"/>
              <a:buChar char="•"/>
              <a:defRPr lang="en-US" noProof="0" dirty="0" smtClean="0"/>
            </a:lvl2pPr>
          </a:lstStyle>
          <a:p>
            <a:pPr lvl="0">
              <a:buFontTx/>
              <a:tabLst>
                <a:tab pos="5029200" algn="r"/>
              </a:tabLst>
            </a:pPr>
            <a:r>
              <a:rPr lang="en-US" noProof="0"/>
              <a:t>Click to edit Master text styles</a:t>
            </a:r>
          </a:p>
          <a:p>
            <a:pPr lvl="1">
              <a:buFontTx/>
              <a:tabLst>
                <a:tab pos="5029200" algn="r"/>
              </a:tabLst>
            </a:pPr>
            <a:r>
              <a:rPr lang="en-US" noProof="0"/>
              <a:t>Second level</a:t>
            </a:r>
          </a:p>
        </p:txBody>
      </p:sp>
      <p:sp>
        <p:nvSpPr>
          <p:cNvPr id="14" name="Text Placeholder 12"/>
          <p:cNvSpPr>
            <a:spLocks noGrp="1"/>
          </p:cNvSpPr>
          <p:nvPr>
            <p:ph type="body" sz="quarter" idx="33"/>
          </p:nvPr>
        </p:nvSpPr>
        <p:spPr>
          <a:xfrm>
            <a:off x="8396560" y="1880213"/>
            <a:ext cx="3291840" cy="1944000"/>
          </a:xfrm>
        </p:spPr>
        <p:txBody>
          <a:bodyPr vert="horz" lIns="0" tIns="0" rIns="0" bIns="0" rtlCol="0">
            <a:noAutofit/>
          </a:bodyPr>
          <a:lstStyle>
            <a:lvl1pPr algn="l" defTabSz="914400" rtl="0" eaLnBrk="1" latinLnBrk="0" hangingPunct="1">
              <a:spcBef>
                <a:spcPts val="0"/>
              </a:spcBef>
              <a:spcAft>
                <a:spcPts val="0"/>
              </a:spcAft>
              <a:buSzPct val="100000"/>
              <a:tabLst>
                <a:tab pos="5029200" algn="r"/>
              </a:tabLst>
              <a:defRPr lang="en-US" sz="1200" b="0" kern="1200" noProof="0" dirty="0" smtClean="0">
                <a:solidFill>
                  <a:schemeClr val="tx1"/>
                </a:solidFill>
                <a:latin typeface="+mn-lt"/>
                <a:ea typeface="+mn-ea"/>
                <a:cs typeface="+mn-cs"/>
              </a:defRPr>
            </a:lvl1pPr>
            <a:lvl2pPr algn="l" defTabSz="914400" rtl="0" eaLnBrk="1" latinLnBrk="0" hangingPunct="1">
              <a:spcBef>
                <a:spcPts val="0"/>
              </a:spcBef>
              <a:spcAft>
                <a:spcPts val="0"/>
              </a:spcAft>
              <a:buSzPct val="100000"/>
              <a:tabLst>
                <a:tab pos="5029200" algn="r"/>
              </a:tabLst>
              <a:defRPr lang="en-US" sz="1200" b="0" kern="1200" noProof="0" dirty="0" smtClean="0">
                <a:solidFill>
                  <a:schemeClr val="tx1"/>
                </a:solidFill>
                <a:latin typeface="+mn-lt"/>
                <a:ea typeface="+mn-ea"/>
                <a:cs typeface="+mn-cs"/>
              </a:defRPr>
            </a:lvl2pPr>
          </a:lstStyle>
          <a:p>
            <a:pPr lvl="0">
              <a:buFontTx/>
              <a:tabLst>
                <a:tab pos="5029200" algn="r"/>
              </a:tabLst>
            </a:pPr>
            <a:r>
              <a:rPr lang="en-US" noProof="0"/>
              <a:t>Click to edit Master text styles</a:t>
            </a:r>
          </a:p>
          <a:p>
            <a:pPr lvl="1">
              <a:buFontTx/>
              <a:tabLst>
                <a:tab pos="5029200" algn="r"/>
              </a:tabLst>
            </a:pPr>
            <a:r>
              <a:rPr lang="en-US" noProof="0"/>
              <a:t>Second level</a:t>
            </a:r>
          </a:p>
        </p:txBody>
      </p:sp>
      <p:sp>
        <p:nvSpPr>
          <p:cNvPr id="15" name="Text Placeholder 12"/>
          <p:cNvSpPr>
            <a:spLocks noGrp="1"/>
          </p:cNvSpPr>
          <p:nvPr>
            <p:ph type="body" sz="quarter" idx="34"/>
          </p:nvPr>
        </p:nvSpPr>
        <p:spPr>
          <a:xfrm>
            <a:off x="2683483" y="4256213"/>
            <a:ext cx="3288000" cy="1944000"/>
          </a:xfrm>
        </p:spPr>
        <p:txBody>
          <a:bodyPr vert="horz" lIns="0" tIns="0" rIns="0" bIns="0" rtlCol="0">
            <a:noAutofit/>
          </a:bodyPr>
          <a:lstStyle>
            <a:lvl1pPr algn="l" defTabSz="914400" rtl="0" eaLnBrk="1" latinLnBrk="0" hangingPunct="1">
              <a:spcBef>
                <a:spcPts val="0"/>
              </a:spcBef>
              <a:spcAft>
                <a:spcPts val="0"/>
              </a:spcAft>
              <a:buSzPct val="100000"/>
              <a:tabLst>
                <a:tab pos="5029200" algn="r"/>
              </a:tabLst>
              <a:defRPr lang="en-US" sz="1200" b="0" kern="1200" noProof="0" dirty="0" smtClean="0">
                <a:solidFill>
                  <a:schemeClr val="tx1"/>
                </a:solidFill>
                <a:latin typeface="+mn-lt"/>
                <a:ea typeface="+mn-ea"/>
                <a:cs typeface="+mn-cs"/>
              </a:defRPr>
            </a:lvl1pPr>
            <a:lvl2pPr algn="l" defTabSz="914400" rtl="0" eaLnBrk="1" latinLnBrk="0" hangingPunct="1">
              <a:spcBef>
                <a:spcPts val="0"/>
              </a:spcBef>
              <a:spcAft>
                <a:spcPts val="0"/>
              </a:spcAft>
              <a:buSzPct val="100000"/>
              <a:tabLst>
                <a:tab pos="5029200" algn="r"/>
              </a:tabLst>
              <a:defRPr lang="en-US" sz="1200" b="0" kern="1200" noProof="0" dirty="0" smtClean="0">
                <a:solidFill>
                  <a:schemeClr val="tx1"/>
                </a:solidFill>
                <a:latin typeface="+mn-lt"/>
                <a:ea typeface="+mn-ea"/>
                <a:cs typeface="+mn-cs"/>
              </a:defRPr>
            </a:lvl2pPr>
          </a:lstStyle>
          <a:p>
            <a:pPr lvl="0">
              <a:buFontTx/>
              <a:tabLst>
                <a:tab pos="5029200" algn="r"/>
              </a:tabLst>
            </a:pPr>
            <a:r>
              <a:rPr lang="en-US" noProof="0"/>
              <a:t>Click to edit Master text styles</a:t>
            </a:r>
          </a:p>
          <a:p>
            <a:pPr lvl="1">
              <a:buFontTx/>
              <a:tabLst>
                <a:tab pos="5029200" algn="r"/>
              </a:tabLst>
            </a:pPr>
            <a:r>
              <a:rPr lang="en-US" noProof="0"/>
              <a:t>Second level</a:t>
            </a:r>
          </a:p>
        </p:txBody>
      </p:sp>
      <p:sp>
        <p:nvSpPr>
          <p:cNvPr id="16" name="Text Placeholder 12"/>
          <p:cNvSpPr>
            <a:spLocks noGrp="1"/>
          </p:cNvSpPr>
          <p:nvPr>
            <p:ph type="body" sz="quarter" idx="35"/>
          </p:nvPr>
        </p:nvSpPr>
        <p:spPr>
          <a:xfrm>
            <a:off x="8396560" y="4256213"/>
            <a:ext cx="3291840" cy="1944000"/>
          </a:xfrm>
        </p:spPr>
        <p:txBody>
          <a:bodyPr vert="horz" lIns="0" tIns="0" rIns="0" bIns="0" rtlCol="0">
            <a:noAutofit/>
          </a:bodyPr>
          <a:lstStyle>
            <a:lvl1pPr algn="l" defTabSz="914400" rtl="0" eaLnBrk="1" latinLnBrk="0" hangingPunct="1">
              <a:spcBef>
                <a:spcPts val="0"/>
              </a:spcBef>
              <a:spcAft>
                <a:spcPts val="0"/>
              </a:spcAft>
              <a:buSzPct val="100000"/>
              <a:tabLst>
                <a:tab pos="5029200" algn="r"/>
              </a:tabLst>
              <a:defRPr lang="en-US" sz="1200" b="0" kern="1200" noProof="0" dirty="0" smtClean="0">
                <a:solidFill>
                  <a:schemeClr val="tx1"/>
                </a:solidFill>
                <a:latin typeface="+mn-lt"/>
                <a:ea typeface="+mn-ea"/>
                <a:cs typeface="+mn-cs"/>
              </a:defRPr>
            </a:lvl1pPr>
            <a:lvl2pPr algn="l" defTabSz="914400" rtl="0" eaLnBrk="1" latinLnBrk="0" hangingPunct="1">
              <a:spcBef>
                <a:spcPts val="0"/>
              </a:spcBef>
              <a:spcAft>
                <a:spcPts val="0"/>
              </a:spcAft>
              <a:buSzPct val="100000"/>
              <a:tabLst>
                <a:tab pos="5029200" algn="r"/>
              </a:tabLst>
              <a:defRPr lang="en-US" sz="1200" b="0" kern="1200" noProof="0" dirty="0" smtClean="0">
                <a:solidFill>
                  <a:schemeClr val="tx1"/>
                </a:solidFill>
                <a:latin typeface="+mn-lt"/>
                <a:ea typeface="+mn-ea"/>
                <a:cs typeface="+mn-cs"/>
              </a:defRPr>
            </a:lvl2pPr>
          </a:lstStyle>
          <a:p>
            <a:pPr lvl="0">
              <a:buFontTx/>
              <a:tabLst>
                <a:tab pos="5029200" algn="r"/>
              </a:tabLst>
            </a:pPr>
            <a:r>
              <a:rPr lang="en-US" noProof="0"/>
              <a:t>Click to edit Master text styles</a:t>
            </a:r>
          </a:p>
          <a:p>
            <a:pPr lvl="1">
              <a:buFontTx/>
              <a:tabLst>
                <a:tab pos="5029200" algn="r"/>
              </a:tabLst>
            </a:pPr>
            <a:r>
              <a:rPr lang="en-US" noProof="0"/>
              <a:t>Second level</a:t>
            </a:r>
          </a:p>
        </p:txBody>
      </p:sp>
      <p:sp>
        <p:nvSpPr>
          <p:cNvPr id="17" name="Text Placeholder 8"/>
          <p:cNvSpPr>
            <a:spLocks noGrp="1"/>
          </p:cNvSpPr>
          <p:nvPr>
            <p:ph type="body" sz="quarter" idx="13" hasCustomPrompt="1"/>
          </p:nvPr>
        </p:nvSpPr>
        <p:spPr>
          <a:xfrm>
            <a:off x="501651" y="651600"/>
            <a:ext cx="11162349" cy="757255"/>
          </a:xfrm>
          <a:prstGeom prst="rect">
            <a:avLst/>
          </a:prstGeom>
        </p:spPr>
        <p:txBody>
          <a:bodyPr lIns="0" tIns="0" rIns="0" bIns="0">
            <a:noAutofit/>
          </a:bodyPr>
          <a:lstStyle>
            <a:lvl1pPr marL="0" indent="0">
              <a:buNone/>
              <a:defRPr sz="1100" b="0">
                <a:solidFill>
                  <a:schemeClr val="tx2"/>
                </a:solidFill>
              </a:defRPr>
            </a:lvl1pPr>
          </a:lstStyle>
          <a:p>
            <a:pPr lvl="0"/>
            <a:r>
              <a:rPr lang="en-US" noProof="0"/>
              <a:t>Click to add subtitle</a:t>
            </a:r>
          </a:p>
        </p:txBody>
      </p:sp>
    </p:spTree>
    <p:extLst>
      <p:ext uri="{BB962C8B-B14F-4D97-AF65-F5344CB8AC3E}">
        <p14:creationId xmlns:p14="http://schemas.microsoft.com/office/powerpoint/2010/main" val="3671047553"/>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3 picture and text">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2"/>
            <a:ext cx="11188700" cy="334099"/>
          </a:xfrm>
        </p:spPr>
        <p:txBody>
          <a:bodyPr/>
          <a:lstStyle/>
          <a:p>
            <a:r>
              <a:rPr lang="en-US" noProof="0"/>
              <a:t>Click to edit Master title style</a:t>
            </a:r>
          </a:p>
        </p:txBody>
      </p:sp>
      <p:sp>
        <p:nvSpPr>
          <p:cNvPr id="4" name="Picture Placeholder 7"/>
          <p:cNvSpPr>
            <a:spLocks noGrp="1"/>
          </p:cNvSpPr>
          <p:nvPr>
            <p:ph type="pic" sz="quarter" idx="13"/>
          </p:nvPr>
        </p:nvSpPr>
        <p:spPr>
          <a:xfrm>
            <a:off x="501651" y="1700214"/>
            <a:ext cx="3657600" cy="1971675"/>
          </a:xfrm>
        </p:spPr>
        <p:txBody>
          <a:bodyPr/>
          <a:lstStyle/>
          <a:p>
            <a:r>
              <a:rPr lang="en-US" noProof="0"/>
              <a:t>Click icon to add picture</a:t>
            </a:r>
          </a:p>
        </p:txBody>
      </p:sp>
      <p:sp>
        <p:nvSpPr>
          <p:cNvPr id="5" name="Picture Placeholder 7"/>
          <p:cNvSpPr>
            <a:spLocks noGrp="1"/>
          </p:cNvSpPr>
          <p:nvPr>
            <p:ph type="pic" sz="quarter" idx="14"/>
          </p:nvPr>
        </p:nvSpPr>
        <p:spPr>
          <a:xfrm>
            <a:off x="8040265" y="1700214"/>
            <a:ext cx="3657600" cy="1971675"/>
          </a:xfrm>
        </p:spPr>
        <p:txBody>
          <a:bodyPr/>
          <a:lstStyle/>
          <a:p>
            <a:r>
              <a:rPr lang="en-US" noProof="0"/>
              <a:t>Click icon to add picture</a:t>
            </a:r>
          </a:p>
        </p:txBody>
      </p:sp>
      <p:sp>
        <p:nvSpPr>
          <p:cNvPr id="6" name="Picture Placeholder 7"/>
          <p:cNvSpPr>
            <a:spLocks noGrp="1"/>
          </p:cNvSpPr>
          <p:nvPr>
            <p:ph type="pic" sz="quarter" idx="15"/>
          </p:nvPr>
        </p:nvSpPr>
        <p:spPr>
          <a:xfrm>
            <a:off x="4270957" y="1700214"/>
            <a:ext cx="3657600" cy="1971675"/>
          </a:xfrm>
        </p:spPr>
        <p:txBody>
          <a:bodyPr/>
          <a:lstStyle/>
          <a:p>
            <a:r>
              <a:rPr lang="en-US" noProof="0"/>
              <a:t>Click icon to add picture</a:t>
            </a:r>
          </a:p>
        </p:txBody>
      </p:sp>
      <p:sp>
        <p:nvSpPr>
          <p:cNvPr id="9" name="Text Placeholder 18"/>
          <p:cNvSpPr>
            <a:spLocks noGrp="1"/>
          </p:cNvSpPr>
          <p:nvPr>
            <p:ph idx="1" hasCustomPrompt="1"/>
          </p:nvPr>
        </p:nvSpPr>
        <p:spPr>
          <a:xfrm>
            <a:off x="501651" y="3832225"/>
            <a:ext cx="3657600" cy="2095200"/>
          </a:xfrm>
          <a:prstGeom prst="rect">
            <a:avLst/>
          </a:prstGeom>
        </p:spPr>
        <p:txBody>
          <a:bodyPr vert="horz" lIns="0" tIns="0" rIns="0" bIns="0" rtlCol="0">
            <a:noAutofit/>
          </a:bodyPr>
          <a:lstStyle>
            <a:lvl1pPr marL="0" indent="0" algn="l">
              <a:buFontTx/>
              <a:buNone/>
              <a:defRPr/>
            </a:lvl1pPr>
            <a:lvl2pPr marL="127000" indent="-127000" algn="l">
              <a:buClrTx/>
              <a:buSzPct val="100000"/>
              <a:buFont typeface="Arial" panose="020B0604020202020204" pitchFamily="34" charset="0"/>
              <a:buChar char="•"/>
              <a:defRPr/>
            </a:lvl2pPr>
            <a:lvl3pPr marL="279400" indent="-127000" algn="l">
              <a:buClrTx/>
              <a:buSzPct val="100000"/>
              <a:buFont typeface="Arial" panose="020B0604020202020204" pitchFamily="34" charset="0"/>
              <a:buChar char="−"/>
              <a:defRPr/>
            </a:lvl3pPr>
            <a:lvl4pPr marL="431800" indent="-127000" algn="l">
              <a:buClrTx/>
              <a:buSzPct val="100000"/>
              <a:buFont typeface="Arial" panose="020B0604020202020204" pitchFamily="34" charset="0"/>
              <a:buChar char="◦"/>
              <a:defRPr/>
            </a:lvl4pPr>
            <a:lvl5pPr marL="584200" indent="-127000" algn="l">
              <a:buClrTx/>
              <a:buSzPct val="100000"/>
              <a:buFont typeface="Arial" panose="020B0604020202020204" pitchFamily="34" charset="0"/>
              <a:buChar char="−"/>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Text Placeholder 18"/>
          <p:cNvSpPr>
            <a:spLocks noGrp="1"/>
          </p:cNvSpPr>
          <p:nvPr>
            <p:ph idx="16" hasCustomPrompt="1"/>
          </p:nvPr>
        </p:nvSpPr>
        <p:spPr>
          <a:xfrm>
            <a:off x="4270959" y="3832225"/>
            <a:ext cx="3657600" cy="2095200"/>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4" name="Text Placeholder 18"/>
          <p:cNvSpPr>
            <a:spLocks noGrp="1"/>
          </p:cNvSpPr>
          <p:nvPr>
            <p:ph idx="17" hasCustomPrompt="1"/>
          </p:nvPr>
        </p:nvSpPr>
        <p:spPr>
          <a:xfrm>
            <a:off x="8040265" y="3832225"/>
            <a:ext cx="3657600" cy="2095200"/>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p:cNvSpPr>
            <a:spLocks noGrp="1"/>
          </p:cNvSpPr>
          <p:nvPr>
            <p:ph type="body" sz="quarter" idx="18" hasCustomPrompt="1"/>
          </p:nvPr>
        </p:nvSpPr>
        <p:spPr>
          <a:xfrm>
            <a:off x="501651" y="651600"/>
            <a:ext cx="11162349" cy="757255"/>
          </a:xfrm>
          <a:prstGeom prst="rect">
            <a:avLst/>
          </a:prstGeom>
        </p:spPr>
        <p:txBody>
          <a:bodyPr lIns="0" tIns="0" rIns="0" bIns="0">
            <a:noAutofit/>
          </a:bodyPr>
          <a:lstStyle>
            <a:lvl1pPr marL="0" indent="0">
              <a:buNone/>
              <a:defRPr sz="1100" b="0">
                <a:solidFill>
                  <a:schemeClr val="tx2"/>
                </a:solidFill>
              </a:defRPr>
            </a:lvl1pPr>
          </a:lstStyle>
          <a:p>
            <a:pPr lvl="0"/>
            <a:r>
              <a:rPr lang="en-US" noProof="0"/>
              <a:t>Click to add subtitle</a:t>
            </a:r>
          </a:p>
        </p:txBody>
      </p:sp>
    </p:spTree>
    <p:extLst>
      <p:ext uri="{BB962C8B-B14F-4D97-AF65-F5344CB8AC3E}">
        <p14:creationId xmlns:p14="http://schemas.microsoft.com/office/powerpoint/2010/main" val="3594183086"/>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5_Title &amp; subtitle">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155561907"/>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530" imgH="528" progId="TCLayout.ActiveDocument.1">
                  <p:embed/>
                </p:oleObj>
              </mc:Choice>
              <mc:Fallback>
                <p:oleObj name="think-cell Slide" r:id="rId3" imgW="530" imgH="528"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10" name="Text Placeholder 8"/>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100" b="0">
                <a:solidFill>
                  <a:schemeClr val="tx2"/>
                </a:solidFill>
              </a:defRPr>
            </a:lvl1pPr>
          </a:lstStyle>
          <a:p>
            <a:pPr lvl="0"/>
            <a:r>
              <a:rPr lang="en-US" noProof="0"/>
              <a:t>Click to add subtitle</a:t>
            </a:r>
          </a:p>
        </p:txBody>
      </p:sp>
      <p:sp>
        <p:nvSpPr>
          <p:cNvPr id="11" name="Title Placeholder 1"/>
          <p:cNvSpPr>
            <a:spLocks noGrp="1"/>
          </p:cNvSpPr>
          <p:nvPr>
            <p:ph type="title" hasCustomPrompt="1"/>
          </p:nvPr>
        </p:nvSpPr>
        <p:spPr>
          <a:xfrm>
            <a:off x="501650" y="317500"/>
            <a:ext cx="11188700" cy="334101"/>
          </a:xfrm>
          <a:prstGeom prst="rect">
            <a:avLst/>
          </a:prstGeom>
        </p:spPr>
        <p:txBody>
          <a:bodyPr vert="horz" lIns="0" tIns="0" rIns="0" bIns="0" rtlCol="0" anchor="t" anchorCtr="0">
            <a:noAutofit/>
          </a:bodyPr>
          <a:lstStyle>
            <a:lvl1pPr>
              <a:defRPr/>
            </a:lvl1pPr>
          </a:lstStyle>
          <a:p>
            <a:r>
              <a:rPr lang="en-US" noProof="0"/>
              <a:t>Click to add title</a:t>
            </a:r>
          </a:p>
        </p:txBody>
      </p:sp>
    </p:spTree>
    <p:extLst>
      <p:ext uri="{BB962C8B-B14F-4D97-AF65-F5344CB8AC3E}">
        <p14:creationId xmlns:p14="http://schemas.microsoft.com/office/powerpoint/2010/main" val="1703207048"/>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Qualifications 2 x 1">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43345541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530" imgH="528" progId="TCLayout.ActiveDocument.1">
                  <p:embed/>
                </p:oleObj>
              </mc:Choice>
              <mc:Fallback>
                <p:oleObj name="think-cell Slide" r:id="rId3" imgW="530" imgH="528"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8" name="Text Placeholder 8"/>
          <p:cNvSpPr>
            <a:spLocks noGrp="1"/>
          </p:cNvSpPr>
          <p:nvPr>
            <p:ph type="body" sz="quarter" idx="17"/>
          </p:nvPr>
        </p:nvSpPr>
        <p:spPr>
          <a:xfrm>
            <a:off x="504000" y="1857892"/>
            <a:ext cx="5462016" cy="1695450"/>
          </a:xfrm>
        </p:spPr>
        <p:txBody>
          <a:bodyPr vert="horz" lIns="0" tIns="0" rIns="0" bIns="0" rtlCol="0">
            <a:noAutofit/>
          </a:bodyPr>
          <a:lstStyle>
            <a:lvl1pPr>
              <a:defRPr lang="en-US" noProof="0" dirty="0" smtClean="0"/>
            </a:lvl1pPr>
            <a:lvl2pPr>
              <a:defRPr lang="en-US" noProof="0" dirty="0" smtClean="0"/>
            </a:lvl2pPr>
            <a:lvl3pPr>
              <a:defRPr lang="en-US" b="0" noProof="0" dirty="0" smtClean="0"/>
            </a:lvl3pPr>
            <a:lvl4pPr>
              <a:defRPr lang="en-US" b="0" noProof="0" dirty="0" smtClean="0"/>
            </a:lvl4pPr>
            <a:lvl5pPr>
              <a:defRPr lang="en-US" b="0" noProof="0" dirty="0"/>
            </a:lvl5pPr>
          </a:lstStyle>
          <a:p>
            <a:pPr lvl="0">
              <a:buFontTx/>
              <a:tabLst>
                <a:tab pos="5029200" algn="r"/>
              </a:tabLst>
            </a:pPr>
            <a:r>
              <a:rPr lang="en-US" noProof="0"/>
              <a:t>Click to edit Master text styles</a:t>
            </a:r>
          </a:p>
          <a:p>
            <a:pPr lvl="1">
              <a:buFontTx/>
              <a:tabLst>
                <a:tab pos="5029200" algn="r"/>
              </a:tabLst>
            </a:pPr>
            <a:r>
              <a:rPr lang="en-US" noProof="0"/>
              <a:t>Second level</a:t>
            </a:r>
          </a:p>
          <a:p>
            <a:pPr lvl="2">
              <a:buFontTx/>
              <a:tabLst>
                <a:tab pos="5029200" algn="r"/>
              </a:tabLst>
            </a:pPr>
            <a:r>
              <a:rPr lang="en-US" noProof="0"/>
              <a:t>Third level</a:t>
            </a:r>
          </a:p>
          <a:p>
            <a:pPr lvl="3">
              <a:buFontTx/>
              <a:tabLst>
                <a:tab pos="5029200" algn="r"/>
              </a:tabLst>
            </a:pPr>
            <a:r>
              <a:rPr lang="en-US" noProof="0"/>
              <a:t>Fourth level</a:t>
            </a:r>
          </a:p>
          <a:p>
            <a:pPr lvl="4">
              <a:buFontTx/>
              <a:tabLst>
                <a:tab pos="5029200" algn="r"/>
              </a:tabLst>
            </a:pPr>
            <a:r>
              <a:rPr lang="en-US" noProof="0"/>
              <a:t>Fifth level</a:t>
            </a:r>
          </a:p>
        </p:txBody>
      </p:sp>
      <p:sp>
        <p:nvSpPr>
          <p:cNvPr id="9" name="Text Placeholder 8"/>
          <p:cNvSpPr>
            <a:spLocks noGrp="1"/>
          </p:cNvSpPr>
          <p:nvPr>
            <p:ph type="body" sz="quarter" idx="21"/>
          </p:nvPr>
        </p:nvSpPr>
        <p:spPr>
          <a:xfrm>
            <a:off x="6246193" y="1857892"/>
            <a:ext cx="5462016" cy="1695450"/>
          </a:xfrm>
        </p:spPr>
        <p:txBody>
          <a:bodyPr vert="horz" lIns="0" tIns="0" rIns="0" bIns="0" rtlCol="0">
            <a:noAutofit/>
          </a:bodyPr>
          <a:lstStyle>
            <a:lvl1pPr>
              <a:defRPr lang="en-US" noProof="0" dirty="0" smtClean="0"/>
            </a:lvl1pPr>
            <a:lvl2pPr>
              <a:defRPr lang="en-US" noProof="0" dirty="0" smtClean="0"/>
            </a:lvl2pPr>
            <a:lvl3pPr>
              <a:defRPr lang="en-US" b="0" noProof="0" dirty="0" smtClean="0"/>
            </a:lvl3pPr>
            <a:lvl4pPr>
              <a:defRPr lang="en-US" b="0" noProof="0" dirty="0" smtClean="0"/>
            </a:lvl4pPr>
            <a:lvl5pPr>
              <a:defRPr lang="en-US" b="0" noProof="0" dirty="0"/>
            </a:lvl5pPr>
          </a:lstStyle>
          <a:p>
            <a:pPr lvl="0">
              <a:buFontTx/>
              <a:tabLst>
                <a:tab pos="5029200" algn="r"/>
              </a:tabLst>
            </a:pPr>
            <a:r>
              <a:rPr lang="en-US" noProof="0"/>
              <a:t>Click to edit Master text styles</a:t>
            </a:r>
          </a:p>
          <a:p>
            <a:pPr lvl="1">
              <a:buFontTx/>
              <a:tabLst>
                <a:tab pos="5029200" algn="r"/>
              </a:tabLst>
            </a:pPr>
            <a:r>
              <a:rPr lang="en-US" noProof="0"/>
              <a:t>Second level</a:t>
            </a:r>
          </a:p>
          <a:p>
            <a:pPr lvl="2">
              <a:buFontTx/>
              <a:tabLst>
                <a:tab pos="5029200" algn="r"/>
              </a:tabLst>
            </a:pPr>
            <a:r>
              <a:rPr lang="en-US" noProof="0"/>
              <a:t>Third level</a:t>
            </a:r>
          </a:p>
          <a:p>
            <a:pPr lvl="3">
              <a:buFontTx/>
              <a:tabLst>
                <a:tab pos="5029200" algn="r"/>
              </a:tabLst>
            </a:pPr>
            <a:r>
              <a:rPr lang="en-US" noProof="0"/>
              <a:t>Fourth level</a:t>
            </a:r>
          </a:p>
          <a:p>
            <a:pPr lvl="4">
              <a:buFontTx/>
              <a:tabLst>
                <a:tab pos="5029200" algn="r"/>
              </a:tabLst>
            </a:pPr>
            <a:r>
              <a:rPr lang="en-US" noProof="0"/>
              <a:t>Fifth level</a:t>
            </a:r>
          </a:p>
        </p:txBody>
      </p:sp>
      <p:sp>
        <p:nvSpPr>
          <p:cNvPr id="2" name="Title 1"/>
          <p:cNvSpPr>
            <a:spLocks noGrp="1"/>
          </p:cNvSpPr>
          <p:nvPr>
            <p:ph type="title"/>
          </p:nvPr>
        </p:nvSpPr>
        <p:spPr>
          <a:xfrm>
            <a:off x="501651" y="317502"/>
            <a:ext cx="11188700" cy="334099"/>
          </a:xfrm>
        </p:spPr>
        <p:txBody>
          <a:bodyPr/>
          <a:lstStyle/>
          <a:p>
            <a:r>
              <a:rPr lang="en-US" noProof="0"/>
              <a:t>Click to edit Master title style</a:t>
            </a:r>
          </a:p>
        </p:txBody>
      </p:sp>
      <p:sp>
        <p:nvSpPr>
          <p:cNvPr id="4" name="Rectangle 3"/>
          <p:cNvSpPr/>
          <p:nvPr userDrawn="1"/>
        </p:nvSpPr>
        <p:spPr>
          <a:xfrm>
            <a:off x="504000" y="1705378"/>
            <a:ext cx="109728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US" sz="1100">
              <a:solidFill>
                <a:prstClr val="white"/>
              </a:solidFill>
            </a:endParaRPr>
          </a:p>
        </p:txBody>
      </p:sp>
      <p:sp>
        <p:nvSpPr>
          <p:cNvPr id="5" name="Rectangle 4"/>
          <p:cNvSpPr/>
          <p:nvPr userDrawn="1"/>
        </p:nvSpPr>
        <p:spPr>
          <a:xfrm>
            <a:off x="6246195" y="1705378"/>
            <a:ext cx="5452957"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US" sz="1100">
              <a:solidFill>
                <a:prstClr val="white"/>
              </a:solidFill>
            </a:endParaRPr>
          </a:p>
        </p:txBody>
      </p:sp>
      <p:sp>
        <p:nvSpPr>
          <p:cNvPr id="6" name="Picture Placeholder 29"/>
          <p:cNvSpPr>
            <a:spLocks noGrp="1"/>
          </p:cNvSpPr>
          <p:nvPr>
            <p:ph type="pic" sz="quarter" idx="19" hasCustomPrompt="1"/>
          </p:nvPr>
        </p:nvSpPr>
        <p:spPr>
          <a:xfrm>
            <a:off x="4769491" y="1863917"/>
            <a:ext cx="1210207"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noProof="0">
                <a:solidFill>
                  <a:schemeClr val="bg1"/>
                </a:solidFill>
              </a:rPr>
              <a:t>Co-brand</a:t>
            </a:r>
            <a:br>
              <a:rPr lang="en-US" sz="1200" noProof="0">
                <a:solidFill>
                  <a:schemeClr val="bg1"/>
                </a:solidFill>
              </a:rPr>
            </a:br>
            <a:r>
              <a:rPr lang="en-US" sz="1200" noProof="0">
                <a:solidFill>
                  <a:schemeClr val="bg1"/>
                </a:solidFill>
              </a:rPr>
              <a:t>Logo</a:t>
            </a:r>
          </a:p>
          <a:p>
            <a:endParaRPr lang="en-US" noProof="0"/>
          </a:p>
        </p:txBody>
      </p:sp>
      <p:sp>
        <p:nvSpPr>
          <p:cNvPr id="7" name="Picture Placeholder 29"/>
          <p:cNvSpPr>
            <a:spLocks noGrp="1"/>
          </p:cNvSpPr>
          <p:nvPr>
            <p:ph type="pic" sz="quarter" idx="20" hasCustomPrompt="1"/>
          </p:nvPr>
        </p:nvSpPr>
        <p:spPr>
          <a:xfrm>
            <a:off x="10424617" y="1857893"/>
            <a:ext cx="1244161"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noProof="0">
                <a:solidFill>
                  <a:schemeClr val="bg1"/>
                </a:solidFill>
              </a:rPr>
              <a:t>Co-brand</a:t>
            </a:r>
            <a:br>
              <a:rPr lang="en-US" sz="1200" noProof="0">
                <a:solidFill>
                  <a:schemeClr val="bg1"/>
                </a:solidFill>
              </a:rPr>
            </a:br>
            <a:r>
              <a:rPr lang="en-US" sz="1200" noProof="0">
                <a:solidFill>
                  <a:schemeClr val="bg1"/>
                </a:solidFill>
              </a:rPr>
              <a:t>Logo</a:t>
            </a:r>
          </a:p>
          <a:p>
            <a:endParaRPr lang="en-US" noProof="0"/>
          </a:p>
        </p:txBody>
      </p:sp>
      <p:sp>
        <p:nvSpPr>
          <p:cNvPr id="16" name="Text Placeholder 8"/>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100" b="0">
                <a:solidFill>
                  <a:schemeClr val="tx2"/>
                </a:solidFill>
              </a:defRPr>
            </a:lvl1pPr>
          </a:lstStyle>
          <a:p>
            <a:pPr lvl="0"/>
            <a:r>
              <a:rPr lang="en-US" noProof="0"/>
              <a:t>Click to add subtitle</a:t>
            </a:r>
          </a:p>
        </p:txBody>
      </p:sp>
    </p:spTree>
    <p:extLst>
      <p:ext uri="{BB962C8B-B14F-4D97-AF65-F5344CB8AC3E}">
        <p14:creationId xmlns:p14="http://schemas.microsoft.com/office/powerpoint/2010/main" val="1121498888"/>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Qualifications 2 x 2">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509280" y="1857892"/>
            <a:ext cx="5462016" cy="1695450"/>
          </a:xfrm>
        </p:spPr>
        <p:txBody>
          <a:bodyPr vert="horz" lIns="0" tIns="0" rIns="0" bIns="0" rtlCol="0">
            <a:noAutofit/>
          </a:bodyPr>
          <a:lstStyle>
            <a:lvl1pPr>
              <a:defRPr lang="en-US" noProof="0" dirty="0" smtClean="0"/>
            </a:lvl1pPr>
            <a:lvl2pPr>
              <a:defRPr lang="en-US" noProof="0" dirty="0" smtClean="0"/>
            </a:lvl2pPr>
            <a:lvl3pPr>
              <a:defRPr lang="en-US" b="0" noProof="0" dirty="0" smtClean="0"/>
            </a:lvl3pPr>
            <a:lvl4pPr>
              <a:defRPr lang="en-US" b="0" noProof="0" dirty="0" smtClean="0"/>
            </a:lvl4pPr>
            <a:lvl5pPr>
              <a:defRPr lang="en-US" b="0" noProof="0" dirty="0"/>
            </a:lvl5pPr>
          </a:lstStyle>
          <a:p>
            <a:pPr lvl="0">
              <a:buFontTx/>
              <a:tabLst>
                <a:tab pos="5029200" algn="r"/>
              </a:tabLst>
            </a:pPr>
            <a:r>
              <a:rPr lang="en-US" noProof="0"/>
              <a:t>Click to edit Master text styles</a:t>
            </a:r>
          </a:p>
          <a:p>
            <a:pPr lvl="1">
              <a:buFontTx/>
              <a:tabLst>
                <a:tab pos="5029200" algn="r"/>
              </a:tabLst>
            </a:pPr>
            <a:r>
              <a:rPr lang="en-US" noProof="0"/>
              <a:t>Second level</a:t>
            </a:r>
          </a:p>
          <a:p>
            <a:pPr lvl="2">
              <a:buFontTx/>
              <a:tabLst>
                <a:tab pos="5029200" algn="r"/>
              </a:tabLst>
            </a:pPr>
            <a:r>
              <a:rPr lang="en-US" noProof="0"/>
              <a:t>Third level</a:t>
            </a:r>
          </a:p>
          <a:p>
            <a:pPr lvl="3">
              <a:buFontTx/>
              <a:tabLst>
                <a:tab pos="5029200" algn="r"/>
              </a:tabLst>
            </a:pPr>
            <a:r>
              <a:rPr lang="en-US" noProof="0"/>
              <a:t>Fourth level</a:t>
            </a:r>
          </a:p>
          <a:p>
            <a:pPr lvl="4">
              <a:buFontTx/>
              <a:tabLst>
                <a:tab pos="5029200" algn="r"/>
              </a:tabLst>
            </a:pPr>
            <a:r>
              <a:rPr lang="en-US" noProof="0"/>
              <a:t>Fifth level</a:t>
            </a:r>
          </a:p>
        </p:txBody>
      </p:sp>
      <p:sp>
        <p:nvSpPr>
          <p:cNvPr id="9" name="Text Placeholder 8"/>
          <p:cNvSpPr>
            <a:spLocks noGrp="1"/>
          </p:cNvSpPr>
          <p:nvPr>
            <p:ph type="body" sz="quarter" idx="21"/>
          </p:nvPr>
        </p:nvSpPr>
        <p:spPr>
          <a:xfrm>
            <a:off x="6246195" y="1857892"/>
            <a:ext cx="5462016" cy="1695450"/>
          </a:xfrm>
        </p:spPr>
        <p:txBody>
          <a:bodyPr vert="horz" lIns="0" tIns="0" rIns="0" bIns="0" rtlCol="0">
            <a:noAutofit/>
          </a:bodyPr>
          <a:lstStyle>
            <a:lvl1pPr>
              <a:defRPr lang="en-US" noProof="0" dirty="0" smtClean="0"/>
            </a:lvl1pPr>
            <a:lvl2pPr>
              <a:defRPr lang="en-US" noProof="0" dirty="0" smtClean="0"/>
            </a:lvl2pPr>
            <a:lvl3pPr>
              <a:defRPr lang="en-US" b="0" noProof="0" dirty="0" smtClean="0"/>
            </a:lvl3pPr>
            <a:lvl4pPr>
              <a:defRPr lang="en-US" b="0" noProof="0" dirty="0" smtClean="0"/>
            </a:lvl4pPr>
            <a:lvl5pPr>
              <a:defRPr lang="en-US" b="0" noProof="0" dirty="0"/>
            </a:lvl5pPr>
          </a:lstStyle>
          <a:p>
            <a:pPr lvl="0">
              <a:buFontTx/>
              <a:tabLst>
                <a:tab pos="5029200" algn="r"/>
              </a:tabLst>
            </a:pPr>
            <a:r>
              <a:rPr lang="en-US" noProof="0"/>
              <a:t>Click to edit Master text styles</a:t>
            </a:r>
          </a:p>
          <a:p>
            <a:pPr lvl="1">
              <a:buFontTx/>
              <a:tabLst>
                <a:tab pos="5029200" algn="r"/>
              </a:tabLst>
            </a:pPr>
            <a:r>
              <a:rPr lang="en-US" noProof="0"/>
              <a:t>Second level</a:t>
            </a:r>
          </a:p>
          <a:p>
            <a:pPr lvl="2">
              <a:buFontTx/>
              <a:tabLst>
                <a:tab pos="5029200" algn="r"/>
              </a:tabLst>
            </a:pPr>
            <a:r>
              <a:rPr lang="en-US" noProof="0"/>
              <a:t>Third level</a:t>
            </a:r>
          </a:p>
          <a:p>
            <a:pPr lvl="3">
              <a:buFontTx/>
              <a:tabLst>
                <a:tab pos="5029200" algn="r"/>
              </a:tabLst>
            </a:pPr>
            <a:r>
              <a:rPr lang="en-US" noProof="0"/>
              <a:t>Fourth level</a:t>
            </a:r>
          </a:p>
          <a:p>
            <a:pPr lvl="4">
              <a:buFontTx/>
              <a:tabLst>
                <a:tab pos="5029200" algn="r"/>
              </a:tabLst>
            </a:pPr>
            <a:r>
              <a:rPr lang="en-US" noProof="0"/>
              <a:t>Fifth level</a:t>
            </a:r>
          </a:p>
        </p:txBody>
      </p:sp>
      <p:sp>
        <p:nvSpPr>
          <p:cNvPr id="2" name="Title 1"/>
          <p:cNvSpPr>
            <a:spLocks noGrp="1"/>
          </p:cNvSpPr>
          <p:nvPr>
            <p:ph type="title"/>
          </p:nvPr>
        </p:nvSpPr>
        <p:spPr>
          <a:xfrm>
            <a:off x="501651" y="317502"/>
            <a:ext cx="11188700" cy="334099"/>
          </a:xfrm>
        </p:spPr>
        <p:txBody>
          <a:bodyPr/>
          <a:lstStyle/>
          <a:p>
            <a:r>
              <a:rPr lang="en-US" noProof="0"/>
              <a:t>Click to edit Master title style</a:t>
            </a:r>
          </a:p>
        </p:txBody>
      </p:sp>
      <p:sp>
        <p:nvSpPr>
          <p:cNvPr id="4" name="Rectangle 3"/>
          <p:cNvSpPr/>
          <p:nvPr userDrawn="1"/>
        </p:nvSpPr>
        <p:spPr>
          <a:xfrm>
            <a:off x="509280" y="1705378"/>
            <a:ext cx="5462016"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US" sz="1100">
              <a:solidFill>
                <a:prstClr val="white"/>
              </a:solidFill>
            </a:endParaRPr>
          </a:p>
        </p:txBody>
      </p:sp>
      <p:sp>
        <p:nvSpPr>
          <p:cNvPr id="5" name="Rectangle 4"/>
          <p:cNvSpPr/>
          <p:nvPr userDrawn="1"/>
        </p:nvSpPr>
        <p:spPr>
          <a:xfrm>
            <a:off x="6246195" y="1705378"/>
            <a:ext cx="5462016"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US" sz="1100">
              <a:solidFill>
                <a:prstClr val="white"/>
              </a:solidFill>
            </a:endParaRPr>
          </a:p>
        </p:txBody>
      </p:sp>
      <p:sp>
        <p:nvSpPr>
          <p:cNvPr id="7" name="Picture Placeholder 29"/>
          <p:cNvSpPr>
            <a:spLocks noGrp="1"/>
          </p:cNvSpPr>
          <p:nvPr>
            <p:ph type="pic" sz="quarter" idx="20" hasCustomPrompt="1"/>
          </p:nvPr>
        </p:nvSpPr>
        <p:spPr>
          <a:xfrm>
            <a:off x="10464050" y="1857893"/>
            <a:ext cx="1244161"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noProof="0">
                <a:solidFill>
                  <a:schemeClr val="bg1"/>
                </a:solidFill>
              </a:rPr>
              <a:t>Co-brand</a:t>
            </a:r>
            <a:br>
              <a:rPr lang="en-US" sz="1200" noProof="0">
                <a:solidFill>
                  <a:schemeClr val="bg1"/>
                </a:solidFill>
              </a:rPr>
            </a:br>
            <a:r>
              <a:rPr lang="en-US" sz="1200" noProof="0">
                <a:solidFill>
                  <a:schemeClr val="bg1"/>
                </a:solidFill>
              </a:rPr>
              <a:t>Logo</a:t>
            </a:r>
          </a:p>
          <a:p>
            <a:endParaRPr lang="en-US" noProof="0"/>
          </a:p>
        </p:txBody>
      </p:sp>
      <p:sp>
        <p:nvSpPr>
          <p:cNvPr id="10" name="Text Placeholder 8"/>
          <p:cNvSpPr>
            <a:spLocks noGrp="1"/>
          </p:cNvSpPr>
          <p:nvPr>
            <p:ph type="body" sz="quarter" idx="22"/>
          </p:nvPr>
        </p:nvSpPr>
        <p:spPr>
          <a:xfrm>
            <a:off x="509280" y="4249682"/>
            <a:ext cx="5462016" cy="1695450"/>
          </a:xfrm>
        </p:spPr>
        <p:txBody>
          <a:bodyPr vert="horz" lIns="0" tIns="0" rIns="0" bIns="0" rtlCol="0">
            <a:noAutofit/>
          </a:bodyPr>
          <a:lstStyle>
            <a:lvl1pPr>
              <a:defRPr lang="en-US" noProof="0" dirty="0" smtClean="0"/>
            </a:lvl1pPr>
            <a:lvl2pPr>
              <a:defRPr lang="en-US" noProof="0" dirty="0" smtClean="0"/>
            </a:lvl2pPr>
            <a:lvl3pPr>
              <a:defRPr lang="en-US" b="0" noProof="0" dirty="0" smtClean="0"/>
            </a:lvl3pPr>
            <a:lvl4pPr>
              <a:defRPr lang="en-US" b="0" noProof="0" dirty="0" smtClean="0"/>
            </a:lvl4pPr>
            <a:lvl5pPr>
              <a:defRPr lang="en-US" b="0" noProof="0" dirty="0"/>
            </a:lvl5pPr>
          </a:lstStyle>
          <a:p>
            <a:pPr lvl="0">
              <a:buFontTx/>
              <a:tabLst>
                <a:tab pos="5029200" algn="r"/>
              </a:tabLst>
            </a:pPr>
            <a:r>
              <a:rPr lang="en-US" noProof="0"/>
              <a:t>Click to edit Master text styles</a:t>
            </a:r>
          </a:p>
          <a:p>
            <a:pPr lvl="1">
              <a:buFontTx/>
              <a:tabLst>
                <a:tab pos="5029200" algn="r"/>
              </a:tabLst>
            </a:pPr>
            <a:r>
              <a:rPr lang="en-US" noProof="0"/>
              <a:t>Second level</a:t>
            </a:r>
          </a:p>
          <a:p>
            <a:pPr lvl="2">
              <a:buFontTx/>
              <a:tabLst>
                <a:tab pos="5029200" algn="r"/>
              </a:tabLst>
            </a:pPr>
            <a:r>
              <a:rPr lang="en-US" noProof="0"/>
              <a:t>Third level</a:t>
            </a:r>
          </a:p>
          <a:p>
            <a:pPr lvl="3">
              <a:buFontTx/>
              <a:tabLst>
                <a:tab pos="5029200" algn="r"/>
              </a:tabLst>
            </a:pPr>
            <a:r>
              <a:rPr lang="en-US" noProof="0"/>
              <a:t>Fourth level</a:t>
            </a:r>
          </a:p>
          <a:p>
            <a:pPr lvl="4">
              <a:buFontTx/>
              <a:tabLst>
                <a:tab pos="5029200" algn="r"/>
              </a:tabLst>
            </a:pPr>
            <a:r>
              <a:rPr lang="en-US" noProof="0"/>
              <a:t>Fifth level</a:t>
            </a:r>
          </a:p>
        </p:txBody>
      </p:sp>
      <p:sp>
        <p:nvSpPr>
          <p:cNvPr id="11" name="Text Placeholder 8"/>
          <p:cNvSpPr>
            <a:spLocks noGrp="1"/>
          </p:cNvSpPr>
          <p:nvPr>
            <p:ph type="body" sz="quarter" idx="23"/>
          </p:nvPr>
        </p:nvSpPr>
        <p:spPr>
          <a:xfrm>
            <a:off x="6246195" y="4249682"/>
            <a:ext cx="5462016" cy="1695450"/>
          </a:xfrm>
        </p:spPr>
        <p:txBody>
          <a:bodyPr vert="horz" lIns="0" tIns="0" rIns="0" bIns="0" rtlCol="0">
            <a:noAutofit/>
          </a:bodyPr>
          <a:lstStyle>
            <a:lvl1pPr>
              <a:defRPr lang="en-US" noProof="0" smtClean="0"/>
            </a:lvl1pPr>
            <a:lvl2pPr>
              <a:defRPr lang="en-US" noProof="0" smtClean="0"/>
            </a:lvl2pPr>
            <a:lvl3pPr>
              <a:defRPr lang="en-US" b="0" noProof="0" smtClean="0"/>
            </a:lvl3pPr>
            <a:lvl4pPr>
              <a:defRPr lang="en-US" b="0" noProof="0" smtClean="0"/>
            </a:lvl4pPr>
            <a:lvl5pPr>
              <a:defRPr lang="en-US" b="0" noProof="0" dirty="0"/>
            </a:lvl5pPr>
          </a:lstStyle>
          <a:p>
            <a:pPr lvl="0">
              <a:buFontTx/>
              <a:tabLst>
                <a:tab pos="5029200" algn="r"/>
              </a:tabLst>
            </a:pPr>
            <a:r>
              <a:rPr lang="en-US" noProof="0"/>
              <a:t>Click to edit Master text styles</a:t>
            </a:r>
          </a:p>
          <a:p>
            <a:pPr lvl="1">
              <a:buFontTx/>
              <a:tabLst>
                <a:tab pos="5029200" algn="r"/>
              </a:tabLst>
            </a:pPr>
            <a:r>
              <a:rPr lang="en-US" noProof="0"/>
              <a:t>Second level</a:t>
            </a:r>
          </a:p>
          <a:p>
            <a:pPr lvl="2">
              <a:buFontTx/>
              <a:tabLst>
                <a:tab pos="5029200" algn="r"/>
              </a:tabLst>
            </a:pPr>
            <a:r>
              <a:rPr lang="en-US" noProof="0"/>
              <a:t>Third level</a:t>
            </a:r>
          </a:p>
          <a:p>
            <a:pPr lvl="3">
              <a:buFontTx/>
              <a:tabLst>
                <a:tab pos="5029200" algn="r"/>
              </a:tabLst>
            </a:pPr>
            <a:r>
              <a:rPr lang="en-US" noProof="0"/>
              <a:t>Fourth level</a:t>
            </a:r>
          </a:p>
          <a:p>
            <a:pPr lvl="4">
              <a:buFontTx/>
              <a:tabLst>
                <a:tab pos="5029200" algn="r"/>
              </a:tabLst>
            </a:pPr>
            <a:r>
              <a:rPr lang="en-US" noProof="0"/>
              <a:t>Fifth level</a:t>
            </a:r>
          </a:p>
        </p:txBody>
      </p:sp>
      <p:sp>
        <p:nvSpPr>
          <p:cNvPr id="12" name="Rectangle 11"/>
          <p:cNvSpPr/>
          <p:nvPr userDrawn="1"/>
        </p:nvSpPr>
        <p:spPr>
          <a:xfrm>
            <a:off x="509280" y="4103518"/>
            <a:ext cx="5462016"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US" sz="1100">
              <a:solidFill>
                <a:prstClr val="white"/>
              </a:solidFill>
            </a:endParaRPr>
          </a:p>
        </p:txBody>
      </p:sp>
      <p:sp>
        <p:nvSpPr>
          <p:cNvPr id="13" name="Rectangle 12"/>
          <p:cNvSpPr/>
          <p:nvPr userDrawn="1"/>
        </p:nvSpPr>
        <p:spPr>
          <a:xfrm>
            <a:off x="6246195" y="4103518"/>
            <a:ext cx="5462016"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US" sz="1100">
              <a:solidFill>
                <a:prstClr val="white"/>
              </a:solidFill>
            </a:endParaRPr>
          </a:p>
        </p:txBody>
      </p:sp>
      <p:sp>
        <p:nvSpPr>
          <p:cNvPr id="14" name="Picture Placeholder 29"/>
          <p:cNvSpPr>
            <a:spLocks noGrp="1"/>
          </p:cNvSpPr>
          <p:nvPr>
            <p:ph type="pic" sz="quarter" idx="24" hasCustomPrompt="1"/>
          </p:nvPr>
        </p:nvSpPr>
        <p:spPr>
          <a:xfrm>
            <a:off x="4731915" y="4255707"/>
            <a:ext cx="1239381"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noProof="0">
                <a:solidFill>
                  <a:schemeClr val="bg1"/>
                </a:solidFill>
              </a:rPr>
              <a:t>Co-brand</a:t>
            </a:r>
            <a:br>
              <a:rPr lang="en-US" sz="1200" noProof="0">
                <a:solidFill>
                  <a:schemeClr val="bg1"/>
                </a:solidFill>
              </a:rPr>
            </a:br>
            <a:r>
              <a:rPr lang="en-US" sz="1200" noProof="0">
                <a:solidFill>
                  <a:schemeClr val="bg1"/>
                </a:solidFill>
              </a:rPr>
              <a:t>Logo</a:t>
            </a:r>
          </a:p>
          <a:p>
            <a:endParaRPr lang="en-US" noProof="0"/>
          </a:p>
        </p:txBody>
      </p:sp>
      <p:sp>
        <p:nvSpPr>
          <p:cNvPr id="15" name="Picture Placeholder 29"/>
          <p:cNvSpPr>
            <a:spLocks noGrp="1"/>
          </p:cNvSpPr>
          <p:nvPr>
            <p:ph type="pic" sz="quarter" idx="25" hasCustomPrompt="1"/>
          </p:nvPr>
        </p:nvSpPr>
        <p:spPr>
          <a:xfrm>
            <a:off x="10464051" y="4249683"/>
            <a:ext cx="1244160"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noProof="0">
                <a:solidFill>
                  <a:schemeClr val="bg1"/>
                </a:solidFill>
              </a:rPr>
              <a:t>Co-brand</a:t>
            </a:r>
            <a:br>
              <a:rPr lang="en-US" sz="1200" noProof="0">
                <a:solidFill>
                  <a:schemeClr val="bg1"/>
                </a:solidFill>
              </a:rPr>
            </a:br>
            <a:r>
              <a:rPr lang="en-US" sz="1200" noProof="0">
                <a:solidFill>
                  <a:schemeClr val="bg1"/>
                </a:solidFill>
              </a:rPr>
              <a:t>Logo</a:t>
            </a:r>
          </a:p>
          <a:p>
            <a:endParaRPr lang="en-US" noProof="0"/>
          </a:p>
        </p:txBody>
      </p:sp>
      <p:sp>
        <p:nvSpPr>
          <p:cNvPr id="16" name="Text Placeholder 8"/>
          <p:cNvSpPr>
            <a:spLocks noGrp="1"/>
          </p:cNvSpPr>
          <p:nvPr>
            <p:ph type="body" sz="quarter" idx="13" hasCustomPrompt="1"/>
          </p:nvPr>
        </p:nvSpPr>
        <p:spPr>
          <a:xfrm>
            <a:off x="501651" y="651600"/>
            <a:ext cx="11197501" cy="757255"/>
          </a:xfrm>
          <a:prstGeom prst="rect">
            <a:avLst/>
          </a:prstGeom>
        </p:spPr>
        <p:txBody>
          <a:bodyPr lIns="0" tIns="0" rIns="0" bIns="0">
            <a:noAutofit/>
          </a:bodyPr>
          <a:lstStyle>
            <a:lvl1pPr marL="0" indent="0">
              <a:buNone/>
              <a:defRPr sz="1100" b="0">
                <a:solidFill>
                  <a:srgbClr val="575757"/>
                </a:solidFill>
              </a:defRPr>
            </a:lvl1pPr>
          </a:lstStyle>
          <a:p>
            <a:pPr lvl="0"/>
            <a:r>
              <a:rPr lang="en-US" noProof="0"/>
              <a:t>Click to add subtitle</a:t>
            </a:r>
          </a:p>
        </p:txBody>
      </p:sp>
      <p:sp>
        <p:nvSpPr>
          <p:cNvPr id="17" name="Picture Placeholder 29"/>
          <p:cNvSpPr>
            <a:spLocks noGrp="1"/>
          </p:cNvSpPr>
          <p:nvPr>
            <p:ph type="pic" sz="quarter" idx="19" hasCustomPrompt="1"/>
          </p:nvPr>
        </p:nvSpPr>
        <p:spPr>
          <a:xfrm>
            <a:off x="4761090" y="1863917"/>
            <a:ext cx="1210207"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noProof="0">
                <a:solidFill>
                  <a:schemeClr val="bg1"/>
                </a:solidFill>
              </a:rPr>
              <a:t>Co-brand</a:t>
            </a:r>
            <a:br>
              <a:rPr lang="en-US" sz="1200" noProof="0">
                <a:solidFill>
                  <a:schemeClr val="bg1"/>
                </a:solidFill>
              </a:rPr>
            </a:br>
            <a:r>
              <a:rPr lang="en-US" sz="1200" noProof="0">
                <a:solidFill>
                  <a:schemeClr val="bg1"/>
                </a:solidFill>
              </a:rPr>
              <a:t>Logo</a:t>
            </a:r>
          </a:p>
          <a:p>
            <a:endParaRPr lang="en-US" noProof="0"/>
          </a:p>
        </p:txBody>
      </p:sp>
    </p:spTree>
    <p:extLst>
      <p:ext uri="{BB962C8B-B14F-4D97-AF65-F5344CB8AC3E}">
        <p14:creationId xmlns:p14="http://schemas.microsoft.com/office/powerpoint/2010/main" val="3633054512"/>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3 column green line">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2"/>
            <a:ext cx="11188700" cy="334099"/>
          </a:xfrm>
        </p:spPr>
        <p:txBody>
          <a:bodyPr/>
          <a:lstStyle/>
          <a:p>
            <a:r>
              <a:rPr lang="en-US" noProof="0"/>
              <a:t>Click to edit Master title style</a:t>
            </a:r>
          </a:p>
        </p:txBody>
      </p:sp>
      <p:sp>
        <p:nvSpPr>
          <p:cNvPr id="7" name="Text Placeholder 8"/>
          <p:cNvSpPr>
            <a:spLocks noGrp="1"/>
          </p:cNvSpPr>
          <p:nvPr>
            <p:ph type="body" sz="quarter" idx="17"/>
          </p:nvPr>
        </p:nvSpPr>
        <p:spPr>
          <a:xfrm>
            <a:off x="4327289" y="1851441"/>
            <a:ext cx="3547872" cy="3845754"/>
          </a:xfrm>
        </p:spPr>
        <p:txBody>
          <a:bodyPr vert="horz" lIns="0" tIns="0" rIns="0" bIns="0" rtlCol="0">
            <a:noAutofit/>
          </a:bodyPr>
          <a:lstStyle>
            <a:lvl1pPr>
              <a:defRPr lang="en-US" noProof="0" dirty="0" smtClean="0"/>
            </a:lvl1pPr>
            <a:lvl2pPr>
              <a:defRPr lang="en-US" noProof="0" dirty="0" smtClean="0"/>
            </a:lvl2pPr>
            <a:lvl3pPr>
              <a:defRPr lang="en-US" b="0" noProof="0" dirty="0" smtClean="0"/>
            </a:lvl3pPr>
            <a:lvl4pPr>
              <a:defRPr lang="en-US" b="0" noProof="0" dirty="0" smtClean="0"/>
            </a:lvl4pPr>
            <a:lvl5pPr>
              <a:defRPr lang="en-US" b="0" noProof="0" dirty="0"/>
            </a:lvl5pPr>
          </a:lstStyle>
          <a:p>
            <a:pPr lvl="0">
              <a:buFontTx/>
              <a:tabLst>
                <a:tab pos="5029200" algn="r"/>
              </a:tabLst>
            </a:pPr>
            <a:r>
              <a:rPr lang="en-US" noProof="0"/>
              <a:t>Click to edit Master text styles</a:t>
            </a:r>
          </a:p>
          <a:p>
            <a:pPr lvl="1">
              <a:buFontTx/>
              <a:tabLst>
                <a:tab pos="5029200" algn="r"/>
              </a:tabLst>
            </a:pPr>
            <a:r>
              <a:rPr lang="en-US" noProof="0"/>
              <a:t>Second level</a:t>
            </a:r>
          </a:p>
          <a:p>
            <a:pPr lvl="2">
              <a:buFontTx/>
              <a:tabLst>
                <a:tab pos="5029200" algn="r"/>
              </a:tabLst>
            </a:pPr>
            <a:r>
              <a:rPr lang="en-US" noProof="0"/>
              <a:t>Third level</a:t>
            </a:r>
          </a:p>
          <a:p>
            <a:pPr lvl="3">
              <a:buFontTx/>
              <a:tabLst>
                <a:tab pos="5029200" algn="r"/>
              </a:tabLst>
            </a:pPr>
            <a:r>
              <a:rPr lang="en-US" noProof="0"/>
              <a:t>Fourth level</a:t>
            </a:r>
          </a:p>
          <a:p>
            <a:pPr lvl="4">
              <a:buFontTx/>
              <a:tabLst>
                <a:tab pos="5029200" algn="r"/>
              </a:tabLst>
            </a:pPr>
            <a:r>
              <a:rPr lang="en-US" noProof="0"/>
              <a:t>Fifth level</a:t>
            </a:r>
          </a:p>
        </p:txBody>
      </p:sp>
      <p:sp>
        <p:nvSpPr>
          <p:cNvPr id="8" name="Text Placeholder 8"/>
          <p:cNvSpPr>
            <a:spLocks noGrp="1"/>
          </p:cNvSpPr>
          <p:nvPr>
            <p:ph type="body" sz="quarter" idx="18"/>
          </p:nvPr>
        </p:nvSpPr>
        <p:spPr>
          <a:xfrm>
            <a:off x="504000" y="1851441"/>
            <a:ext cx="3547872" cy="3845754"/>
          </a:xfrm>
        </p:spPr>
        <p:txBody>
          <a:bodyPr vert="horz" lIns="0" tIns="0" rIns="0" bIns="0" rtlCol="0">
            <a:noAutofit/>
          </a:bodyPr>
          <a:lstStyle>
            <a:lvl1pPr>
              <a:defRPr lang="en-US" noProof="0" dirty="0" smtClean="0"/>
            </a:lvl1pPr>
            <a:lvl2pPr>
              <a:defRPr lang="en-US" noProof="0" dirty="0" smtClean="0"/>
            </a:lvl2pPr>
            <a:lvl3pPr>
              <a:defRPr lang="en-US" b="0" noProof="0" dirty="0" smtClean="0"/>
            </a:lvl3pPr>
            <a:lvl4pPr>
              <a:defRPr lang="en-US" b="0" noProof="0" dirty="0" smtClean="0"/>
            </a:lvl4pPr>
            <a:lvl5pPr>
              <a:defRPr lang="en-US" b="0" noProof="0" dirty="0"/>
            </a:lvl5pPr>
          </a:lstStyle>
          <a:p>
            <a:pPr lvl="0">
              <a:buFontTx/>
              <a:tabLst>
                <a:tab pos="5029200" algn="r"/>
              </a:tabLst>
            </a:pPr>
            <a:r>
              <a:rPr lang="en-US" noProof="0"/>
              <a:t>Click to edit Master text styles</a:t>
            </a:r>
          </a:p>
          <a:p>
            <a:pPr lvl="1">
              <a:buFontTx/>
              <a:tabLst>
                <a:tab pos="5029200" algn="r"/>
              </a:tabLst>
            </a:pPr>
            <a:r>
              <a:rPr lang="en-US" noProof="0"/>
              <a:t>Second level</a:t>
            </a:r>
          </a:p>
          <a:p>
            <a:pPr lvl="2">
              <a:buFontTx/>
              <a:tabLst>
                <a:tab pos="5029200" algn="r"/>
              </a:tabLst>
            </a:pPr>
            <a:r>
              <a:rPr lang="en-US" noProof="0"/>
              <a:t>Third level</a:t>
            </a:r>
          </a:p>
          <a:p>
            <a:pPr lvl="3">
              <a:buFontTx/>
              <a:tabLst>
                <a:tab pos="5029200" algn="r"/>
              </a:tabLst>
            </a:pPr>
            <a:r>
              <a:rPr lang="en-US" noProof="0"/>
              <a:t>Fourth level</a:t>
            </a:r>
          </a:p>
          <a:p>
            <a:pPr lvl="4">
              <a:buFontTx/>
              <a:tabLst>
                <a:tab pos="5029200" algn="r"/>
              </a:tabLst>
            </a:pPr>
            <a:r>
              <a:rPr lang="en-US" noProof="0"/>
              <a:t>Fifth level</a:t>
            </a:r>
          </a:p>
        </p:txBody>
      </p:sp>
      <p:sp>
        <p:nvSpPr>
          <p:cNvPr id="9" name="Text Placeholder 8"/>
          <p:cNvSpPr>
            <a:spLocks noGrp="1"/>
          </p:cNvSpPr>
          <p:nvPr>
            <p:ph type="body" sz="quarter" idx="19"/>
          </p:nvPr>
        </p:nvSpPr>
        <p:spPr>
          <a:xfrm>
            <a:off x="8150577" y="1851441"/>
            <a:ext cx="3547872" cy="3845754"/>
          </a:xfrm>
        </p:spPr>
        <p:txBody>
          <a:bodyPr vert="horz" lIns="0" tIns="0" rIns="0" bIns="0" rtlCol="0">
            <a:noAutofit/>
          </a:bodyPr>
          <a:lstStyle>
            <a:lvl1pPr>
              <a:defRPr lang="en-US" noProof="0" dirty="0" smtClean="0"/>
            </a:lvl1pPr>
            <a:lvl2pPr>
              <a:defRPr lang="en-US" noProof="0" dirty="0" smtClean="0"/>
            </a:lvl2pPr>
            <a:lvl3pPr>
              <a:defRPr lang="en-US" b="0" noProof="0" dirty="0" smtClean="0"/>
            </a:lvl3pPr>
            <a:lvl4pPr>
              <a:defRPr lang="en-US" b="0" noProof="0" dirty="0" smtClean="0"/>
            </a:lvl4pPr>
            <a:lvl5pPr>
              <a:defRPr lang="en-US" b="0" noProof="0" dirty="0"/>
            </a:lvl5pPr>
          </a:lstStyle>
          <a:p>
            <a:pPr lvl="0">
              <a:buFontTx/>
              <a:tabLst>
                <a:tab pos="5029200" algn="r"/>
              </a:tabLst>
            </a:pPr>
            <a:r>
              <a:rPr lang="en-US" noProof="0"/>
              <a:t>Click to edit Master text styles</a:t>
            </a:r>
          </a:p>
          <a:p>
            <a:pPr lvl="1">
              <a:buFontTx/>
              <a:tabLst>
                <a:tab pos="5029200" algn="r"/>
              </a:tabLst>
            </a:pPr>
            <a:r>
              <a:rPr lang="en-US" noProof="0"/>
              <a:t>Second level</a:t>
            </a:r>
          </a:p>
          <a:p>
            <a:pPr lvl="2">
              <a:buFontTx/>
              <a:tabLst>
                <a:tab pos="5029200" algn="r"/>
              </a:tabLst>
            </a:pPr>
            <a:r>
              <a:rPr lang="en-US" noProof="0"/>
              <a:t>Third level</a:t>
            </a:r>
          </a:p>
          <a:p>
            <a:pPr lvl="3">
              <a:buFontTx/>
              <a:tabLst>
                <a:tab pos="5029200" algn="r"/>
              </a:tabLst>
            </a:pPr>
            <a:r>
              <a:rPr lang="en-US" noProof="0"/>
              <a:t>Fourth level</a:t>
            </a:r>
          </a:p>
          <a:p>
            <a:pPr lvl="4">
              <a:buFontTx/>
              <a:tabLst>
                <a:tab pos="5029200" algn="r"/>
              </a:tabLst>
            </a:pPr>
            <a:r>
              <a:rPr lang="en-US" noProof="0"/>
              <a:t>Fifth level</a:t>
            </a:r>
          </a:p>
        </p:txBody>
      </p:sp>
      <p:sp>
        <p:nvSpPr>
          <p:cNvPr id="10" name="Text Placeholder 8"/>
          <p:cNvSpPr>
            <a:spLocks noGrp="1"/>
          </p:cNvSpPr>
          <p:nvPr>
            <p:ph type="body" sz="quarter" idx="13" hasCustomPrompt="1"/>
          </p:nvPr>
        </p:nvSpPr>
        <p:spPr>
          <a:xfrm>
            <a:off x="501651" y="651600"/>
            <a:ext cx="11162349" cy="757255"/>
          </a:xfrm>
          <a:prstGeom prst="rect">
            <a:avLst/>
          </a:prstGeom>
        </p:spPr>
        <p:txBody>
          <a:bodyPr lIns="0" tIns="0" rIns="0" bIns="0">
            <a:noAutofit/>
          </a:bodyPr>
          <a:lstStyle>
            <a:lvl1pPr marL="0" indent="0">
              <a:buNone/>
              <a:defRPr sz="1100" b="0">
                <a:solidFill>
                  <a:schemeClr val="tx2"/>
                </a:solidFill>
              </a:defRPr>
            </a:lvl1pPr>
          </a:lstStyle>
          <a:p>
            <a:pPr lvl="0"/>
            <a:r>
              <a:rPr lang="en-US" noProof="0"/>
              <a:t>Click to add subtitle</a:t>
            </a:r>
          </a:p>
        </p:txBody>
      </p:sp>
    </p:spTree>
    <p:extLst>
      <p:ext uri="{BB962C8B-B14F-4D97-AF65-F5344CB8AC3E}">
        <p14:creationId xmlns:p14="http://schemas.microsoft.com/office/powerpoint/2010/main" val="1815886521"/>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4 column icon">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2"/>
            <a:ext cx="11188700" cy="334099"/>
          </a:xfrm>
        </p:spPr>
        <p:txBody>
          <a:bodyPr/>
          <a:lstStyle/>
          <a:p>
            <a:r>
              <a:rPr lang="en-US" noProof="0"/>
              <a:t>Click to edit Master title style</a:t>
            </a:r>
          </a:p>
        </p:txBody>
      </p:sp>
      <p:sp>
        <p:nvSpPr>
          <p:cNvPr id="4" name="Text Placeholder 8"/>
          <p:cNvSpPr>
            <a:spLocks noGrp="1"/>
          </p:cNvSpPr>
          <p:nvPr>
            <p:ph type="body" sz="quarter" idx="17"/>
          </p:nvPr>
        </p:nvSpPr>
        <p:spPr>
          <a:xfrm>
            <a:off x="504000" y="2556000"/>
            <a:ext cx="2592000" cy="3394800"/>
          </a:xfrm>
        </p:spPr>
        <p:txBody>
          <a:bodyPr vert="horz" lIns="0" tIns="0" rIns="0" bIns="0" rtlCol="0">
            <a:noAutofit/>
          </a:bodyPr>
          <a:lstStyle>
            <a:lvl1pPr>
              <a:defRPr lang="en-US" noProof="0" dirty="0" smtClean="0"/>
            </a:lvl1pPr>
            <a:lvl2pPr>
              <a:defRPr lang="en-US" noProof="0" dirty="0" smtClean="0"/>
            </a:lvl2pPr>
            <a:lvl3pPr>
              <a:defRPr lang="en-US" b="0" noProof="0" dirty="0" smtClean="0"/>
            </a:lvl3pPr>
            <a:lvl4pPr>
              <a:defRPr lang="en-US" b="0" noProof="0" dirty="0" smtClean="0"/>
            </a:lvl4pPr>
            <a:lvl5pPr>
              <a:defRPr lang="en-US" b="0" noProof="0" dirty="0"/>
            </a:lvl5pPr>
          </a:lstStyle>
          <a:p>
            <a:pPr lvl="0">
              <a:buFontTx/>
              <a:tabLst>
                <a:tab pos="5029200" algn="r"/>
              </a:tabLst>
            </a:pPr>
            <a:r>
              <a:rPr lang="en-US" noProof="0"/>
              <a:t>Click to edit Master text styles</a:t>
            </a:r>
          </a:p>
          <a:p>
            <a:pPr lvl="1">
              <a:buFontTx/>
              <a:tabLst>
                <a:tab pos="5029200" algn="r"/>
              </a:tabLst>
            </a:pPr>
            <a:r>
              <a:rPr lang="en-US" noProof="0"/>
              <a:t>Second level</a:t>
            </a:r>
          </a:p>
          <a:p>
            <a:pPr lvl="2">
              <a:buFontTx/>
              <a:tabLst>
                <a:tab pos="5029200" algn="r"/>
              </a:tabLst>
            </a:pPr>
            <a:r>
              <a:rPr lang="en-US" noProof="0"/>
              <a:t>Third level</a:t>
            </a:r>
          </a:p>
          <a:p>
            <a:pPr lvl="3">
              <a:buFontTx/>
              <a:tabLst>
                <a:tab pos="5029200" algn="r"/>
              </a:tabLst>
            </a:pPr>
            <a:r>
              <a:rPr lang="en-US" noProof="0"/>
              <a:t>Fourth level</a:t>
            </a:r>
          </a:p>
          <a:p>
            <a:pPr lvl="4">
              <a:buFontTx/>
              <a:tabLst>
                <a:tab pos="5029200" algn="r"/>
              </a:tabLst>
            </a:pPr>
            <a:r>
              <a:rPr lang="en-US" noProof="0"/>
              <a:t>Fifth level</a:t>
            </a:r>
          </a:p>
        </p:txBody>
      </p:sp>
      <p:sp>
        <p:nvSpPr>
          <p:cNvPr id="5" name="Text Placeholder 8"/>
          <p:cNvSpPr>
            <a:spLocks noGrp="1"/>
          </p:cNvSpPr>
          <p:nvPr>
            <p:ph type="body" sz="quarter" idx="18"/>
          </p:nvPr>
        </p:nvSpPr>
        <p:spPr>
          <a:xfrm>
            <a:off x="9096836" y="2556000"/>
            <a:ext cx="2592000" cy="3394800"/>
          </a:xfrm>
        </p:spPr>
        <p:txBody>
          <a:bodyPr vert="horz" lIns="0" tIns="0" rIns="0" bIns="0" rtlCol="0">
            <a:noAutofit/>
          </a:bodyPr>
          <a:lstStyle>
            <a:lvl1pPr>
              <a:defRPr lang="en-US" noProof="0" dirty="0" smtClean="0"/>
            </a:lvl1pPr>
            <a:lvl2pPr>
              <a:defRPr lang="en-US" noProof="0" dirty="0" smtClean="0"/>
            </a:lvl2pPr>
            <a:lvl3pPr>
              <a:defRPr lang="en-US" b="0" noProof="0" dirty="0" smtClean="0"/>
            </a:lvl3pPr>
            <a:lvl4pPr>
              <a:defRPr lang="en-US" b="0" noProof="0" dirty="0" smtClean="0"/>
            </a:lvl4pPr>
            <a:lvl5pPr>
              <a:defRPr lang="en-US" b="0" noProof="0" dirty="0"/>
            </a:lvl5pPr>
          </a:lstStyle>
          <a:p>
            <a:pPr lvl="0">
              <a:buFontTx/>
              <a:tabLst>
                <a:tab pos="5029200" algn="r"/>
              </a:tabLst>
            </a:pPr>
            <a:r>
              <a:rPr lang="en-US" noProof="0"/>
              <a:t>Click to edit Master text styles</a:t>
            </a:r>
          </a:p>
          <a:p>
            <a:pPr lvl="1">
              <a:buFontTx/>
              <a:tabLst>
                <a:tab pos="5029200" algn="r"/>
              </a:tabLst>
            </a:pPr>
            <a:r>
              <a:rPr lang="en-US" noProof="0"/>
              <a:t>Second level</a:t>
            </a:r>
          </a:p>
          <a:p>
            <a:pPr lvl="2">
              <a:buFontTx/>
              <a:tabLst>
                <a:tab pos="5029200" algn="r"/>
              </a:tabLst>
            </a:pPr>
            <a:r>
              <a:rPr lang="en-US" noProof="0"/>
              <a:t>Third level</a:t>
            </a:r>
          </a:p>
          <a:p>
            <a:pPr lvl="3">
              <a:buFontTx/>
              <a:tabLst>
                <a:tab pos="5029200" algn="r"/>
              </a:tabLst>
            </a:pPr>
            <a:r>
              <a:rPr lang="en-US" noProof="0"/>
              <a:t>Fourth level</a:t>
            </a:r>
          </a:p>
          <a:p>
            <a:pPr lvl="4">
              <a:buFontTx/>
              <a:tabLst>
                <a:tab pos="5029200" algn="r"/>
              </a:tabLst>
            </a:pPr>
            <a:r>
              <a:rPr lang="en-US" noProof="0"/>
              <a:t>Fifth level</a:t>
            </a:r>
          </a:p>
        </p:txBody>
      </p:sp>
      <p:sp>
        <p:nvSpPr>
          <p:cNvPr id="6" name="Text Placeholder 8"/>
          <p:cNvSpPr>
            <a:spLocks noGrp="1"/>
          </p:cNvSpPr>
          <p:nvPr>
            <p:ph type="body" sz="quarter" idx="19"/>
          </p:nvPr>
        </p:nvSpPr>
        <p:spPr>
          <a:xfrm>
            <a:off x="3368279" y="2556000"/>
            <a:ext cx="2592000" cy="3394800"/>
          </a:xfrm>
        </p:spPr>
        <p:txBody>
          <a:bodyPr vert="horz" lIns="0" tIns="0" rIns="0" bIns="0" rtlCol="0">
            <a:noAutofit/>
          </a:bodyPr>
          <a:lstStyle>
            <a:lvl1pPr>
              <a:defRPr lang="en-US" noProof="0" dirty="0" smtClean="0"/>
            </a:lvl1pPr>
            <a:lvl2pPr>
              <a:defRPr lang="en-US" noProof="0" dirty="0" smtClean="0"/>
            </a:lvl2pPr>
            <a:lvl3pPr>
              <a:defRPr lang="en-US" b="0" noProof="0" dirty="0" smtClean="0"/>
            </a:lvl3pPr>
            <a:lvl4pPr>
              <a:defRPr lang="en-US" b="0" noProof="0" dirty="0" smtClean="0"/>
            </a:lvl4pPr>
            <a:lvl5pPr>
              <a:defRPr lang="en-US" b="0" noProof="0" dirty="0"/>
            </a:lvl5pPr>
          </a:lstStyle>
          <a:p>
            <a:pPr lvl="0">
              <a:buFontTx/>
              <a:tabLst>
                <a:tab pos="5029200" algn="r"/>
              </a:tabLst>
            </a:pPr>
            <a:r>
              <a:rPr lang="en-US" noProof="0"/>
              <a:t>Click to edit Master text styles</a:t>
            </a:r>
          </a:p>
          <a:p>
            <a:pPr lvl="1">
              <a:buFontTx/>
              <a:tabLst>
                <a:tab pos="5029200" algn="r"/>
              </a:tabLst>
            </a:pPr>
            <a:r>
              <a:rPr lang="en-US" noProof="0"/>
              <a:t>Second level</a:t>
            </a:r>
          </a:p>
          <a:p>
            <a:pPr lvl="2">
              <a:buFontTx/>
              <a:tabLst>
                <a:tab pos="5029200" algn="r"/>
              </a:tabLst>
            </a:pPr>
            <a:r>
              <a:rPr lang="en-US" noProof="0"/>
              <a:t>Third level</a:t>
            </a:r>
          </a:p>
          <a:p>
            <a:pPr lvl="3">
              <a:buFontTx/>
              <a:tabLst>
                <a:tab pos="5029200" algn="r"/>
              </a:tabLst>
            </a:pPr>
            <a:r>
              <a:rPr lang="en-US" noProof="0"/>
              <a:t>Fourth level</a:t>
            </a:r>
          </a:p>
          <a:p>
            <a:pPr lvl="4">
              <a:buFontTx/>
              <a:tabLst>
                <a:tab pos="5029200" algn="r"/>
              </a:tabLst>
            </a:pPr>
            <a:r>
              <a:rPr lang="en-US" noProof="0"/>
              <a:t>Fifth level</a:t>
            </a:r>
          </a:p>
        </p:txBody>
      </p:sp>
      <p:sp>
        <p:nvSpPr>
          <p:cNvPr id="7" name="Text Placeholder 8"/>
          <p:cNvSpPr>
            <a:spLocks noGrp="1"/>
          </p:cNvSpPr>
          <p:nvPr>
            <p:ph type="body" sz="quarter" idx="20"/>
          </p:nvPr>
        </p:nvSpPr>
        <p:spPr>
          <a:xfrm>
            <a:off x="6232557" y="2556000"/>
            <a:ext cx="2592000" cy="3394800"/>
          </a:xfrm>
        </p:spPr>
        <p:txBody>
          <a:bodyPr vert="horz" lIns="0" tIns="0" rIns="0" bIns="0" rtlCol="0">
            <a:noAutofit/>
          </a:bodyPr>
          <a:lstStyle>
            <a:lvl1pPr>
              <a:defRPr lang="en-US" noProof="0" dirty="0" smtClean="0"/>
            </a:lvl1pPr>
            <a:lvl2pPr>
              <a:defRPr lang="en-US" noProof="0" dirty="0" smtClean="0"/>
            </a:lvl2pPr>
            <a:lvl3pPr>
              <a:defRPr lang="en-US" b="0" noProof="0" dirty="0" smtClean="0"/>
            </a:lvl3pPr>
            <a:lvl4pPr>
              <a:defRPr lang="en-US" b="0" noProof="0" dirty="0" smtClean="0"/>
            </a:lvl4pPr>
            <a:lvl5pPr>
              <a:defRPr lang="en-US" b="0" noProof="0" dirty="0"/>
            </a:lvl5pPr>
          </a:lstStyle>
          <a:p>
            <a:pPr lvl="0">
              <a:buFontTx/>
              <a:tabLst>
                <a:tab pos="5029200" algn="r"/>
              </a:tabLst>
            </a:pPr>
            <a:r>
              <a:rPr lang="en-US" noProof="0"/>
              <a:t>Click to edit Master text styles</a:t>
            </a:r>
          </a:p>
          <a:p>
            <a:pPr lvl="1">
              <a:buFontTx/>
              <a:tabLst>
                <a:tab pos="5029200" algn="r"/>
              </a:tabLst>
            </a:pPr>
            <a:r>
              <a:rPr lang="en-US" noProof="0"/>
              <a:t>Second level</a:t>
            </a:r>
          </a:p>
          <a:p>
            <a:pPr lvl="2">
              <a:buFontTx/>
              <a:tabLst>
                <a:tab pos="5029200" algn="r"/>
              </a:tabLst>
            </a:pPr>
            <a:r>
              <a:rPr lang="en-US" noProof="0"/>
              <a:t>Third level</a:t>
            </a:r>
          </a:p>
          <a:p>
            <a:pPr lvl="3">
              <a:buFontTx/>
              <a:tabLst>
                <a:tab pos="5029200" algn="r"/>
              </a:tabLst>
            </a:pPr>
            <a:r>
              <a:rPr lang="en-US" noProof="0"/>
              <a:t>Fourth level</a:t>
            </a:r>
          </a:p>
          <a:p>
            <a:pPr lvl="4">
              <a:buFontTx/>
              <a:tabLst>
                <a:tab pos="5029200" algn="r"/>
              </a:tabLst>
            </a:pPr>
            <a:r>
              <a:rPr lang="en-US" noProof="0"/>
              <a:t>Fifth level</a:t>
            </a:r>
          </a:p>
        </p:txBody>
      </p:sp>
      <p:sp>
        <p:nvSpPr>
          <p:cNvPr id="8" name="Text Placeholder 8"/>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100" b="0">
                <a:solidFill>
                  <a:schemeClr val="tx2"/>
                </a:solidFill>
              </a:defRPr>
            </a:lvl1pPr>
          </a:lstStyle>
          <a:p>
            <a:pPr lvl="0"/>
            <a:r>
              <a:rPr lang="en-US" noProof="0"/>
              <a:t>Click to add subtitle</a:t>
            </a:r>
          </a:p>
        </p:txBody>
      </p:sp>
    </p:spTree>
    <p:extLst>
      <p:ext uri="{BB962C8B-B14F-4D97-AF65-F5344CB8AC3E}">
        <p14:creationId xmlns:p14="http://schemas.microsoft.com/office/powerpoint/2010/main" val="310106868"/>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preserve="1" userDrawn="1">
  <p:cSld name="4 column icon green">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01650" y="317500"/>
            <a:ext cx="11188701" cy="370193"/>
          </a:xfrm>
        </p:spPr>
        <p:txBody>
          <a:bodyPr/>
          <a:lstStyle>
            <a:lvl1pPr>
              <a:defRPr>
                <a:solidFill>
                  <a:schemeClr val="bg1"/>
                </a:solidFill>
              </a:defRPr>
            </a:lvl1pPr>
          </a:lstStyle>
          <a:p>
            <a:r>
              <a:rPr lang="en-US" noProof="0"/>
              <a:t>Click to edit Master title style</a:t>
            </a:r>
          </a:p>
        </p:txBody>
      </p:sp>
      <p:sp>
        <p:nvSpPr>
          <p:cNvPr id="4" name="Text Placeholder 8"/>
          <p:cNvSpPr>
            <a:spLocks noGrp="1"/>
          </p:cNvSpPr>
          <p:nvPr>
            <p:ph type="body" sz="quarter" idx="17"/>
          </p:nvPr>
        </p:nvSpPr>
        <p:spPr>
          <a:xfrm>
            <a:off x="504000" y="2556000"/>
            <a:ext cx="2592000" cy="3394800"/>
          </a:xfrm>
        </p:spPr>
        <p:txBody>
          <a:bodyPr vert="horz" lIns="0" tIns="0" rIns="0" bIns="0" rtlCol="0">
            <a:noAutofit/>
          </a:bodyPr>
          <a:lstStyle>
            <a:lvl1pPr>
              <a:defRPr lang="en-US" noProof="0" smtClean="0">
                <a:solidFill>
                  <a:schemeClr val="bg1"/>
                </a:solidFill>
              </a:defRPr>
            </a:lvl1pPr>
            <a:lvl2pPr>
              <a:defRPr lang="en-US" noProof="0" smtClean="0">
                <a:solidFill>
                  <a:schemeClr val="bg1"/>
                </a:solidFill>
              </a:defRPr>
            </a:lvl2pPr>
            <a:lvl3pPr>
              <a:defRPr lang="en-US" b="0" noProof="0" smtClean="0">
                <a:solidFill>
                  <a:schemeClr val="bg1"/>
                </a:solidFill>
              </a:defRPr>
            </a:lvl3pPr>
            <a:lvl4pPr>
              <a:defRPr lang="en-US" b="0" noProof="0" smtClean="0">
                <a:solidFill>
                  <a:schemeClr val="bg1"/>
                </a:solidFill>
              </a:defRPr>
            </a:lvl4pPr>
            <a:lvl5pPr>
              <a:defRPr lang="en-US" b="0" noProof="0" dirty="0">
                <a:solidFill>
                  <a:schemeClr val="bg1"/>
                </a:solidFill>
              </a:defRPr>
            </a:lvl5pPr>
          </a:lstStyle>
          <a:p>
            <a:pPr lvl="0">
              <a:buFontTx/>
              <a:tabLst>
                <a:tab pos="5029200" algn="r"/>
              </a:tabLst>
            </a:pPr>
            <a:r>
              <a:rPr lang="en-US" noProof="0"/>
              <a:t>Click to edit Master text styles</a:t>
            </a:r>
          </a:p>
          <a:p>
            <a:pPr lvl="1">
              <a:buFontTx/>
              <a:tabLst>
                <a:tab pos="5029200" algn="r"/>
              </a:tabLst>
            </a:pPr>
            <a:r>
              <a:rPr lang="en-US" noProof="0"/>
              <a:t>Second level</a:t>
            </a:r>
          </a:p>
          <a:p>
            <a:pPr lvl="2">
              <a:buFontTx/>
              <a:tabLst>
                <a:tab pos="5029200" algn="r"/>
              </a:tabLst>
            </a:pPr>
            <a:r>
              <a:rPr lang="en-US" noProof="0"/>
              <a:t>Third level</a:t>
            </a:r>
          </a:p>
          <a:p>
            <a:pPr lvl="3">
              <a:buFontTx/>
              <a:tabLst>
                <a:tab pos="5029200" algn="r"/>
              </a:tabLst>
            </a:pPr>
            <a:r>
              <a:rPr lang="en-US" noProof="0"/>
              <a:t>Fourth level</a:t>
            </a:r>
          </a:p>
          <a:p>
            <a:pPr lvl="4">
              <a:buFontTx/>
              <a:tabLst>
                <a:tab pos="5029200" algn="r"/>
              </a:tabLst>
            </a:pPr>
            <a:r>
              <a:rPr lang="en-US" noProof="0"/>
              <a:t>Fifth level</a:t>
            </a:r>
          </a:p>
        </p:txBody>
      </p:sp>
      <p:sp>
        <p:nvSpPr>
          <p:cNvPr id="5" name="Text Placeholder 8"/>
          <p:cNvSpPr>
            <a:spLocks noGrp="1"/>
          </p:cNvSpPr>
          <p:nvPr>
            <p:ph type="body" sz="quarter" idx="18"/>
          </p:nvPr>
        </p:nvSpPr>
        <p:spPr>
          <a:xfrm>
            <a:off x="9100752" y="2556000"/>
            <a:ext cx="2592000" cy="3394800"/>
          </a:xfrm>
        </p:spPr>
        <p:txBody>
          <a:bodyPr vert="horz" lIns="0" tIns="0" rIns="0" bIns="0" rtlCol="0">
            <a:noAutofit/>
          </a:bodyPr>
          <a:lstStyle>
            <a:lvl1pPr>
              <a:defRPr lang="en-US" noProof="0" smtClean="0">
                <a:solidFill>
                  <a:schemeClr val="bg1"/>
                </a:solidFill>
              </a:defRPr>
            </a:lvl1pPr>
            <a:lvl2pPr>
              <a:defRPr lang="en-US" noProof="0" smtClean="0">
                <a:solidFill>
                  <a:schemeClr val="bg1"/>
                </a:solidFill>
              </a:defRPr>
            </a:lvl2pPr>
            <a:lvl3pPr>
              <a:defRPr lang="en-US" b="0" noProof="0" smtClean="0">
                <a:solidFill>
                  <a:schemeClr val="bg1"/>
                </a:solidFill>
              </a:defRPr>
            </a:lvl3pPr>
            <a:lvl4pPr>
              <a:defRPr lang="en-US" b="0" noProof="0" smtClean="0">
                <a:solidFill>
                  <a:schemeClr val="bg1"/>
                </a:solidFill>
              </a:defRPr>
            </a:lvl4pPr>
            <a:lvl5pPr>
              <a:defRPr lang="en-US" b="0" noProof="0" dirty="0">
                <a:solidFill>
                  <a:schemeClr val="bg1"/>
                </a:solidFill>
              </a:defRPr>
            </a:lvl5pPr>
          </a:lstStyle>
          <a:p>
            <a:pPr lvl="0">
              <a:buFontTx/>
              <a:tabLst>
                <a:tab pos="5029200" algn="r"/>
              </a:tabLst>
            </a:pPr>
            <a:r>
              <a:rPr lang="en-US" noProof="0"/>
              <a:t>Click to edit Master text styles</a:t>
            </a:r>
          </a:p>
          <a:p>
            <a:pPr lvl="1">
              <a:buFontTx/>
              <a:tabLst>
                <a:tab pos="5029200" algn="r"/>
              </a:tabLst>
            </a:pPr>
            <a:r>
              <a:rPr lang="en-US" noProof="0"/>
              <a:t>Second level</a:t>
            </a:r>
          </a:p>
          <a:p>
            <a:pPr lvl="2">
              <a:buFontTx/>
              <a:tabLst>
                <a:tab pos="5029200" algn="r"/>
              </a:tabLst>
            </a:pPr>
            <a:r>
              <a:rPr lang="en-US" noProof="0"/>
              <a:t>Third level</a:t>
            </a:r>
          </a:p>
          <a:p>
            <a:pPr lvl="3">
              <a:buFontTx/>
              <a:tabLst>
                <a:tab pos="5029200" algn="r"/>
              </a:tabLst>
            </a:pPr>
            <a:r>
              <a:rPr lang="en-US" noProof="0"/>
              <a:t>Fourth level</a:t>
            </a:r>
          </a:p>
          <a:p>
            <a:pPr lvl="4">
              <a:buFontTx/>
              <a:tabLst>
                <a:tab pos="5029200" algn="r"/>
              </a:tabLst>
            </a:pPr>
            <a:r>
              <a:rPr lang="en-US" noProof="0"/>
              <a:t>Fifth level</a:t>
            </a:r>
          </a:p>
        </p:txBody>
      </p:sp>
      <p:sp>
        <p:nvSpPr>
          <p:cNvPr id="6" name="Text Placeholder 8"/>
          <p:cNvSpPr>
            <a:spLocks noGrp="1"/>
          </p:cNvSpPr>
          <p:nvPr>
            <p:ph type="body" sz="quarter" idx="19"/>
          </p:nvPr>
        </p:nvSpPr>
        <p:spPr>
          <a:xfrm>
            <a:off x="3369584" y="2556000"/>
            <a:ext cx="2592000" cy="3394800"/>
          </a:xfrm>
        </p:spPr>
        <p:txBody>
          <a:bodyPr vert="horz" lIns="0" tIns="0" rIns="0" bIns="0" rtlCol="0">
            <a:noAutofit/>
          </a:bodyPr>
          <a:lstStyle>
            <a:lvl1pPr>
              <a:defRPr lang="en-US" noProof="0" smtClean="0">
                <a:solidFill>
                  <a:schemeClr val="bg1"/>
                </a:solidFill>
              </a:defRPr>
            </a:lvl1pPr>
            <a:lvl2pPr>
              <a:defRPr lang="en-US" noProof="0" smtClean="0">
                <a:solidFill>
                  <a:schemeClr val="bg1"/>
                </a:solidFill>
              </a:defRPr>
            </a:lvl2pPr>
            <a:lvl3pPr>
              <a:defRPr lang="en-US" b="0" noProof="0" smtClean="0">
                <a:solidFill>
                  <a:schemeClr val="bg1"/>
                </a:solidFill>
              </a:defRPr>
            </a:lvl3pPr>
            <a:lvl4pPr>
              <a:defRPr lang="en-US" b="0" noProof="0" smtClean="0">
                <a:solidFill>
                  <a:schemeClr val="bg1"/>
                </a:solidFill>
              </a:defRPr>
            </a:lvl4pPr>
            <a:lvl5pPr>
              <a:defRPr lang="en-US" b="0" noProof="0" dirty="0">
                <a:solidFill>
                  <a:schemeClr val="bg1"/>
                </a:solidFill>
              </a:defRPr>
            </a:lvl5pPr>
          </a:lstStyle>
          <a:p>
            <a:pPr lvl="0">
              <a:buFontTx/>
              <a:tabLst>
                <a:tab pos="5029200" algn="r"/>
              </a:tabLst>
            </a:pPr>
            <a:r>
              <a:rPr lang="en-US" noProof="0"/>
              <a:t>Click to edit Master text styles</a:t>
            </a:r>
          </a:p>
          <a:p>
            <a:pPr lvl="1">
              <a:buFontTx/>
              <a:tabLst>
                <a:tab pos="5029200" algn="r"/>
              </a:tabLst>
            </a:pPr>
            <a:r>
              <a:rPr lang="en-US" noProof="0"/>
              <a:t>Second level</a:t>
            </a:r>
          </a:p>
          <a:p>
            <a:pPr lvl="2">
              <a:buFontTx/>
              <a:tabLst>
                <a:tab pos="5029200" algn="r"/>
              </a:tabLst>
            </a:pPr>
            <a:r>
              <a:rPr lang="en-US" noProof="0"/>
              <a:t>Third level</a:t>
            </a:r>
          </a:p>
          <a:p>
            <a:pPr lvl="3">
              <a:buFontTx/>
              <a:tabLst>
                <a:tab pos="5029200" algn="r"/>
              </a:tabLst>
            </a:pPr>
            <a:r>
              <a:rPr lang="en-US" noProof="0"/>
              <a:t>Fourth level</a:t>
            </a:r>
          </a:p>
          <a:p>
            <a:pPr lvl="4">
              <a:buFontTx/>
              <a:tabLst>
                <a:tab pos="5029200" algn="r"/>
              </a:tabLst>
            </a:pPr>
            <a:r>
              <a:rPr lang="en-US" noProof="0"/>
              <a:t>Fifth level</a:t>
            </a:r>
          </a:p>
        </p:txBody>
      </p:sp>
      <p:sp>
        <p:nvSpPr>
          <p:cNvPr id="7" name="Text Placeholder 8"/>
          <p:cNvSpPr>
            <a:spLocks noGrp="1"/>
          </p:cNvSpPr>
          <p:nvPr>
            <p:ph type="body" sz="quarter" idx="20"/>
          </p:nvPr>
        </p:nvSpPr>
        <p:spPr>
          <a:xfrm>
            <a:off x="6235168" y="2556000"/>
            <a:ext cx="2592000" cy="3394800"/>
          </a:xfrm>
        </p:spPr>
        <p:txBody>
          <a:bodyPr vert="horz" lIns="0" tIns="0" rIns="0" bIns="0" rtlCol="0">
            <a:noAutofit/>
          </a:bodyPr>
          <a:lstStyle>
            <a:lvl1pPr>
              <a:defRPr lang="en-US" noProof="0" smtClean="0">
                <a:solidFill>
                  <a:schemeClr val="bg1"/>
                </a:solidFill>
              </a:defRPr>
            </a:lvl1pPr>
            <a:lvl2pPr>
              <a:defRPr lang="en-US" noProof="0" smtClean="0">
                <a:solidFill>
                  <a:schemeClr val="bg1"/>
                </a:solidFill>
              </a:defRPr>
            </a:lvl2pPr>
            <a:lvl3pPr>
              <a:defRPr lang="en-US" b="0" noProof="0" smtClean="0">
                <a:solidFill>
                  <a:schemeClr val="bg1"/>
                </a:solidFill>
              </a:defRPr>
            </a:lvl3pPr>
            <a:lvl4pPr>
              <a:defRPr lang="en-US" b="0" noProof="0" smtClean="0">
                <a:solidFill>
                  <a:schemeClr val="bg1"/>
                </a:solidFill>
              </a:defRPr>
            </a:lvl4pPr>
            <a:lvl5pPr>
              <a:defRPr lang="en-US" b="0" noProof="0" dirty="0">
                <a:solidFill>
                  <a:schemeClr val="bg1"/>
                </a:solidFill>
              </a:defRPr>
            </a:lvl5pPr>
          </a:lstStyle>
          <a:p>
            <a:pPr lvl="0">
              <a:buFontTx/>
              <a:tabLst>
                <a:tab pos="5029200" algn="r"/>
              </a:tabLst>
            </a:pPr>
            <a:r>
              <a:rPr lang="en-US" noProof="0"/>
              <a:t>Click to edit Master text styles</a:t>
            </a:r>
          </a:p>
          <a:p>
            <a:pPr lvl="1">
              <a:buFontTx/>
              <a:tabLst>
                <a:tab pos="5029200" algn="r"/>
              </a:tabLst>
            </a:pPr>
            <a:r>
              <a:rPr lang="en-US" noProof="0"/>
              <a:t>Second level</a:t>
            </a:r>
          </a:p>
          <a:p>
            <a:pPr lvl="2">
              <a:buFontTx/>
              <a:tabLst>
                <a:tab pos="5029200" algn="r"/>
              </a:tabLst>
            </a:pPr>
            <a:r>
              <a:rPr lang="en-US" noProof="0"/>
              <a:t>Third level</a:t>
            </a:r>
          </a:p>
          <a:p>
            <a:pPr lvl="3">
              <a:buFontTx/>
              <a:tabLst>
                <a:tab pos="5029200" algn="r"/>
              </a:tabLst>
            </a:pPr>
            <a:r>
              <a:rPr lang="en-US" noProof="0"/>
              <a:t>Fourth level</a:t>
            </a:r>
          </a:p>
          <a:p>
            <a:pPr lvl="4">
              <a:buFontTx/>
              <a:tabLst>
                <a:tab pos="5029200" algn="r"/>
              </a:tabLst>
            </a:pPr>
            <a:r>
              <a:rPr lang="en-US" noProof="0"/>
              <a:t>Fifth level</a:t>
            </a:r>
          </a:p>
        </p:txBody>
      </p:sp>
      <p:sp>
        <p:nvSpPr>
          <p:cNvPr id="8" name="Text Placeholder 8"/>
          <p:cNvSpPr>
            <a:spLocks noGrp="1"/>
          </p:cNvSpPr>
          <p:nvPr>
            <p:ph type="body" sz="quarter" idx="13" hasCustomPrompt="1"/>
          </p:nvPr>
        </p:nvSpPr>
        <p:spPr>
          <a:xfrm>
            <a:off x="501650" y="687695"/>
            <a:ext cx="11188701" cy="757255"/>
          </a:xfrm>
          <a:prstGeom prst="rect">
            <a:avLst/>
          </a:prstGeom>
        </p:spPr>
        <p:txBody>
          <a:bodyPr lIns="0" tIns="0" rIns="0" bIns="0">
            <a:noAutofit/>
          </a:bodyPr>
          <a:lstStyle>
            <a:lvl1pPr marL="0" indent="0">
              <a:buNone/>
              <a:defRPr sz="2000" b="0">
                <a:solidFill>
                  <a:schemeClr val="bg1"/>
                </a:solidFill>
              </a:defRPr>
            </a:lvl1pPr>
          </a:lstStyle>
          <a:p>
            <a:pPr lvl="0"/>
            <a:r>
              <a:rPr lang="en-US" noProof="0"/>
              <a:t>Click to add subtitle</a:t>
            </a:r>
          </a:p>
        </p:txBody>
      </p:sp>
      <p:sp>
        <p:nvSpPr>
          <p:cNvPr id="13" name="CaseCode"/>
          <p:cNvSpPr txBox="1"/>
          <p:nvPr userDrawn="1"/>
        </p:nvSpPr>
        <p:spPr>
          <a:xfrm>
            <a:off x="6335184" y="6477001"/>
            <a:ext cx="4896560" cy="200055"/>
          </a:xfrm>
          <a:prstGeom prst="rect">
            <a:avLst/>
          </a:prstGeom>
          <a:noFill/>
        </p:spPr>
        <p:txBody>
          <a:bodyPr wrap="square" lIns="0" tIns="0" rIns="0" bIns="0" rtlCol="0">
            <a:spAutoFit/>
          </a:bodyPr>
          <a:lstStyle/>
          <a:p>
            <a:pPr algn="r">
              <a:buSzPct val="100000"/>
              <a:buFont typeface="Arial"/>
              <a:buNone/>
            </a:pPr>
            <a:r>
              <a:rPr lang="en-US" sz="650">
                <a:solidFill>
                  <a:prstClr val="white"/>
                </a:solidFill>
              </a:rPr>
              <a:t>Presentation title</a:t>
            </a:r>
            <a:br>
              <a:rPr lang="en-US" sz="650">
                <a:solidFill>
                  <a:prstClr val="white"/>
                </a:solidFill>
              </a:rPr>
            </a:br>
            <a:r>
              <a:rPr lang="en-US" sz="650">
                <a:solidFill>
                  <a:prstClr val="white"/>
                </a:solidFill>
              </a:rPr>
              <a:t>[To edit, click View &gt; Slide Master &gt; Slide master1]</a:t>
            </a:r>
          </a:p>
        </p:txBody>
      </p:sp>
      <p:sp>
        <p:nvSpPr>
          <p:cNvPr id="14" name="Copyright"/>
          <p:cNvSpPr txBox="1"/>
          <p:nvPr userDrawn="1"/>
        </p:nvSpPr>
        <p:spPr>
          <a:xfrm>
            <a:off x="501648" y="6477000"/>
            <a:ext cx="5355168" cy="100027"/>
          </a:xfrm>
          <a:prstGeom prst="rect">
            <a:avLst/>
          </a:prstGeom>
          <a:noFill/>
        </p:spPr>
        <p:txBody>
          <a:bodyPr wrap="square" lIns="0" tIns="0" rIns="0" bIns="0" rtlCol="0">
            <a:spAutoFit/>
          </a:bodyPr>
          <a:lstStyle/>
          <a:p>
            <a:pPr>
              <a:spcBef>
                <a:spcPts val="600"/>
              </a:spcBef>
              <a:buSzPct val="100000"/>
              <a:buFont typeface="Arial"/>
              <a:buNone/>
            </a:pPr>
            <a:r>
              <a:rPr lang="en-US" sz="650">
                <a:solidFill>
                  <a:prstClr val="white"/>
                </a:solidFill>
              </a:rPr>
              <a:t>Copyright © 2023 Deloitte Development LLC. All rights reserved.</a:t>
            </a:r>
          </a:p>
        </p:txBody>
      </p:sp>
      <p:sp>
        <p:nvSpPr>
          <p:cNvPr id="15" name="TextBox 14"/>
          <p:cNvSpPr txBox="1"/>
          <p:nvPr userDrawn="1"/>
        </p:nvSpPr>
        <p:spPr>
          <a:xfrm>
            <a:off x="11382377" y="6477001"/>
            <a:ext cx="307975" cy="100027"/>
          </a:xfrm>
          <a:prstGeom prst="rect">
            <a:avLst/>
          </a:prstGeom>
          <a:noFill/>
        </p:spPr>
        <p:txBody>
          <a:bodyPr wrap="square" lIns="0" tIns="0" rIns="0" bIns="0" rtlCol="0">
            <a:spAutoFit/>
          </a:bodyPr>
          <a:lstStyle/>
          <a:p>
            <a:pPr algn="r">
              <a:spcBef>
                <a:spcPts val="600"/>
              </a:spcBef>
              <a:buSzPct val="100000"/>
              <a:buFont typeface="Arial"/>
              <a:buNone/>
            </a:pPr>
            <a:fld id="{C58DF478-B544-4ED8-9ED4-6A2648E2D233}" type="slidenum">
              <a:rPr lang="en-US" sz="650" smtClean="0">
                <a:solidFill>
                  <a:prstClr val="white"/>
                </a:solidFill>
              </a:rPr>
              <a:pPr algn="r">
                <a:spcBef>
                  <a:spcPts val="600"/>
                </a:spcBef>
                <a:buSzPct val="100000"/>
                <a:buFont typeface="Arial"/>
                <a:buNone/>
              </a:pPr>
              <a:t>‹#›</a:t>
            </a:fld>
            <a:endParaRPr lang="en-US" sz="650">
              <a:solidFill>
                <a:prstClr val="white"/>
              </a:solidFill>
            </a:endParaRPr>
          </a:p>
        </p:txBody>
      </p:sp>
    </p:spTree>
    <p:extLst>
      <p:ext uri="{BB962C8B-B14F-4D97-AF65-F5344CB8AC3E}">
        <p14:creationId xmlns:p14="http://schemas.microsoft.com/office/powerpoint/2010/main" val="2246914013"/>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Title, subtitle, 1 column text with charts">
    <p:spTree>
      <p:nvGrpSpPr>
        <p:cNvPr id="1" name=""/>
        <p:cNvGrpSpPr/>
        <p:nvPr/>
      </p:nvGrpSpPr>
      <p:grpSpPr>
        <a:xfrm>
          <a:off x="0" y="0"/>
          <a:ext cx="0" cy="0"/>
          <a:chOff x="0" y="0"/>
          <a:chExt cx="0" cy="0"/>
        </a:xfrm>
      </p:grpSpPr>
      <p:sp>
        <p:nvSpPr>
          <p:cNvPr id="8" name="Text Placeholder 8"/>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100" b="0">
                <a:solidFill>
                  <a:schemeClr val="tx2"/>
                </a:solidFill>
              </a:defRPr>
            </a:lvl1pPr>
          </a:lstStyle>
          <a:p>
            <a:pPr lvl="0"/>
            <a:r>
              <a:rPr lang="en-US" noProof="0"/>
              <a:t>Click to add subtitle</a:t>
            </a:r>
          </a:p>
        </p:txBody>
      </p:sp>
      <p:sp>
        <p:nvSpPr>
          <p:cNvPr id="9" name="Title Placeholder 1"/>
          <p:cNvSpPr>
            <a:spLocks noGrp="1"/>
          </p:cNvSpPr>
          <p:nvPr>
            <p:ph type="title" hasCustomPrompt="1"/>
          </p:nvPr>
        </p:nvSpPr>
        <p:spPr>
          <a:xfrm>
            <a:off x="501650" y="317500"/>
            <a:ext cx="11188700"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10" name="Text Placeholder 18"/>
          <p:cNvSpPr>
            <a:spLocks noGrp="1"/>
          </p:cNvSpPr>
          <p:nvPr>
            <p:ph idx="1"/>
          </p:nvPr>
        </p:nvSpPr>
        <p:spPr>
          <a:xfrm>
            <a:off x="501650" y="1665289"/>
            <a:ext cx="5594351" cy="4716463"/>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973854290"/>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4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a:t>Click to edit Master title style</a:t>
            </a:r>
          </a:p>
        </p:txBody>
      </p:sp>
    </p:spTree>
    <p:extLst>
      <p:ext uri="{BB962C8B-B14F-4D97-AF65-F5344CB8AC3E}">
        <p14:creationId xmlns:p14="http://schemas.microsoft.com/office/powerpoint/2010/main" val="2694143868"/>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2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295038847"/>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showMasterSp="0" preserve="1" userDrawn="1">
  <p:cSld name="1_End slide">
    <p:spTree>
      <p:nvGrpSpPr>
        <p:cNvPr id="1" name=""/>
        <p:cNvGrpSpPr/>
        <p:nvPr/>
      </p:nvGrpSpPr>
      <p:grpSpPr>
        <a:xfrm>
          <a:off x="0" y="0"/>
          <a:ext cx="0" cy="0"/>
          <a:chOff x="0" y="0"/>
          <a:chExt cx="0" cy="0"/>
        </a:xfrm>
      </p:grpSpPr>
      <p:graphicFrame>
        <p:nvGraphicFramePr>
          <p:cNvPr id="4" name="Objekt 3"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Folie" r:id="rId3" imgW="270" imgH="270" progId="TCLayout.ActiveDocument.1">
                  <p:embed/>
                </p:oleObj>
              </mc:Choice>
              <mc:Fallback>
                <p:oleObj name="think-cell Folie" r:id="rId3" imgW="270" imgH="270" progId="TCLayout.ActiveDocument.1">
                  <p:embed/>
                  <p:pic>
                    <p:nvPicPr>
                      <p:cNvPr id="4" name="Objekt 3"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2" name="SD_InternalExternal"/>
          <p:cNvSpPr>
            <a:spLocks/>
          </p:cNvSpPr>
          <p:nvPr userDrawn="1"/>
        </p:nvSpPr>
        <p:spPr bwMode="auto">
          <a:xfrm>
            <a:off x="474358" y="3429000"/>
            <a:ext cx="9344330" cy="2870201"/>
          </a:xfrm>
          <a:prstGeom prst="rect">
            <a:avLst/>
          </a:prstGeom>
          <a:noFill/>
          <a:ln w="9525">
            <a:noFill/>
            <a:miter lim="800000"/>
            <a:headEnd/>
            <a:tailEnd/>
          </a:ln>
        </p:spPr>
        <p:txBody>
          <a:bodyPr lIns="0" tIns="0" rIns="0" bIns="0" anchor="b"/>
          <a:lstStyle/>
          <a:p>
            <a:pPr defTabSz="1019175">
              <a:buClr>
                <a:srgbClr val="000000"/>
              </a:buClr>
              <a:buSzPct val="80000"/>
              <a:buFont typeface="Wingdings" pitchFamily="2" charset="2"/>
              <a:buNone/>
            </a:pPr>
            <a:r>
              <a:rPr lang="en-GB" sz="900" noProof="1">
                <a:solidFill>
                  <a:srgbClr val="000000"/>
                </a:solidFill>
                <a:ea typeface="Verdana"/>
                <a:cs typeface="Verdana"/>
                <a:sym typeface="Verdana"/>
              </a:rPr>
              <a:t>Deloitte refers to one or more of Deloitte Touche Tohmatsu Limited ("DTTL"), a UK private company limited by guarantee, and its network of member firms, each of which is a legally separate and independent entity. Please see www.deloitte.com/ch/about for a detailed description of the legal structure of DTTL and its member firms.
Deloitte Consulting LLP is a subsidiary of Deloitte LLP, the United Kingdom member firm of DTTL.
This publication has been written in general terms and therefore cannot be relied on to cover specific situations; application of the principles set out will depend upon the particular circumstances involved and we recommend that you obtain professional advice before acting or refraining from acting on any of the contents of this publication. Deloitte Consulting LLP would be pleased to advise readers on how to apply the principles set out in this publication to their specific circumstances. Deloitte Consulting LLP accepts no duty of care or liability for any loss occasioned to any person acting or refraining from action as a result of any material in this publication.
© 2022 Deloitte Consulting LLP. All rights reserved.</a:t>
            </a:r>
          </a:p>
        </p:txBody>
      </p:sp>
      <p:sp>
        <p:nvSpPr>
          <p:cNvPr id="20" name="SD_ART_Logo"/>
          <p:cNvSpPr/>
          <p:nvPr userDrawn="1"/>
        </p:nvSpPr>
        <p:spPr>
          <a:xfrm>
            <a:off x="475438" y="464400"/>
            <a:ext cx="2286000" cy="100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FFFFFF"/>
              </a:solidFill>
              <a:ea typeface="Verdana"/>
              <a:cs typeface="Verdana"/>
              <a:sym typeface="Verdana"/>
            </a:endParaRPr>
          </a:p>
        </p:txBody>
      </p:sp>
      <p:pic>
        <p:nvPicPr>
          <p:cNvPr id="3" name="SD_ART_Logo_bmkArt"/>
          <p:cNvPicPr>
            <a:picLocks noChangeAspect="1"/>
          </p:cNvPicPr>
          <p:nvPr userDrawn="1"/>
        </p:nvPicPr>
        <p:blipFill>
          <a:blip r:embed="rId5" cstate="email">
            <a:extLst>
              <a:ext uri="{28A0092B-C50C-407E-A947-70E740481C1C}">
                <a14:useLocalDpi xmlns:a14="http://schemas.microsoft.com/office/drawing/2010/main"/>
              </a:ext>
            </a:extLst>
          </a:blip>
          <a:stretch>
            <a:fillRect/>
          </a:stretch>
        </p:blipFill>
        <p:spPr>
          <a:xfrm>
            <a:off x="475438" y="464401"/>
            <a:ext cx="2286000" cy="1002013"/>
          </a:xfrm>
          <a:prstGeom prst="rect">
            <a:avLst/>
          </a:prstGeom>
        </p:spPr>
      </p:pic>
      <p:sp>
        <p:nvSpPr>
          <p:cNvPr id="2" name="Footer Placeholder 1"/>
          <p:cNvSpPr>
            <a:spLocks noGrp="1"/>
          </p:cNvSpPr>
          <p:nvPr>
            <p:ph type="ftr" sz="quarter" idx="16"/>
          </p:nvPr>
        </p:nvSpPr>
        <p:spPr>
          <a:xfrm>
            <a:off x="6184900" y="6530267"/>
            <a:ext cx="4536726" cy="244476"/>
          </a:xfrm>
          <a:prstGeom prst="rect">
            <a:avLst/>
          </a:prstGeom>
        </p:spPr>
        <p:txBody>
          <a:bodyPr/>
          <a:lstStyle>
            <a:lvl1pPr>
              <a:defRPr>
                <a:solidFill>
                  <a:schemeClr val="bg1"/>
                </a:solidFill>
                <a:latin typeface="Verdana"/>
                <a:sym typeface="Verdana"/>
              </a:defRPr>
            </a:lvl1pPr>
          </a:lstStyle>
          <a:p>
            <a:r>
              <a:rPr lang="en-GB">
                <a:solidFill>
                  <a:srgbClr val="FFFFFF"/>
                </a:solidFill>
              </a:rPr>
              <a:t>GE Power BSC Automation Initiative</a:t>
            </a:r>
          </a:p>
        </p:txBody>
      </p:sp>
    </p:spTree>
    <p:extLst>
      <p:ext uri="{BB962C8B-B14F-4D97-AF65-F5344CB8AC3E}">
        <p14:creationId xmlns:p14="http://schemas.microsoft.com/office/powerpoint/2010/main" val="641199988"/>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userDrawn="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319370" y="0"/>
            <a:ext cx="10719435" cy="632224"/>
          </a:xfrm>
        </p:spPr>
        <p:txBody>
          <a:bodyPr vert="horz" wrap="square" lIns="0" tIns="199390" rIns="0" bIns="0" rtlCol="0">
            <a:spAutoFit/>
          </a:bodyPr>
          <a:lstStyle>
            <a:lvl1pPr>
              <a:defRPr kumimoji="0" lang="en-US" b="0" i="0" u="none" strike="noStrike" cap="none" spc="-5" normalizeH="0" baseline="0" dirty="0">
                <a:ln>
                  <a:noFill/>
                </a:ln>
                <a:solidFill>
                  <a:prstClr val="black"/>
                </a:solidFill>
                <a:effectLst/>
                <a:uLnTx/>
                <a:uFillTx/>
                <a:latin typeface="Arial"/>
                <a:ea typeface="+mn-ea"/>
                <a:cs typeface="Arial"/>
              </a:defRPr>
            </a:lvl1pPr>
          </a:lstStyle>
          <a:p>
            <a:pPr marL="12700" marR="0" lvl="0" indent="0" fontAlgn="auto">
              <a:lnSpc>
                <a:spcPct val="100000"/>
              </a:lnSpc>
              <a:spcBef>
                <a:spcPts val="1570"/>
              </a:spcBef>
              <a:spcAft>
                <a:spcPts val="0"/>
              </a:spcAft>
              <a:buClrTx/>
              <a:buSzTx/>
              <a:buFontTx/>
              <a:tabLst/>
            </a:pPr>
            <a:r>
              <a:rPr lang="en-US"/>
              <a:t>Click to edit Master title style</a:t>
            </a:r>
          </a:p>
        </p:txBody>
      </p:sp>
      <p:sp>
        <p:nvSpPr>
          <p:cNvPr id="4" name="Slide Number Placeholder 3"/>
          <p:cNvSpPr>
            <a:spLocks noGrp="1"/>
          </p:cNvSpPr>
          <p:nvPr>
            <p:ph type="sldNum" sz="quarter" idx="11"/>
          </p:nvPr>
        </p:nvSpPr>
        <p:spPr>
          <a:xfrm>
            <a:off x="11201400" y="6413523"/>
            <a:ext cx="218694" cy="179536"/>
          </a:xfrm>
          <a:noFill/>
        </p:spPr>
        <p:txBody>
          <a:bodyPr wrap="square" lIns="0" tIns="0" rIns="0" bIns="0" rtlCol="0">
            <a:spAutoFit/>
          </a:bodyPr>
          <a:lstStyle>
            <a:lvl1pPr>
              <a:defRPr lang="en-US" b="0" i="0" smtClean="0">
                <a:solidFill>
                  <a:srgbClr val="AFAFAF"/>
                </a:solidFill>
                <a:latin typeface="Arial"/>
                <a:cs typeface="Arial"/>
              </a:defRPr>
            </a:lvl1pPr>
          </a:lstStyle>
          <a:p>
            <a:pPr marL="25400">
              <a:lnSpc>
                <a:spcPts val="1425"/>
              </a:lnSpc>
            </a:pPr>
            <a:fld id="{8FB4CE90-470A-43E3-A052-3E8AD880B4A5}" type="slidenum">
              <a:rPr lang="en-US" smtClean="0"/>
              <a:pPr marL="25400">
                <a:lnSpc>
                  <a:spcPts val="1425"/>
                </a:lnSpc>
              </a:pPr>
              <a:t>‹#›</a:t>
            </a:fld>
            <a:endParaRPr lang="en-US"/>
          </a:p>
        </p:txBody>
      </p:sp>
      <p:sp>
        <p:nvSpPr>
          <p:cNvPr id="5" name="Footer Placeholder 6">
            <a:extLst>
              <a:ext uri="{FF2B5EF4-FFF2-40B4-BE49-F238E27FC236}">
                <a16:creationId xmlns:a16="http://schemas.microsoft.com/office/drawing/2014/main" id="{88A7EBFA-C0F3-4767-9D60-99E22AFB416D}"/>
              </a:ext>
            </a:extLst>
          </p:cNvPr>
          <p:cNvSpPr>
            <a:spLocks noGrp="1"/>
          </p:cNvSpPr>
          <p:nvPr>
            <p:ph type="ftr" sz="quarter" idx="12"/>
          </p:nvPr>
        </p:nvSpPr>
        <p:spPr>
          <a:xfrm>
            <a:off x="3128682" y="6325035"/>
            <a:ext cx="5934636" cy="365125"/>
          </a:xfrm>
        </p:spPr>
        <p:txBody>
          <a:bodyPr/>
          <a:lstStyle/>
          <a:p>
            <a:pPr algn="ctr">
              <a:lnSpc>
                <a:spcPct val="90000"/>
              </a:lnSpc>
              <a:spcBef>
                <a:spcPts val="1000"/>
              </a:spcBef>
            </a:pPr>
            <a:r>
              <a:rPr lang="en-US"/>
              <a:t>Confidential &amp; Proprietary – Not for Distribution</a:t>
            </a:r>
          </a:p>
        </p:txBody>
      </p:sp>
    </p:spTree>
    <p:extLst>
      <p:ext uri="{BB962C8B-B14F-4D97-AF65-F5344CB8AC3E}">
        <p14:creationId xmlns:p14="http://schemas.microsoft.com/office/powerpoint/2010/main" val="3170869890"/>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40631" y="168443"/>
            <a:ext cx="11730789" cy="495926"/>
          </a:xfrm>
        </p:spPr>
        <p:txBody>
          <a:bodyPr anchor="t">
            <a:normAutofit/>
          </a:bodyPr>
          <a:lstStyle>
            <a:lvl1pPr>
              <a:defRPr sz="2800"/>
            </a:lvl1pPr>
          </a:lstStyle>
          <a:p>
            <a:r>
              <a:rPr lang="en-US"/>
              <a:t>Click to edit Master title style</a:t>
            </a:r>
          </a:p>
        </p:txBody>
      </p:sp>
      <p:sp>
        <p:nvSpPr>
          <p:cNvPr id="6" name="Slide Number Placeholder 5">
            <a:extLst>
              <a:ext uri="{FF2B5EF4-FFF2-40B4-BE49-F238E27FC236}">
                <a16:creationId xmlns:a16="http://schemas.microsoft.com/office/drawing/2014/main" id="{65954BA5-570B-4BB5-B3E7-33BEEF6B99BC}"/>
              </a:ext>
            </a:extLst>
          </p:cNvPr>
          <p:cNvSpPr>
            <a:spLocks noGrp="1"/>
          </p:cNvSpPr>
          <p:nvPr>
            <p:ph type="sldNum" sz="quarter" idx="10"/>
          </p:nvPr>
        </p:nvSpPr>
        <p:spPr/>
        <p:txBody>
          <a:bodyPr/>
          <a:lstStyle/>
          <a:p>
            <a:pPr algn="r"/>
            <a:fld id="{8FB4CE90-470A-43E3-A052-3E8AD880B4A5}" type="slidenum">
              <a:rPr lang="en-US" smtClean="0"/>
              <a:pPr algn="r"/>
              <a:t>‹#›</a:t>
            </a:fld>
            <a:endParaRPr lang="en-US"/>
          </a:p>
        </p:txBody>
      </p:sp>
      <p:sp>
        <p:nvSpPr>
          <p:cNvPr id="7" name="Footer Placeholder 6">
            <a:extLst>
              <a:ext uri="{FF2B5EF4-FFF2-40B4-BE49-F238E27FC236}">
                <a16:creationId xmlns:a16="http://schemas.microsoft.com/office/drawing/2014/main" id="{34F9F236-E5F1-497B-9D2D-66F8717F5BB0}"/>
              </a:ext>
            </a:extLst>
          </p:cNvPr>
          <p:cNvSpPr>
            <a:spLocks noGrp="1"/>
          </p:cNvSpPr>
          <p:nvPr>
            <p:ph type="ftr" sz="quarter" idx="11"/>
          </p:nvPr>
        </p:nvSpPr>
        <p:spPr/>
        <p:txBody>
          <a:bodyPr/>
          <a:lstStyle/>
          <a:p>
            <a:pPr algn="ctr">
              <a:lnSpc>
                <a:spcPct val="90000"/>
              </a:lnSpc>
              <a:spcBef>
                <a:spcPts val="1000"/>
              </a:spcBef>
            </a:pPr>
            <a:r>
              <a:rPr lang="en-US"/>
              <a:t>Confidential &amp; Proprietary – Not for Distribution</a:t>
            </a:r>
          </a:p>
        </p:txBody>
      </p:sp>
      <p:sp>
        <p:nvSpPr>
          <p:cNvPr id="9" name="Content Placeholder 8">
            <a:extLst>
              <a:ext uri="{FF2B5EF4-FFF2-40B4-BE49-F238E27FC236}">
                <a16:creationId xmlns:a16="http://schemas.microsoft.com/office/drawing/2014/main" id="{B199C20A-51FB-47CF-8539-89D6150A17E1}"/>
              </a:ext>
            </a:extLst>
          </p:cNvPr>
          <p:cNvSpPr>
            <a:spLocks noGrp="1"/>
          </p:cNvSpPr>
          <p:nvPr>
            <p:ph sz="quarter" idx="12"/>
          </p:nvPr>
        </p:nvSpPr>
        <p:spPr>
          <a:xfrm>
            <a:off x="241300" y="1443037"/>
            <a:ext cx="11734800" cy="470675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8">
            <a:extLst>
              <a:ext uri="{FF2B5EF4-FFF2-40B4-BE49-F238E27FC236}">
                <a16:creationId xmlns:a16="http://schemas.microsoft.com/office/drawing/2014/main" id="{B199C20A-51FB-47CF-8539-89D6150A17E1}"/>
              </a:ext>
            </a:extLst>
          </p:cNvPr>
          <p:cNvSpPr>
            <a:spLocks noGrp="1"/>
          </p:cNvSpPr>
          <p:nvPr>
            <p:ph sz="quarter" idx="13" hasCustomPrompt="1"/>
          </p:nvPr>
        </p:nvSpPr>
        <p:spPr>
          <a:xfrm>
            <a:off x="228600" y="716757"/>
            <a:ext cx="11734800" cy="551034"/>
          </a:xfrm>
        </p:spPr>
        <p:txBody>
          <a:bodyPr>
            <a:normAutofit/>
          </a:bodyPr>
          <a:lstStyle>
            <a:lvl1pPr marL="0" indent="0">
              <a:buNone/>
              <a:defRPr sz="1800"/>
            </a:lvl1pPr>
          </a:lstStyle>
          <a:p>
            <a:pPr lvl="0"/>
            <a:r>
              <a:rPr lang="en-US"/>
              <a:t>Click to edit Master title style</a:t>
            </a:r>
          </a:p>
        </p:txBody>
      </p:sp>
    </p:spTree>
    <p:extLst>
      <p:ext uri="{BB962C8B-B14F-4D97-AF65-F5344CB8AC3E}">
        <p14:creationId xmlns:p14="http://schemas.microsoft.com/office/powerpoint/2010/main" val="1361823454"/>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showMasterSp="0" userDrawn="1">
  <p:cSld name="Title Slide - Black Page Image">
    <p:bg bwMode="gray">
      <p:bgPr>
        <a:solidFill>
          <a:schemeClr val="tx1"/>
        </a:solidFill>
        <a:effectLst/>
      </p:bgPr>
    </p:bg>
    <p:spTree>
      <p:nvGrpSpPr>
        <p:cNvPr id="1" name=""/>
        <p:cNvGrpSpPr/>
        <p:nvPr/>
      </p:nvGrpSpPr>
      <p:grpSpPr>
        <a:xfrm>
          <a:off x="0" y="0"/>
          <a:ext cx="0" cy="0"/>
          <a:chOff x="0" y="0"/>
          <a:chExt cx="0" cy="0"/>
        </a:xfrm>
      </p:grpSpPr>
      <p:sp>
        <p:nvSpPr>
          <p:cNvPr id="17" name="Picture Placeholder 8">
            <a:extLst>
              <a:ext uri="{FF2B5EF4-FFF2-40B4-BE49-F238E27FC236}">
                <a16:creationId xmlns:a16="http://schemas.microsoft.com/office/drawing/2014/main" id="{DEF77F0F-DE6A-48C9-92BD-013174DD643C}"/>
              </a:ext>
            </a:extLst>
          </p:cNvPr>
          <p:cNvSpPr>
            <a:spLocks noGrp="1"/>
          </p:cNvSpPr>
          <p:nvPr>
            <p:ph type="pic" sz="quarter" idx="11"/>
          </p:nvPr>
        </p:nvSpPr>
        <p:spPr>
          <a:xfrm>
            <a:off x="0" y="0"/>
            <a:ext cx="12192000" cy="6858000"/>
          </a:xfrm>
          <a:prstGeom prst="rect">
            <a:avLst/>
          </a:prstGeom>
        </p:spPr>
        <p:txBody>
          <a:bodyPr/>
          <a:lstStyle>
            <a:lvl1pPr>
              <a:defRPr>
                <a:solidFill>
                  <a:schemeClr val="bg1"/>
                </a:solidFill>
              </a:defRPr>
            </a:lvl1pPr>
          </a:lstStyle>
          <a:p>
            <a:r>
              <a:rPr lang="en-US" noProof="0"/>
              <a:t>Click icon to add picture</a:t>
            </a:r>
          </a:p>
        </p:txBody>
      </p:sp>
      <p:sp>
        <p:nvSpPr>
          <p:cNvPr id="28" name="Text Placeholder 4">
            <a:extLst>
              <a:ext uri="{FF2B5EF4-FFF2-40B4-BE49-F238E27FC236}">
                <a16:creationId xmlns:a16="http://schemas.microsoft.com/office/drawing/2014/main" id="{7843742C-26CB-411F-8564-50309241988E}"/>
              </a:ext>
            </a:extLst>
          </p:cNvPr>
          <p:cNvSpPr>
            <a:spLocks noGrp="1"/>
          </p:cNvSpPr>
          <p:nvPr>
            <p:ph type="body" sz="quarter" idx="10"/>
          </p:nvPr>
        </p:nvSpPr>
        <p:spPr>
          <a:xfrm>
            <a:off x="463296" y="6364224"/>
            <a:ext cx="4446269" cy="273050"/>
          </a:xfrm>
          <a:prstGeom prst="rect">
            <a:avLst/>
          </a:prstGeom>
        </p:spPr>
        <p:txBody>
          <a:bodyPr anchor="t">
            <a:noAutofit/>
          </a:bodyPr>
          <a:lstStyle>
            <a:lvl1pPr>
              <a:spcAft>
                <a:spcPts val="0"/>
              </a:spcAft>
              <a:defRPr sz="1400" b="1">
                <a:solidFill>
                  <a:schemeClr val="bg1"/>
                </a:solidFill>
                <a:latin typeface="Calibri" panose="020F050202020403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29" name="Title 1">
            <a:extLst>
              <a:ext uri="{FF2B5EF4-FFF2-40B4-BE49-F238E27FC236}">
                <a16:creationId xmlns:a16="http://schemas.microsoft.com/office/drawing/2014/main" id="{A7C729B7-24CD-4887-BCB2-9B9E69736AAE}"/>
              </a:ext>
            </a:extLst>
          </p:cNvPr>
          <p:cNvSpPr>
            <a:spLocks noGrp="1"/>
          </p:cNvSpPr>
          <p:nvPr>
            <p:ph type="ctrTitle"/>
          </p:nvPr>
        </p:nvSpPr>
        <p:spPr bwMode="gray">
          <a:xfrm>
            <a:off x="463296" y="5186209"/>
            <a:ext cx="4446269" cy="895983"/>
          </a:xfrm>
          <a:prstGeom prst="rect">
            <a:avLst/>
          </a:prstGeom>
        </p:spPr>
        <p:txBody>
          <a:bodyPr anchor="b" anchorCtr="0">
            <a:noAutofit/>
          </a:bodyPr>
          <a:lstStyle>
            <a:lvl1pPr algn="l">
              <a:lnSpc>
                <a:spcPts val="3200"/>
              </a:lnSpc>
              <a:defRPr sz="3200" b="0">
                <a:solidFill>
                  <a:schemeClr val="accent1"/>
                </a:solidFill>
                <a:latin typeface="Calibri Light" panose="020F0302020204030204" pitchFamily="34" charset="0"/>
                <a:ea typeface="Open Sans" panose="020B0606030504020204" pitchFamily="34" charset="0"/>
                <a:cs typeface="Calibri Light" panose="020F0302020204030204" pitchFamily="34" charset="0"/>
              </a:defRPr>
            </a:lvl1pPr>
          </a:lstStyle>
          <a:p>
            <a:r>
              <a:rPr lang="en-US" noProof="0"/>
              <a:t>Click to edit Master title style</a:t>
            </a:r>
          </a:p>
        </p:txBody>
      </p:sp>
      <p:grpSp>
        <p:nvGrpSpPr>
          <p:cNvPr id="18" name="Group 17">
            <a:extLst>
              <a:ext uri="{FF2B5EF4-FFF2-40B4-BE49-F238E27FC236}">
                <a16:creationId xmlns:a16="http://schemas.microsoft.com/office/drawing/2014/main" id="{A2ADDA35-0590-4771-9879-88CE0238551F}"/>
              </a:ext>
            </a:extLst>
          </p:cNvPr>
          <p:cNvGrpSpPr/>
          <p:nvPr userDrawn="1"/>
        </p:nvGrpSpPr>
        <p:grpSpPr>
          <a:xfrm>
            <a:off x="463296" y="341312"/>
            <a:ext cx="1819656" cy="347472"/>
            <a:chOff x="398463" y="404813"/>
            <a:chExt cx="1627187" cy="307976"/>
          </a:xfrm>
          <a:solidFill>
            <a:schemeClr val="bg1"/>
          </a:solidFill>
        </p:grpSpPr>
        <p:sp>
          <p:nvSpPr>
            <p:cNvPr id="19" name="Oval 5">
              <a:extLst>
                <a:ext uri="{FF2B5EF4-FFF2-40B4-BE49-F238E27FC236}">
                  <a16:creationId xmlns:a16="http://schemas.microsoft.com/office/drawing/2014/main" id="{3FD17B1A-A918-439D-AFAD-ECE9421735FC}"/>
                </a:ext>
              </a:extLst>
            </p:cNvPr>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20" name="Freeform 6">
              <a:extLst>
                <a:ext uri="{FF2B5EF4-FFF2-40B4-BE49-F238E27FC236}">
                  <a16:creationId xmlns:a16="http://schemas.microsoft.com/office/drawing/2014/main" id="{79359716-9ACF-4041-A7F0-2E04E36D8614}"/>
                </a:ext>
              </a:extLst>
            </p:cNvPr>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21" name="Rectangle 7">
              <a:extLst>
                <a:ext uri="{FF2B5EF4-FFF2-40B4-BE49-F238E27FC236}">
                  <a16:creationId xmlns:a16="http://schemas.microsoft.com/office/drawing/2014/main" id="{EE3C6AB2-FF26-4D74-983F-E8C9540B703E}"/>
                </a:ext>
              </a:extLst>
            </p:cNvPr>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22" name="Freeform 8">
              <a:extLst>
                <a:ext uri="{FF2B5EF4-FFF2-40B4-BE49-F238E27FC236}">
                  <a16:creationId xmlns:a16="http://schemas.microsoft.com/office/drawing/2014/main" id="{B600C838-AB18-404F-AF64-5BE6309AC231}"/>
                </a:ext>
              </a:extLst>
            </p:cNvPr>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23" name="Rectangle 9">
              <a:extLst>
                <a:ext uri="{FF2B5EF4-FFF2-40B4-BE49-F238E27FC236}">
                  <a16:creationId xmlns:a16="http://schemas.microsoft.com/office/drawing/2014/main" id="{37EF79B8-3321-4A68-A438-F7CA9AB20D0A}"/>
                </a:ext>
              </a:extLst>
            </p:cNvPr>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24" name="Rectangle 10">
              <a:extLst>
                <a:ext uri="{FF2B5EF4-FFF2-40B4-BE49-F238E27FC236}">
                  <a16:creationId xmlns:a16="http://schemas.microsoft.com/office/drawing/2014/main" id="{9EB266B0-2723-40E9-BD24-9B88F113710A}"/>
                </a:ext>
              </a:extLst>
            </p:cNvPr>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25" name="Freeform 11">
              <a:extLst>
                <a:ext uri="{FF2B5EF4-FFF2-40B4-BE49-F238E27FC236}">
                  <a16:creationId xmlns:a16="http://schemas.microsoft.com/office/drawing/2014/main" id="{90C5C28F-BB95-44AD-9700-55D9AE2BE2B7}"/>
                </a:ext>
              </a:extLst>
            </p:cNvPr>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26" name="Freeform 12">
              <a:extLst>
                <a:ext uri="{FF2B5EF4-FFF2-40B4-BE49-F238E27FC236}">
                  <a16:creationId xmlns:a16="http://schemas.microsoft.com/office/drawing/2014/main" id="{42500885-66FF-4752-A3E1-7C0FA9778A82}"/>
                </a:ext>
              </a:extLst>
            </p:cNvPr>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27" name="Freeform 13">
              <a:extLst>
                <a:ext uri="{FF2B5EF4-FFF2-40B4-BE49-F238E27FC236}">
                  <a16:creationId xmlns:a16="http://schemas.microsoft.com/office/drawing/2014/main" id="{165DB8AE-A24F-4086-963B-1C7F379D2166}"/>
                </a:ext>
              </a:extLst>
            </p:cNvPr>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41" name="Freeform 14">
              <a:extLst>
                <a:ext uri="{FF2B5EF4-FFF2-40B4-BE49-F238E27FC236}">
                  <a16:creationId xmlns:a16="http://schemas.microsoft.com/office/drawing/2014/main" id="{282083A4-2C11-43E4-9516-9622E1E74D98}"/>
                </a:ext>
              </a:extLst>
            </p:cNvPr>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grpSp>
    </p:spTree>
    <p:extLst>
      <p:ext uri="{BB962C8B-B14F-4D97-AF65-F5344CB8AC3E}">
        <p14:creationId xmlns:p14="http://schemas.microsoft.com/office/powerpoint/2010/main" val="225346914"/>
      </p:ext>
    </p:extLst>
  </p:cSld>
  <p:clrMapOvr>
    <a:masterClrMapping/>
  </p:clrMapOvr>
  <p:hf hdr="0" dt="0"/>
</p:sldLayout>
</file>

<file path=ppt/slideLayouts/slideLayout102.xml><?xml version="1.0" encoding="utf-8"?>
<p:sldLayout xmlns:a="http://schemas.openxmlformats.org/drawingml/2006/main" xmlns:r="http://schemas.openxmlformats.org/officeDocument/2006/relationships" xmlns:p="http://schemas.openxmlformats.org/presentationml/2006/main" userDrawn="1">
  <p:cSld name="2 content with quote ">
    <p:spTree>
      <p:nvGrpSpPr>
        <p:cNvPr id="1" name=""/>
        <p:cNvGrpSpPr/>
        <p:nvPr/>
      </p:nvGrpSpPr>
      <p:grpSpPr>
        <a:xfrm>
          <a:off x="0" y="0"/>
          <a:ext cx="0" cy="0"/>
          <a:chOff x="0" y="0"/>
          <a:chExt cx="0" cy="0"/>
        </a:xfrm>
      </p:grpSpPr>
      <p:sp>
        <p:nvSpPr>
          <p:cNvPr id="6" name="Content Placeholder 3"/>
          <p:cNvSpPr>
            <a:spLocks noGrp="1"/>
          </p:cNvSpPr>
          <p:nvPr>
            <p:ph sz="quarter" idx="10"/>
          </p:nvPr>
        </p:nvSpPr>
        <p:spPr>
          <a:xfrm>
            <a:off x="7455116" y="1626099"/>
            <a:ext cx="4266983" cy="4673101"/>
          </a:xfrm>
          <a:prstGeom prst="rect">
            <a:avLst/>
          </a:prstGeom>
        </p:spPr>
        <p:txBody>
          <a:bodyPr>
            <a:noAutofit/>
          </a:bodyPr>
          <a:lstStyle>
            <a:lvl1pPr>
              <a:tabLst>
                <a:tab pos="6705432" algn="r"/>
              </a:tabLst>
              <a:defRPr sz="2400">
                <a:solidFill>
                  <a:schemeClr val="accent3"/>
                </a:solidFill>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Edit Master text styles</a:t>
            </a:r>
          </a:p>
        </p:txBody>
      </p:sp>
      <p:sp>
        <p:nvSpPr>
          <p:cNvPr id="8" name="Content Placeholder 3"/>
          <p:cNvSpPr>
            <a:spLocks noGrp="1"/>
          </p:cNvSpPr>
          <p:nvPr>
            <p:ph sz="quarter" idx="16"/>
          </p:nvPr>
        </p:nvSpPr>
        <p:spPr>
          <a:xfrm>
            <a:off x="469900" y="1665288"/>
            <a:ext cx="6660866" cy="4633913"/>
          </a:xfrm>
          <a:prstGeom prst="rect">
            <a:avLst/>
          </a:prstGeom>
        </p:spPr>
        <p:txBody>
          <a:bodyPr>
            <a:noAutofit/>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1"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2657718631"/>
      </p:ext>
    </p:extLst>
  </p:cSld>
  <p:clrMapOvr>
    <a:masterClrMapping/>
  </p:clrMapOvr>
  <p:transition>
    <p:fade/>
  </p:transition>
</p:sldLayout>
</file>

<file path=ppt/slideLayouts/slideLayout103.xml><?xml version="1.0" encoding="utf-8"?>
<p:sldLayout xmlns:a="http://schemas.openxmlformats.org/drawingml/2006/main" xmlns:r="http://schemas.openxmlformats.org/officeDocument/2006/relationships" xmlns:p="http://schemas.openxmlformats.org/presentationml/2006/main" userDrawn="1">
  <p:cSld name="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5BDC220-FDA0-41D7-98BA-BB440BC4A90B}"/>
              </a:ext>
            </a:extLst>
          </p:cNvPr>
          <p:cNvSpPr/>
          <p:nvPr userDrawn="1"/>
        </p:nvSpPr>
        <p:spPr bwMode="gray">
          <a:xfrm>
            <a:off x="11410953" y="6389523"/>
            <a:ext cx="503434" cy="375007"/>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9" name="TextBox 8">
            <a:extLst>
              <a:ext uri="{FF2B5EF4-FFF2-40B4-BE49-F238E27FC236}">
                <a16:creationId xmlns:a16="http://schemas.microsoft.com/office/drawing/2014/main" id="{3DAD1E82-7DE3-46EF-9065-6719F60566AC}"/>
              </a:ext>
            </a:extLst>
          </p:cNvPr>
          <p:cNvSpPr txBox="1"/>
          <p:nvPr userDrawn="1"/>
        </p:nvSpPr>
        <p:spPr>
          <a:xfrm>
            <a:off x="11410953"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tx1"/>
                </a:solidFill>
                <a:latin typeface="Open Sans" panose="020B0606030504020204" pitchFamily="34" charset="0"/>
                <a:ea typeface="Open Sans" panose="020B0606030504020204" pitchFamily="34" charset="0"/>
                <a:cs typeface="Open Sans" panose="020B0606030504020204" pitchFamily="34" charset="0"/>
              </a:rPr>
              <a:pPr marL="0" indent="0" algn="r">
                <a:spcBef>
                  <a:spcPts val="800"/>
                </a:spcBef>
                <a:buSzPct val="100000"/>
                <a:buFont typeface="Arial"/>
                <a:buNone/>
              </a:pPr>
              <a:t>‹#›</a:t>
            </a:fld>
            <a:endParaRPr lang="en-US" sz="650" noProof="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7" name="Text Placeholder 8">
            <a:extLst>
              <a:ext uri="{FF2B5EF4-FFF2-40B4-BE49-F238E27FC236}">
                <a16:creationId xmlns:a16="http://schemas.microsoft.com/office/drawing/2014/main" id="{64DC2670-5D11-4421-8167-B380A667E4E1}"/>
              </a:ext>
            </a:extLst>
          </p:cNvPr>
          <p:cNvSpPr>
            <a:spLocks noGrp="1"/>
          </p:cNvSpPr>
          <p:nvPr>
            <p:ph type="body" sz="quarter" idx="13" hasCustomPrompt="1"/>
          </p:nvPr>
        </p:nvSpPr>
        <p:spPr>
          <a:xfrm>
            <a:off x="551688" y="684903"/>
            <a:ext cx="11390734" cy="454080"/>
          </a:xfrm>
          <a:prstGeom prst="rect">
            <a:avLst/>
          </a:prstGeom>
        </p:spPr>
        <p:txBody>
          <a:bodyPr lIns="0" tIns="0" rIns="0" bIns="0">
            <a:noAutofit/>
          </a:bodyPr>
          <a:lstStyle>
            <a:lvl1pPr marL="0" indent="0" algn="l" defTabSz="914400" rtl="0" eaLnBrk="1" latinLnBrk="0" hangingPunct="1">
              <a:spcBef>
                <a:spcPts val="200"/>
              </a:spcBef>
              <a:buSzPct val="100000"/>
              <a:buNone/>
              <a:defRPr lang="en-US" sz="1800" kern="1200" noProof="0" dirty="0">
                <a:solidFill>
                  <a:schemeClr val="tx1">
                    <a:lumMod val="75000"/>
                    <a:lumOff val="25000"/>
                  </a:schemeClr>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pPr lvl="0"/>
            <a:r>
              <a:rPr lang="en-US" noProof="0"/>
              <a:t>Click to add subtitle</a:t>
            </a:r>
          </a:p>
        </p:txBody>
      </p:sp>
      <p:sp>
        <p:nvSpPr>
          <p:cNvPr id="18" name="Title Placeholder 1">
            <a:extLst>
              <a:ext uri="{FF2B5EF4-FFF2-40B4-BE49-F238E27FC236}">
                <a16:creationId xmlns:a16="http://schemas.microsoft.com/office/drawing/2014/main" id="{A791C14F-ED57-4012-8301-39F6E6B9EEC6}"/>
              </a:ext>
            </a:extLst>
          </p:cNvPr>
          <p:cNvSpPr>
            <a:spLocks noGrp="1"/>
          </p:cNvSpPr>
          <p:nvPr>
            <p:ph type="title" hasCustomPrompt="1"/>
          </p:nvPr>
        </p:nvSpPr>
        <p:spPr>
          <a:xfrm>
            <a:off x="551688" y="238607"/>
            <a:ext cx="11390734" cy="365760"/>
          </a:xfrm>
          <a:prstGeom prst="rect">
            <a:avLst/>
          </a:prstGeom>
        </p:spPr>
        <p:txBody>
          <a:bodyPr vert="horz" lIns="0" tIns="0" rIns="0" bIns="0" rtlCol="0" anchor="t" anchorCtr="0">
            <a:noAutofit/>
          </a:bodyPr>
          <a:lstStyle>
            <a:lvl1pPr marL="0" algn="l" defTabSz="1219170" rtl="0" eaLnBrk="1" latinLnBrk="0" hangingPunct="1">
              <a:spcBef>
                <a:spcPct val="0"/>
              </a:spcBef>
              <a:buNone/>
              <a:defRPr lang="en-US" sz="2400" b="1" kern="1200" noProof="0" dirty="0">
                <a:solidFill>
                  <a:schemeClr val="tx1">
                    <a:lumMod val="85000"/>
                    <a:lumOff val="15000"/>
                  </a:schemeClr>
                </a:solidFill>
                <a:latin typeface="Open Sans SemiBold" panose="020B0706030804020204" pitchFamily="34" charset="0"/>
                <a:ea typeface="Open Sans SemiBold" panose="020B0706030804020204" pitchFamily="34" charset="0"/>
                <a:cs typeface="Open Sans SemiBold" panose="020B0706030804020204" pitchFamily="34" charset="0"/>
              </a:defRPr>
            </a:lvl1pPr>
          </a:lstStyle>
          <a:p>
            <a:r>
              <a:rPr lang="en-US" noProof="0"/>
              <a:t>Click to add title</a:t>
            </a:r>
          </a:p>
        </p:txBody>
      </p:sp>
    </p:spTree>
    <p:extLst>
      <p:ext uri="{BB962C8B-B14F-4D97-AF65-F5344CB8AC3E}">
        <p14:creationId xmlns:p14="http://schemas.microsoft.com/office/powerpoint/2010/main" val="3190363085"/>
      </p:ext>
    </p:extLst>
  </p:cSld>
  <p:clrMapOvr>
    <a:masterClrMapping/>
  </p:clrMapOvr>
  <p:transition>
    <p:fade/>
  </p:transition>
</p:sldLayout>
</file>

<file path=ppt/slideLayouts/slideLayout104.xml><?xml version="1.0" encoding="utf-8"?>
<p:sldLayout xmlns:a="http://schemas.openxmlformats.org/drawingml/2006/main" xmlns:r="http://schemas.openxmlformats.org/officeDocument/2006/relationships" xmlns:p="http://schemas.openxmlformats.org/presentationml/2006/main" userDrawn="1">
  <p:cSld name="5_Title Only">
    <p:spTree>
      <p:nvGrpSpPr>
        <p:cNvPr id="1" name=""/>
        <p:cNvGrpSpPr/>
        <p:nvPr/>
      </p:nvGrpSpPr>
      <p:grpSpPr>
        <a:xfrm>
          <a:off x="0" y="0"/>
          <a:ext cx="0" cy="0"/>
          <a:chOff x="0" y="0"/>
          <a:chExt cx="0" cy="0"/>
        </a:xfrm>
      </p:grpSpPr>
      <p:sp>
        <p:nvSpPr>
          <p:cNvPr id="3" name="Text Placeholder 5">
            <a:extLst>
              <a:ext uri="{FF2B5EF4-FFF2-40B4-BE49-F238E27FC236}">
                <a16:creationId xmlns:a16="http://schemas.microsoft.com/office/drawing/2014/main" id="{427BB827-EA61-44E0-B4D1-9A40E6422C96}"/>
              </a:ext>
            </a:extLst>
          </p:cNvPr>
          <p:cNvSpPr>
            <a:spLocks noGrp="1"/>
          </p:cNvSpPr>
          <p:nvPr>
            <p:ph type="body" sz="quarter" idx="15" hasCustomPrompt="1"/>
          </p:nvPr>
        </p:nvSpPr>
        <p:spPr>
          <a:xfrm>
            <a:off x="622740" y="155261"/>
            <a:ext cx="3355848" cy="203200"/>
          </a:xfrm>
        </p:spPr>
        <p:txBody>
          <a:bodyPr vert="horz" lIns="0" tIns="0" rIns="0" bIns="0" rtlCol="0">
            <a:noAutofit/>
          </a:bodyPr>
          <a:lstStyle>
            <a:lvl1pPr marL="0" indent="0">
              <a:buNone/>
              <a:defRPr lang="en-US" sz="900" b="1" kern="0" cap="all" spc="250" baseline="0" dirty="0">
                <a:solidFill>
                  <a:schemeClr val="tx2"/>
                </a:solidFill>
                <a:ea typeface="Nexa Black" charset="0"/>
                <a:cs typeface="Nexa Black" charset="0"/>
              </a:defRPr>
            </a:lvl1pPr>
          </a:lstStyle>
          <a:p>
            <a:pPr marL="228600" lvl="0" indent="-228600"/>
            <a:r>
              <a:rPr lang="en-US"/>
              <a:t>BREADCRUMBS</a:t>
            </a:r>
          </a:p>
        </p:txBody>
      </p:sp>
      <p:sp>
        <p:nvSpPr>
          <p:cNvPr id="4" name="Title 1">
            <a:extLst>
              <a:ext uri="{FF2B5EF4-FFF2-40B4-BE49-F238E27FC236}">
                <a16:creationId xmlns:a16="http://schemas.microsoft.com/office/drawing/2014/main" id="{C3F57F07-9E42-413E-98BE-E177F10ACF96}"/>
              </a:ext>
            </a:extLst>
          </p:cNvPr>
          <p:cNvSpPr>
            <a:spLocks noGrp="1"/>
          </p:cNvSpPr>
          <p:nvPr>
            <p:ph type="title"/>
          </p:nvPr>
        </p:nvSpPr>
        <p:spPr>
          <a:xfrm>
            <a:off x="622168" y="383861"/>
            <a:ext cx="10967279" cy="445985"/>
          </a:xfrm>
        </p:spPr>
        <p:txBody>
          <a:bodyPr vert="horz" lIns="0" tIns="45720" rIns="0" bIns="0" rtlCol="0" anchor="t" anchorCtr="0">
            <a:noAutofit/>
          </a:bodyPr>
          <a:lstStyle>
            <a:lvl1pPr algn="l" defTabSz="914400" rtl="0" eaLnBrk="1" latinLnBrk="0" hangingPunct="1">
              <a:lnSpc>
                <a:spcPct val="80000"/>
              </a:lnSpc>
              <a:spcBef>
                <a:spcPct val="0"/>
              </a:spcBef>
              <a:buNone/>
              <a:defRPr lang="en-US" sz="2800" b="0" i="0" kern="0" cap="none" spc="-75" baseline="0" dirty="0">
                <a:solidFill>
                  <a:schemeClr val="tx1"/>
                </a:solidFill>
                <a:latin typeface="+mn-lt"/>
                <a:ea typeface="Open Sans" panose="020B0606030504020204" pitchFamily="34" charset="0"/>
                <a:cs typeface="Open Sans" panose="020B0606030504020204" pitchFamily="34" charset="0"/>
              </a:defRPr>
            </a:lvl1pPr>
          </a:lstStyle>
          <a:p>
            <a:pPr lvl="0" algn="l" defTabSz="685800" rtl="0" eaLnBrk="1" latinLnBrk="0" hangingPunct="1">
              <a:lnSpc>
                <a:spcPct val="85000"/>
              </a:lnSpc>
              <a:spcBef>
                <a:spcPct val="0"/>
              </a:spcBef>
              <a:buNone/>
            </a:pPr>
            <a:r>
              <a:rPr lang="en-US"/>
              <a:t>Click to edit Master title style</a:t>
            </a:r>
          </a:p>
        </p:txBody>
      </p:sp>
    </p:spTree>
    <p:extLst>
      <p:ext uri="{BB962C8B-B14F-4D97-AF65-F5344CB8AC3E}">
        <p14:creationId xmlns:p14="http://schemas.microsoft.com/office/powerpoint/2010/main" val="1305925738"/>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showMasterSp="0" preserve="1">
  <p:cSld name="Title Slide - Black">
    <p:bg bwMode="gray">
      <p:bgPr>
        <a:solidFill>
          <a:schemeClr val="tx1"/>
        </a:solidFill>
        <a:effectLst/>
      </p:bgPr>
    </p:bg>
    <p:spTree>
      <p:nvGrpSpPr>
        <p:cNvPr id="1" name=""/>
        <p:cNvGrpSpPr/>
        <p:nvPr/>
      </p:nvGrpSpPr>
      <p:grpSpPr>
        <a:xfrm>
          <a:off x="0" y="0"/>
          <a:ext cx="0" cy="0"/>
          <a:chOff x="0" y="0"/>
          <a:chExt cx="0" cy="0"/>
        </a:xfrm>
      </p:grpSpPr>
      <p:grpSp>
        <p:nvGrpSpPr>
          <p:cNvPr id="30" name="Group 29">
            <a:extLst>
              <a:ext uri="{FF2B5EF4-FFF2-40B4-BE49-F238E27FC236}">
                <a16:creationId xmlns:a16="http://schemas.microsoft.com/office/drawing/2014/main" id="{E9ED29CA-6A60-490D-9D54-EA7CC7AF832C}"/>
              </a:ext>
            </a:extLst>
          </p:cNvPr>
          <p:cNvGrpSpPr>
            <a:grpSpLocks noChangeAspect="1"/>
          </p:cNvGrpSpPr>
          <p:nvPr/>
        </p:nvGrpSpPr>
        <p:grpSpPr>
          <a:xfrm>
            <a:off x="475325" y="457200"/>
            <a:ext cx="1998000" cy="374400"/>
            <a:chOff x="398463" y="404813"/>
            <a:chExt cx="1627187" cy="307976"/>
          </a:xfrm>
          <a:solidFill>
            <a:schemeClr val="bg1"/>
          </a:solidFill>
        </p:grpSpPr>
        <p:sp>
          <p:nvSpPr>
            <p:cNvPr id="31" name="Oval 5">
              <a:extLst>
                <a:ext uri="{FF2B5EF4-FFF2-40B4-BE49-F238E27FC236}">
                  <a16:creationId xmlns:a16="http://schemas.microsoft.com/office/drawing/2014/main" id="{119E2360-A688-44DF-A6BB-76D18177CCFF}"/>
                </a:ext>
              </a:extLst>
            </p:cNvPr>
            <p:cNvSpPr>
              <a:spLocks noChangeArrowheads="1"/>
            </p:cNvSpPr>
            <p:nvPr/>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accent1"/>
                </a:solidFill>
              </a:endParaRPr>
            </a:p>
          </p:txBody>
        </p:sp>
        <p:sp>
          <p:nvSpPr>
            <p:cNvPr id="32" name="Freeform 6">
              <a:extLst>
                <a:ext uri="{FF2B5EF4-FFF2-40B4-BE49-F238E27FC236}">
                  <a16:creationId xmlns:a16="http://schemas.microsoft.com/office/drawing/2014/main" id="{4265C3C7-34A9-47F1-AB5F-2771E187891E}"/>
                </a:ext>
              </a:extLst>
            </p:cNvPr>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3" name="Rectangle 7">
              <a:extLst>
                <a:ext uri="{FF2B5EF4-FFF2-40B4-BE49-F238E27FC236}">
                  <a16:creationId xmlns:a16="http://schemas.microsoft.com/office/drawing/2014/main" id="{A9400861-EDC5-4A80-9569-C20320CE006A}"/>
                </a:ext>
              </a:extLst>
            </p:cNvPr>
            <p:cNvSpPr>
              <a:spLocks noChangeArrowheads="1"/>
            </p:cNvSpPr>
            <p:nvPr/>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4" name="Freeform 8">
              <a:extLst>
                <a:ext uri="{FF2B5EF4-FFF2-40B4-BE49-F238E27FC236}">
                  <a16:creationId xmlns:a16="http://schemas.microsoft.com/office/drawing/2014/main" id="{64DC9296-DBBC-4C4E-ACB4-7DA2607D524B}"/>
                </a:ext>
              </a:extLst>
            </p:cNvPr>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5" name="Rectangle 9">
              <a:extLst>
                <a:ext uri="{FF2B5EF4-FFF2-40B4-BE49-F238E27FC236}">
                  <a16:creationId xmlns:a16="http://schemas.microsoft.com/office/drawing/2014/main" id="{3E26591B-8E9F-4856-8284-BF3F8DB6ABC1}"/>
                </a:ext>
              </a:extLst>
            </p:cNvPr>
            <p:cNvSpPr>
              <a:spLocks noChangeArrowheads="1"/>
            </p:cNvSpPr>
            <p:nvPr/>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6" name="Rectangle 10">
              <a:extLst>
                <a:ext uri="{FF2B5EF4-FFF2-40B4-BE49-F238E27FC236}">
                  <a16:creationId xmlns:a16="http://schemas.microsoft.com/office/drawing/2014/main" id="{43F42271-5510-4D15-B07B-133237928BB4}"/>
                </a:ext>
              </a:extLst>
            </p:cNvPr>
            <p:cNvSpPr>
              <a:spLocks noChangeArrowheads="1"/>
            </p:cNvSpPr>
            <p:nvPr/>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7" name="Freeform 11">
              <a:extLst>
                <a:ext uri="{FF2B5EF4-FFF2-40B4-BE49-F238E27FC236}">
                  <a16:creationId xmlns:a16="http://schemas.microsoft.com/office/drawing/2014/main" id="{00E9FD99-54D9-422B-9717-D0DD3442A0DF}"/>
                </a:ext>
              </a:extLst>
            </p:cNvPr>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8" name="Freeform 12">
              <a:extLst>
                <a:ext uri="{FF2B5EF4-FFF2-40B4-BE49-F238E27FC236}">
                  <a16:creationId xmlns:a16="http://schemas.microsoft.com/office/drawing/2014/main" id="{BAF30821-90D3-436A-8DDF-D130E66447E2}"/>
                </a:ext>
              </a:extLst>
            </p:cNvPr>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9" name="Freeform 13">
              <a:extLst>
                <a:ext uri="{FF2B5EF4-FFF2-40B4-BE49-F238E27FC236}">
                  <a16:creationId xmlns:a16="http://schemas.microsoft.com/office/drawing/2014/main" id="{5C1A565D-B22B-4EE2-ACC9-C993D581F00C}"/>
                </a:ext>
              </a:extLst>
            </p:cNvPr>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40" name="Freeform 14">
              <a:extLst>
                <a:ext uri="{FF2B5EF4-FFF2-40B4-BE49-F238E27FC236}">
                  <a16:creationId xmlns:a16="http://schemas.microsoft.com/office/drawing/2014/main" id="{666738FD-9737-43F5-8E36-896FD725FE08}"/>
                </a:ext>
              </a:extLst>
            </p:cNvPr>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sp>
        <p:nvSpPr>
          <p:cNvPr id="41" name="Picture Placeholder 8">
            <a:extLst>
              <a:ext uri="{FF2B5EF4-FFF2-40B4-BE49-F238E27FC236}">
                <a16:creationId xmlns:a16="http://schemas.microsoft.com/office/drawing/2014/main" id="{AC175F74-77C8-4969-BBF5-920619ED7628}"/>
              </a:ext>
            </a:extLst>
          </p:cNvPr>
          <p:cNvSpPr>
            <a:spLocks noGrp="1"/>
          </p:cNvSpPr>
          <p:nvPr>
            <p:ph type="pic" sz="quarter" idx="11"/>
          </p:nvPr>
        </p:nvSpPr>
        <p:spPr>
          <a:xfrm>
            <a:off x="3393716" y="727595"/>
            <a:ext cx="5400000" cy="5400000"/>
          </a:xfrm>
          <a:prstGeom prst="rect">
            <a:avLst/>
          </a:prstGeom>
        </p:spPr>
        <p:txBody>
          <a:bodyPr/>
          <a:lstStyle/>
          <a:p>
            <a:r>
              <a:rPr lang="en-US" noProof="0"/>
              <a:t>Click icon to add picture</a:t>
            </a:r>
          </a:p>
        </p:txBody>
      </p:sp>
      <p:sp>
        <p:nvSpPr>
          <p:cNvPr id="42" name="Title 1">
            <a:extLst>
              <a:ext uri="{FF2B5EF4-FFF2-40B4-BE49-F238E27FC236}">
                <a16:creationId xmlns:a16="http://schemas.microsoft.com/office/drawing/2014/main" id="{B345DB50-CB94-4421-9E14-33DABF973475}"/>
              </a:ext>
            </a:extLst>
          </p:cNvPr>
          <p:cNvSpPr>
            <a:spLocks noGrp="1"/>
          </p:cNvSpPr>
          <p:nvPr>
            <p:ph type="ctrTitle"/>
          </p:nvPr>
        </p:nvSpPr>
        <p:spPr bwMode="gray">
          <a:xfrm>
            <a:off x="501651" y="5186207"/>
            <a:ext cx="4446269" cy="895983"/>
          </a:xfrm>
          <a:prstGeom prst="rect">
            <a:avLst/>
          </a:prstGeom>
        </p:spPr>
        <p:txBody>
          <a:bodyPr anchor="b" anchorCtr="0">
            <a:noAutofit/>
          </a:bodyPr>
          <a:lstStyle>
            <a:lvl1pPr algn="l">
              <a:lnSpc>
                <a:spcPts val="3200"/>
              </a:lnSpc>
              <a:defRPr sz="3200" b="0">
                <a:solidFill>
                  <a:schemeClr val="accent1"/>
                </a:solidFill>
                <a:latin typeface="Calibri Light" panose="020F0302020204030204" pitchFamily="34" charset="0"/>
                <a:ea typeface="Open Sans" panose="020B0606030504020204" pitchFamily="34" charset="0"/>
                <a:cs typeface="Calibri Light" panose="020F0302020204030204" pitchFamily="34" charset="0"/>
              </a:defRPr>
            </a:lvl1pPr>
          </a:lstStyle>
          <a:p>
            <a:r>
              <a:rPr lang="en-US" noProof="0"/>
              <a:t>Click to edit Master title style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p:nvPr>
        </p:nvSpPr>
        <p:spPr>
          <a:xfrm>
            <a:off x="501651" y="6381750"/>
            <a:ext cx="4446269" cy="273050"/>
          </a:xfrm>
          <a:prstGeom prst="rect">
            <a:avLst/>
          </a:prstGeom>
        </p:spPr>
        <p:txBody>
          <a:bodyPr anchor="b">
            <a:noAutofit/>
          </a:bodyPr>
          <a:lstStyle>
            <a:lvl1pPr>
              <a:spcAft>
                <a:spcPts val="0"/>
              </a:spcAft>
              <a:defRPr sz="1400" b="1">
                <a:solidFill>
                  <a:schemeClr val="bg1"/>
                </a:solidFill>
                <a:latin typeface="Calibri" panose="020F050202020403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16" name="Group 15">
            <a:extLst>
              <a:ext uri="{FF2B5EF4-FFF2-40B4-BE49-F238E27FC236}">
                <a16:creationId xmlns:a16="http://schemas.microsoft.com/office/drawing/2014/main" id="{BBB00153-52E8-495A-BA32-E581AC7A8A67}"/>
              </a:ext>
            </a:extLst>
          </p:cNvPr>
          <p:cNvGrpSpPr>
            <a:grpSpLocks noChangeAspect="1"/>
          </p:cNvGrpSpPr>
          <p:nvPr userDrawn="1"/>
        </p:nvGrpSpPr>
        <p:grpSpPr>
          <a:xfrm>
            <a:off x="469900" y="457761"/>
            <a:ext cx="1998000" cy="374400"/>
            <a:chOff x="398463" y="404813"/>
            <a:chExt cx="1627187" cy="307976"/>
          </a:xfrm>
          <a:solidFill>
            <a:schemeClr val="tx1"/>
          </a:solidFill>
        </p:grpSpPr>
        <p:sp>
          <p:nvSpPr>
            <p:cNvPr id="17" name="Oval 5">
              <a:extLst>
                <a:ext uri="{FF2B5EF4-FFF2-40B4-BE49-F238E27FC236}">
                  <a16:creationId xmlns:a16="http://schemas.microsoft.com/office/drawing/2014/main" id="{EE44E009-869C-4AA1-972F-BFAD35A46F07}"/>
                </a:ext>
              </a:extLst>
            </p:cNvPr>
            <p:cNvSpPr>
              <a:spLocks noChangeArrowheads="1"/>
            </p:cNvSpPr>
            <p:nvPr userDrawn="1"/>
          </p:nvSpPr>
          <p:spPr bwMode="auto">
            <a:xfrm>
              <a:off x="1938338" y="625476"/>
              <a:ext cx="87312" cy="87313"/>
            </a:xfrm>
            <a:prstGeom prst="ellipse">
              <a:avLst/>
            </a:prstGeom>
            <a:solidFill>
              <a:srgbClr val="86BC2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8" name="Freeform 6">
              <a:extLst>
                <a:ext uri="{FF2B5EF4-FFF2-40B4-BE49-F238E27FC236}">
                  <a16:creationId xmlns:a16="http://schemas.microsoft.com/office/drawing/2014/main" id="{DC9A9EB1-2077-4DFD-B533-87E250FD463C}"/>
                </a:ext>
              </a:extLst>
            </p:cNvPr>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9" name="Rectangle 7">
              <a:extLst>
                <a:ext uri="{FF2B5EF4-FFF2-40B4-BE49-F238E27FC236}">
                  <a16:creationId xmlns:a16="http://schemas.microsoft.com/office/drawing/2014/main" id="{33ACF17B-FD5C-45C9-B731-4D7315B1D9C2}"/>
                </a:ext>
              </a:extLst>
            </p:cNvPr>
            <p:cNvSpPr>
              <a:spLocks noChangeArrowheads="1"/>
            </p:cNvSpPr>
            <p:nvPr userDrawn="1"/>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0" name="Freeform 8">
              <a:extLst>
                <a:ext uri="{FF2B5EF4-FFF2-40B4-BE49-F238E27FC236}">
                  <a16:creationId xmlns:a16="http://schemas.microsoft.com/office/drawing/2014/main" id="{3D32D184-C4ED-4776-9DCC-E3F18CF55C2F}"/>
                </a:ext>
              </a:extLst>
            </p:cNvPr>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1" name="Rectangle 9">
              <a:extLst>
                <a:ext uri="{FF2B5EF4-FFF2-40B4-BE49-F238E27FC236}">
                  <a16:creationId xmlns:a16="http://schemas.microsoft.com/office/drawing/2014/main" id="{090BAC98-B3D7-4E96-B78D-0FE4BD1884B7}"/>
                </a:ext>
              </a:extLst>
            </p:cNvPr>
            <p:cNvSpPr>
              <a:spLocks noChangeArrowheads="1"/>
            </p:cNvSpPr>
            <p:nvPr userDrawn="1"/>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2" name="Rectangle 10">
              <a:extLst>
                <a:ext uri="{FF2B5EF4-FFF2-40B4-BE49-F238E27FC236}">
                  <a16:creationId xmlns:a16="http://schemas.microsoft.com/office/drawing/2014/main" id="{D81C0B16-CEDA-4DD7-AA0E-D7E98149B002}"/>
                </a:ext>
              </a:extLst>
            </p:cNvPr>
            <p:cNvSpPr>
              <a:spLocks noChangeArrowheads="1"/>
            </p:cNvSpPr>
            <p:nvPr userDrawn="1"/>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3" name="Freeform 11">
              <a:extLst>
                <a:ext uri="{FF2B5EF4-FFF2-40B4-BE49-F238E27FC236}">
                  <a16:creationId xmlns:a16="http://schemas.microsoft.com/office/drawing/2014/main" id="{C71424E0-1449-47B0-BF76-7A226D3160CC}"/>
                </a:ext>
              </a:extLst>
            </p:cNvPr>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4" name="Freeform 12">
              <a:extLst>
                <a:ext uri="{FF2B5EF4-FFF2-40B4-BE49-F238E27FC236}">
                  <a16:creationId xmlns:a16="http://schemas.microsoft.com/office/drawing/2014/main" id="{39CF108A-51E0-49A1-80F5-6286DB6FEBCA}"/>
                </a:ext>
              </a:extLst>
            </p:cNvPr>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5" name="Freeform 13">
              <a:extLst>
                <a:ext uri="{FF2B5EF4-FFF2-40B4-BE49-F238E27FC236}">
                  <a16:creationId xmlns:a16="http://schemas.microsoft.com/office/drawing/2014/main" id="{28BEACF0-05E8-46F1-8AE5-8FF2ADC543E9}"/>
                </a:ext>
              </a:extLst>
            </p:cNvPr>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6" name="Freeform 14">
              <a:extLst>
                <a:ext uri="{FF2B5EF4-FFF2-40B4-BE49-F238E27FC236}">
                  <a16:creationId xmlns:a16="http://schemas.microsoft.com/office/drawing/2014/main" id="{B661CA16-D87B-4315-804A-3E82AE3F0CF4}"/>
                </a:ext>
              </a:extLst>
            </p:cNvPr>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spTree>
    <p:extLst>
      <p:ext uri="{BB962C8B-B14F-4D97-AF65-F5344CB8AC3E}">
        <p14:creationId xmlns:p14="http://schemas.microsoft.com/office/powerpoint/2010/main" val="3369856244"/>
      </p:ext>
    </p:extLst>
  </p:cSld>
  <p:clrMapOvr>
    <a:masterClrMapping/>
  </p:clrMapOvr>
  <p:transition>
    <p:fade/>
  </p:transition>
  <p:hf hdr="0" dt="0"/>
  <p:extLst>
    <p:ext uri="{DCECCB84-F9BA-43D5-87BE-67443E8EF086}">
      <p15:sldGuideLst xmlns:p15="http://schemas.microsoft.com/office/powerpoint/2012/main">
        <p15:guide id="1" orient="horz" pos="4088">
          <p15:clr>
            <a:srgbClr val="FBAE40"/>
          </p15:clr>
        </p15:guide>
      </p15:sldGuideLst>
    </p:ext>
  </p:extLst>
</p:sldLayout>
</file>

<file path=ppt/slideLayouts/slideLayout106.xml><?xml version="1.0" encoding="utf-8"?>
<p:sldLayout xmlns:a="http://schemas.openxmlformats.org/drawingml/2006/main" xmlns:r="http://schemas.openxmlformats.org/officeDocument/2006/relationships" xmlns:p="http://schemas.openxmlformats.org/presentationml/2006/main" showMasterSp="0" preserve="1">
  <p:cSld name="Title Slide - Black Page Image">
    <p:bg bwMode="gray">
      <p:bgPr>
        <a:solidFill>
          <a:schemeClr val="tx1"/>
        </a:solidFill>
        <a:effectLst/>
      </p:bgPr>
    </p:bg>
    <p:spTree>
      <p:nvGrpSpPr>
        <p:cNvPr id="1" name=""/>
        <p:cNvGrpSpPr/>
        <p:nvPr/>
      </p:nvGrpSpPr>
      <p:grpSpPr>
        <a:xfrm>
          <a:off x="0" y="0"/>
          <a:ext cx="0" cy="0"/>
          <a:chOff x="0" y="0"/>
          <a:chExt cx="0" cy="0"/>
        </a:xfrm>
      </p:grpSpPr>
      <p:sp>
        <p:nvSpPr>
          <p:cNvPr id="17" name="Picture Placeholder 8">
            <a:extLst>
              <a:ext uri="{FF2B5EF4-FFF2-40B4-BE49-F238E27FC236}">
                <a16:creationId xmlns:a16="http://schemas.microsoft.com/office/drawing/2014/main" id="{DEF77F0F-DE6A-48C9-92BD-013174DD643C}"/>
              </a:ext>
            </a:extLst>
          </p:cNvPr>
          <p:cNvSpPr>
            <a:spLocks noGrp="1"/>
          </p:cNvSpPr>
          <p:nvPr>
            <p:ph type="pic" sz="quarter" idx="11"/>
          </p:nvPr>
        </p:nvSpPr>
        <p:spPr>
          <a:xfrm>
            <a:off x="0" y="0"/>
            <a:ext cx="12192000" cy="6858000"/>
          </a:xfrm>
          <a:prstGeom prst="rect">
            <a:avLst/>
          </a:prstGeom>
        </p:spPr>
        <p:txBody>
          <a:bodyPr/>
          <a:lstStyle>
            <a:lvl1pPr>
              <a:defRPr>
                <a:solidFill>
                  <a:schemeClr val="bg1"/>
                </a:solidFill>
              </a:defRPr>
            </a:lvl1pPr>
          </a:lstStyle>
          <a:p>
            <a:r>
              <a:rPr lang="en-US" noProof="0"/>
              <a:t>Click icon to add picture</a:t>
            </a:r>
          </a:p>
        </p:txBody>
      </p:sp>
      <p:sp>
        <p:nvSpPr>
          <p:cNvPr id="41" name="Text Placeholder 4">
            <a:extLst>
              <a:ext uri="{FF2B5EF4-FFF2-40B4-BE49-F238E27FC236}">
                <a16:creationId xmlns:a16="http://schemas.microsoft.com/office/drawing/2014/main" id="{EE5D7BA0-7E63-4F55-8707-FB998AF96C8C}"/>
              </a:ext>
            </a:extLst>
          </p:cNvPr>
          <p:cNvSpPr>
            <a:spLocks noGrp="1"/>
          </p:cNvSpPr>
          <p:nvPr>
            <p:ph type="body" sz="quarter" idx="10"/>
          </p:nvPr>
        </p:nvSpPr>
        <p:spPr>
          <a:xfrm>
            <a:off x="501651" y="6381750"/>
            <a:ext cx="4446269" cy="273050"/>
          </a:xfrm>
          <a:prstGeom prst="rect">
            <a:avLst/>
          </a:prstGeom>
        </p:spPr>
        <p:txBody>
          <a:bodyPr anchor="b">
            <a:noAutofit/>
          </a:bodyPr>
          <a:lstStyle>
            <a:lvl1pPr>
              <a:spcAft>
                <a:spcPts val="0"/>
              </a:spcAft>
              <a:defRPr sz="1400" b="1">
                <a:solidFill>
                  <a:schemeClr val="bg1"/>
                </a:solidFill>
                <a:latin typeface="Calibri" panose="020F050202020403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5" name="Title 1">
            <a:extLst>
              <a:ext uri="{FF2B5EF4-FFF2-40B4-BE49-F238E27FC236}">
                <a16:creationId xmlns:a16="http://schemas.microsoft.com/office/drawing/2014/main" id="{37C1D43B-9933-4650-9DD5-73494BECAE5A}"/>
              </a:ext>
            </a:extLst>
          </p:cNvPr>
          <p:cNvSpPr>
            <a:spLocks noGrp="1"/>
          </p:cNvSpPr>
          <p:nvPr>
            <p:ph type="ctrTitle"/>
          </p:nvPr>
        </p:nvSpPr>
        <p:spPr bwMode="gray">
          <a:xfrm>
            <a:off x="501651" y="5186207"/>
            <a:ext cx="4446269" cy="895983"/>
          </a:xfrm>
          <a:prstGeom prst="rect">
            <a:avLst/>
          </a:prstGeom>
        </p:spPr>
        <p:txBody>
          <a:bodyPr anchor="b" anchorCtr="0">
            <a:noAutofit/>
          </a:bodyPr>
          <a:lstStyle>
            <a:lvl1pPr algn="l">
              <a:lnSpc>
                <a:spcPts val="3200"/>
              </a:lnSpc>
              <a:defRPr sz="3200" b="0">
                <a:solidFill>
                  <a:schemeClr val="accent1"/>
                </a:solidFill>
                <a:latin typeface="Calibri Light" panose="020F0302020204030204" pitchFamily="34" charset="0"/>
                <a:ea typeface="Open Sans" panose="020B0606030504020204" pitchFamily="34" charset="0"/>
                <a:cs typeface="Calibri Light" panose="020F0302020204030204" pitchFamily="34" charset="0"/>
              </a:defRPr>
            </a:lvl1pPr>
          </a:lstStyle>
          <a:p>
            <a:r>
              <a:rPr lang="en-US" noProof="0"/>
              <a:t>Click to edit Master title style</a:t>
            </a:r>
          </a:p>
        </p:txBody>
      </p:sp>
    </p:spTree>
    <p:extLst>
      <p:ext uri="{BB962C8B-B14F-4D97-AF65-F5344CB8AC3E}">
        <p14:creationId xmlns:p14="http://schemas.microsoft.com/office/powerpoint/2010/main" val="2671108880"/>
      </p:ext>
    </p:extLst>
  </p:cSld>
  <p:clrMapOvr>
    <a:masterClrMapping/>
  </p:clrMapOvr>
  <p:transition>
    <p:fade/>
  </p:transition>
  <p:hf hdr="0" dt="0"/>
  <p:extLst>
    <p:ext uri="{DCECCB84-F9BA-43D5-87BE-67443E8EF086}">
      <p15:sldGuideLst xmlns:p15="http://schemas.microsoft.com/office/powerpoint/2012/main">
        <p15:guide id="1" orient="horz" pos="4088">
          <p15:clr>
            <a:srgbClr val="FBAE40"/>
          </p15:clr>
        </p15:guide>
      </p15:sldGuideLst>
    </p:ext>
  </p:extLst>
</p:sldLayout>
</file>

<file path=ppt/slideLayouts/slideLayout107.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with text">
    <p:bg bwMode="gray">
      <p:bgPr>
        <a:solidFill>
          <a:schemeClr val="bg1"/>
        </a:solidFill>
        <a:effectLst/>
      </p:bgPr>
    </p:bg>
    <p:spTree>
      <p:nvGrpSpPr>
        <p:cNvPr id="1" name=""/>
        <p:cNvGrpSpPr/>
        <p:nvPr/>
      </p:nvGrpSpPr>
      <p:grpSpPr>
        <a:xfrm>
          <a:off x="0" y="0"/>
          <a:ext cx="0" cy="0"/>
          <a:chOff x="0" y="0"/>
          <a:chExt cx="0" cy="0"/>
        </a:xfrm>
      </p:grpSpPr>
      <p:grpSp>
        <p:nvGrpSpPr>
          <p:cNvPr id="30" name="Group 29">
            <a:extLst>
              <a:ext uri="{FF2B5EF4-FFF2-40B4-BE49-F238E27FC236}">
                <a16:creationId xmlns:a16="http://schemas.microsoft.com/office/drawing/2014/main" id="{E9ED29CA-6A60-490D-9D54-EA7CC7AF832C}"/>
              </a:ext>
            </a:extLst>
          </p:cNvPr>
          <p:cNvGrpSpPr>
            <a:grpSpLocks noChangeAspect="1"/>
          </p:cNvGrpSpPr>
          <p:nvPr/>
        </p:nvGrpSpPr>
        <p:grpSpPr>
          <a:xfrm>
            <a:off x="475325" y="457200"/>
            <a:ext cx="1998000" cy="374400"/>
            <a:chOff x="398463" y="404813"/>
            <a:chExt cx="1627187" cy="307976"/>
          </a:xfrm>
          <a:solidFill>
            <a:schemeClr val="tx1"/>
          </a:solidFill>
        </p:grpSpPr>
        <p:sp>
          <p:nvSpPr>
            <p:cNvPr id="31" name="Oval 5">
              <a:extLst>
                <a:ext uri="{FF2B5EF4-FFF2-40B4-BE49-F238E27FC236}">
                  <a16:creationId xmlns:a16="http://schemas.microsoft.com/office/drawing/2014/main" id="{119E2360-A688-44DF-A6BB-76D18177CCFF}"/>
                </a:ext>
              </a:extLst>
            </p:cNvPr>
            <p:cNvSpPr>
              <a:spLocks noChangeArrowheads="1"/>
            </p:cNvSpPr>
            <p:nvPr/>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2" name="Freeform 6">
              <a:extLst>
                <a:ext uri="{FF2B5EF4-FFF2-40B4-BE49-F238E27FC236}">
                  <a16:creationId xmlns:a16="http://schemas.microsoft.com/office/drawing/2014/main" id="{4265C3C7-34A9-47F1-AB5F-2771E187891E}"/>
                </a:ext>
              </a:extLst>
            </p:cNvPr>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3" name="Rectangle 7">
              <a:extLst>
                <a:ext uri="{FF2B5EF4-FFF2-40B4-BE49-F238E27FC236}">
                  <a16:creationId xmlns:a16="http://schemas.microsoft.com/office/drawing/2014/main" id="{A9400861-EDC5-4A80-9569-C20320CE006A}"/>
                </a:ext>
              </a:extLst>
            </p:cNvPr>
            <p:cNvSpPr>
              <a:spLocks noChangeArrowheads="1"/>
            </p:cNvSpPr>
            <p:nvPr/>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4" name="Freeform 8">
              <a:extLst>
                <a:ext uri="{FF2B5EF4-FFF2-40B4-BE49-F238E27FC236}">
                  <a16:creationId xmlns:a16="http://schemas.microsoft.com/office/drawing/2014/main" id="{64DC9296-DBBC-4C4E-ACB4-7DA2607D524B}"/>
                </a:ext>
              </a:extLst>
            </p:cNvPr>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5" name="Rectangle 9">
              <a:extLst>
                <a:ext uri="{FF2B5EF4-FFF2-40B4-BE49-F238E27FC236}">
                  <a16:creationId xmlns:a16="http://schemas.microsoft.com/office/drawing/2014/main" id="{3E26591B-8E9F-4856-8284-BF3F8DB6ABC1}"/>
                </a:ext>
              </a:extLst>
            </p:cNvPr>
            <p:cNvSpPr>
              <a:spLocks noChangeArrowheads="1"/>
            </p:cNvSpPr>
            <p:nvPr/>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6" name="Rectangle 10">
              <a:extLst>
                <a:ext uri="{FF2B5EF4-FFF2-40B4-BE49-F238E27FC236}">
                  <a16:creationId xmlns:a16="http://schemas.microsoft.com/office/drawing/2014/main" id="{43F42271-5510-4D15-B07B-133237928BB4}"/>
                </a:ext>
              </a:extLst>
            </p:cNvPr>
            <p:cNvSpPr>
              <a:spLocks noChangeArrowheads="1"/>
            </p:cNvSpPr>
            <p:nvPr/>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7" name="Freeform 11">
              <a:extLst>
                <a:ext uri="{FF2B5EF4-FFF2-40B4-BE49-F238E27FC236}">
                  <a16:creationId xmlns:a16="http://schemas.microsoft.com/office/drawing/2014/main" id="{00E9FD99-54D9-422B-9717-D0DD3442A0DF}"/>
                </a:ext>
              </a:extLst>
            </p:cNvPr>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8" name="Freeform 12">
              <a:extLst>
                <a:ext uri="{FF2B5EF4-FFF2-40B4-BE49-F238E27FC236}">
                  <a16:creationId xmlns:a16="http://schemas.microsoft.com/office/drawing/2014/main" id="{BAF30821-90D3-436A-8DDF-D130E66447E2}"/>
                </a:ext>
              </a:extLst>
            </p:cNvPr>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9" name="Freeform 13">
              <a:extLst>
                <a:ext uri="{FF2B5EF4-FFF2-40B4-BE49-F238E27FC236}">
                  <a16:creationId xmlns:a16="http://schemas.microsoft.com/office/drawing/2014/main" id="{5C1A565D-B22B-4EE2-ACC9-C993D581F00C}"/>
                </a:ext>
              </a:extLst>
            </p:cNvPr>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40" name="Freeform 14">
              <a:extLst>
                <a:ext uri="{FF2B5EF4-FFF2-40B4-BE49-F238E27FC236}">
                  <a16:creationId xmlns:a16="http://schemas.microsoft.com/office/drawing/2014/main" id="{666738FD-9737-43F5-8E36-896FD725FE08}"/>
                </a:ext>
              </a:extLst>
            </p:cNvPr>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sp>
        <p:nvSpPr>
          <p:cNvPr id="42" name="Title 1">
            <a:extLst>
              <a:ext uri="{FF2B5EF4-FFF2-40B4-BE49-F238E27FC236}">
                <a16:creationId xmlns:a16="http://schemas.microsoft.com/office/drawing/2014/main" id="{B345DB50-CB94-4421-9E14-33DABF973475}"/>
              </a:ext>
            </a:extLst>
          </p:cNvPr>
          <p:cNvSpPr>
            <a:spLocks noGrp="1"/>
          </p:cNvSpPr>
          <p:nvPr>
            <p:ph type="ctrTitle" hasCustomPrompt="1"/>
          </p:nvPr>
        </p:nvSpPr>
        <p:spPr bwMode="gray">
          <a:xfrm>
            <a:off x="501651" y="5186207"/>
            <a:ext cx="4446269" cy="895983"/>
          </a:xfrm>
          <a:prstGeom prst="rect">
            <a:avLst/>
          </a:prstGeom>
        </p:spPr>
        <p:txBody>
          <a:bodyPr anchor="b" anchorCtr="0">
            <a:noAutofit/>
          </a:bodyPr>
          <a:lstStyle>
            <a:lvl1pPr algn="l">
              <a:lnSpc>
                <a:spcPts val="3200"/>
              </a:lnSpc>
              <a:defRPr sz="3200" b="0">
                <a:solidFill>
                  <a:schemeClr val="tx1"/>
                </a:solidFill>
                <a:latin typeface="Calibri Light" panose="020F0302020204030204" pitchFamily="34" charset="0"/>
                <a:ea typeface="Open Sans" panose="020B0606030504020204" pitchFamily="34" charset="0"/>
                <a:cs typeface="Calibri Light" panose="020F0302020204030204" pitchFamily="34" charset="0"/>
              </a:defRPr>
            </a:lvl1pPr>
          </a:lstStyle>
          <a:p>
            <a:r>
              <a:rPr lang="en-US" noProof="0"/>
              <a:t>Click to edit </a:t>
            </a:r>
            <a:br>
              <a:rPr lang="en-US" noProof="0"/>
            </a:br>
            <a:r>
              <a:rPr lang="en-US" noProof="0"/>
              <a:t>Master title style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p:nvPr>
        </p:nvSpPr>
        <p:spPr>
          <a:xfrm>
            <a:off x="501651" y="6381750"/>
            <a:ext cx="4446269" cy="273050"/>
          </a:xfrm>
          <a:prstGeom prst="rect">
            <a:avLst/>
          </a:prstGeom>
        </p:spPr>
        <p:txBody>
          <a:bodyPr anchor="b">
            <a:noAutofit/>
          </a:bodyPr>
          <a:lstStyle>
            <a:lvl1pPr>
              <a:spcAft>
                <a:spcPts val="0"/>
              </a:spcAft>
              <a:defRPr sz="1400" b="1">
                <a:solidFill>
                  <a:schemeClr val="tx1"/>
                </a:solidFill>
                <a:latin typeface="Calibri" panose="020F050202020403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16" name="Group 15">
            <a:extLst>
              <a:ext uri="{FF2B5EF4-FFF2-40B4-BE49-F238E27FC236}">
                <a16:creationId xmlns:a16="http://schemas.microsoft.com/office/drawing/2014/main" id="{BE53F9A5-D017-41A9-87FD-42B8B6C64282}"/>
              </a:ext>
            </a:extLst>
          </p:cNvPr>
          <p:cNvGrpSpPr>
            <a:grpSpLocks noChangeAspect="1"/>
          </p:cNvGrpSpPr>
          <p:nvPr userDrawn="1"/>
        </p:nvGrpSpPr>
        <p:grpSpPr>
          <a:xfrm>
            <a:off x="475325" y="457200"/>
            <a:ext cx="1998000" cy="374400"/>
            <a:chOff x="398463" y="404813"/>
            <a:chExt cx="1627187" cy="307976"/>
          </a:xfrm>
          <a:solidFill>
            <a:schemeClr val="tx1"/>
          </a:solidFill>
        </p:grpSpPr>
        <p:sp>
          <p:nvSpPr>
            <p:cNvPr id="17" name="Oval 5">
              <a:extLst>
                <a:ext uri="{FF2B5EF4-FFF2-40B4-BE49-F238E27FC236}">
                  <a16:creationId xmlns:a16="http://schemas.microsoft.com/office/drawing/2014/main" id="{70412374-88D8-4076-97A4-28B9D453A9F4}"/>
                </a:ext>
              </a:extLst>
            </p:cNvPr>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8" name="Freeform 6">
              <a:extLst>
                <a:ext uri="{FF2B5EF4-FFF2-40B4-BE49-F238E27FC236}">
                  <a16:creationId xmlns:a16="http://schemas.microsoft.com/office/drawing/2014/main" id="{059052DC-E283-45E3-A11B-EFC0EF64057E}"/>
                </a:ext>
              </a:extLst>
            </p:cNvPr>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9" name="Rectangle 7">
              <a:extLst>
                <a:ext uri="{FF2B5EF4-FFF2-40B4-BE49-F238E27FC236}">
                  <a16:creationId xmlns:a16="http://schemas.microsoft.com/office/drawing/2014/main" id="{C8E40EE6-74FE-4B63-ADD7-D8251359CC54}"/>
                </a:ext>
              </a:extLst>
            </p:cNvPr>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0" name="Freeform 8">
              <a:extLst>
                <a:ext uri="{FF2B5EF4-FFF2-40B4-BE49-F238E27FC236}">
                  <a16:creationId xmlns:a16="http://schemas.microsoft.com/office/drawing/2014/main" id="{6D34B50B-2467-467F-BE0D-CA832EE3A76E}"/>
                </a:ext>
              </a:extLst>
            </p:cNvPr>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1" name="Rectangle 9">
              <a:extLst>
                <a:ext uri="{FF2B5EF4-FFF2-40B4-BE49-F238E27FC236}">
                  <a16:creationId xmlns:a16="http://schemas.microsoft.com/office/drawing/2014/main" id="{1004DF0B-038C-4CB4-89B3-42D949ED0B9D}"/>
                </a:ext>
              </a:extLst>
            </p:cNvPr>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2" name="Rectangle 10">
              <a:extLst>
                <a:ext uri="{FF2B5EF4-FFF2-40B4-BE49-F238E27FC236}">
                  <a16:creationId xmlns:a16="http://schemas.microsoft.com/office/drawing/2014/main" id="{2FB8C6E0-92EE-49AA-95D9-7BE219F64FE7}"/>
                </a:ext>
              </a:extLst>
            </p:cNvPr>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3" name="Freeform 11">
              <a:extLst>
                <a:ext uri="{FF2B5EF4-FFF2-40B4-BE49-F238E27FC236}">
                  <a16:creationId xmlns:a16="http://schemas.microsoft.com/office/drawing/2014/main" id="{CEE92EC5-3F38-4286-A2DA-7B5E941BC2B9}"/>
                </a:ext>
              </a:extLst>
            </p:cNvPr>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4" name="Freeform 12">
              <a:extLst>
                <a:ext uri="{FF2B5EF4-FFF2-40B4-BE49-F238E27FC236}">
                  <a16:creationId xmlns:a16="http://schemas.microsoft.com/office/drawing/2014/main" id="{3C2CE8EA-279F-441C-99BC-330C664B3281}"/>
                </a:ext>
              </a:extLst>
            </p:cNvPr>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5" name="Freeform 13">
              <a:extLst>
                <a:ext uri="{FF2B5EF4-FFF2-40B4-BE49-F238E27FC236}">
                  <a16:creationId xmlns:a16="http://schemas.microsoft.com/office/drawing/2014/main" id="{328EA017-C8BA-490A-9F7A-F880FE999A8D}"/>
                </a:ext>
              </a:extLst>
            </p:cNvPr>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6" name="Freeform 14">
              <a:extLst>
                <a:ext uri="{FF2B5EF4-FFF2-40B4-BE49-F238E27FC236}">
                  <a16:creationId xmlns:a16="http://schemas.microsoft.com/office/drawing/2014/main" id="{BAE89DBE-19C8-422A-B7E6-D6726124DF54}"/>
                </a:ext>
              </a:extLst>
            </p:cNvPr>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spTree>
    <p:extLst>
      <p:ext uri="{BB962C8B-B14F-4D97-AF65-F5344CB8AC3E}">
        <p14:creationId xmlns:p14="http://schemas.microsoft.com/office/powerpoint/2010/main" val="1872455306"/>
      </p:ext>
    </p:extLst>
  </p:cSld>
  <p:clrMapOvr>
    <a:masterClrMapping/>
  </p:clrMapOvr>
  <p:transition>
    <p:fade/>
  </p:transition>
  <p:hf hdr="0" dt="0"/>
  <p:extLst>
    <p:ext uri="{DCECCB84-F9BA-43D5-87BE-67443E8EF086}">
      <p15:sldGuideLst xmlns:p15="http://schemas.microsoft.com/office/powerpoint/2012/main">
        <p15:guide id="1" orient="horz" pos="4088">
          <p15:clr>
            <a:srgbClr val="FBAE40"/>
          </p15:clr>
        </p15:guide>
      </p15:sldGuideLst>
    </p:ext>
  </p:extLst>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p:cSld name="Divider - Deloitt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670834"/>
            <a:ext cx="10541000" cy="1592403"/>
          </a:xfrm>
          <a:prstGeom prst="rect">
            <a:avLst/>
          </a:prstGeom>
        </p:spPr>
        <p:txBody>
          <a:bodyPr anchor="b"/>
          <a:lstStyle>
            <a:lvl1pPr>
              <a:lnSpc>
                <a:spcPct val="95000"/>
              </a:lnSpc>
              <a:defRPr sz="3600" b="1">
                <a:solidFill>
                  <a:schemeClr val="tx1"/>
                </a:solidFill>
                <a:latin typeface="+mj-lt"/>
                <a:ea typeface="Open Sans" panose="020B0606030504020204" pitchFamily="34" charset="0"/>
                <a:cs typeface="Calibri" panose="020F050202020403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0"/>
            <a:ext cx="10541000" cy="1566532"/>
          </a:xfrm>
        </p:spPr>
        <p:txBody>
          <a:bodyPr lIns="0" tIns="0" rIns="0" bIns="0">
            <a:noAutofit/>
          </a:bodyPr>
          <a:lstStyle>
            <a:lvl1pPr marL="0" indent="0">
              <a:lnSpc>
                <a:spcPct val="95000"/>
              </a:lnSpc>
              <a:spcAft>
                <a:spcPts val="0"/>
              </a:spcAft>
              <a:buNone/>
              <a:defRPr sz="3600">
                <a:solidFill>
                  <a:schemeClr val="tx1"/>
                </a:solidFill>
                <a:latin typeface="+mn-lt"/>
                <a:cs typeface="Calibri" panose="020F050202020403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a:t>Click to edit Master text styles</a:t>
            </a:r>
          </a:p>
        </p:txBody>
      </p:sp>
    </p:spTree>
    <p:extLst>
      <p:ext uri="{BB962C8B-B14F-4D97-AF65-F5344CB8AC3E}">
        <p14:creationId xmlns:p14="http://schemas.microsoft.com/office/powerpoint/2010/main" val="888387889"/>
      </p:ext>
    </p:extLst>
  </p:cSld>
  <p:clrMapOvr>
    <a:masterClrMapping/>
  </p:clrMapOvr>
  <p:transition>
    <p:fade/>
  </p:transition>
</p:sldLayout>
</file>

<file path=ppt/slideLayouts/slideLayout109.xml><?xml version="1.0" encoding="utf-8"?>
<p:sldLayout xmlns:a="http://schemas.openxmlformats.org/drawingml/2006/main" xmlns:r="http://schemas.openxmlformats.org/officeDocument/2006/relationships" xmlns:p="http://schemas.openxmlformats.org/presentationml/2006/main" showMasterSp="0" preserve="1">
  <p:cSld name="Divider - Deloitte green accent 4">
    <p:bg bwMode="gray">
      <p:bgPr>
        <a:solidFill>
          <a:schemeClr val="accent4"/>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0" y="1705668"/>
            <a:ext cx="10418233" cy="1592403"/>
          </a:xfrm>
          <a:prstGeom prst="rect">
            <a:avLst/>
          </a:prstGeom>
        </p:spPr>
        <p:txBody>
          <a:bodyPr anchor="b"/>
          <a:lstStyle>
            <a:lvl1pPr>
              <a:lnSpc>
                <a:spcPct val="95000"/>
              </a:lnSpc>
              <a:defRPr sz="360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19" name="Text Placeholder 2"/>
          <p:cNvSpPr>
            <a:spLocks noGrp="1"/>
          </p:cNvSpPr>
          <p:nvPr>
            <p:ph type="body" idx="1"/>
          </p:nvPr>
        </p:nvSpPr>
        <p:spPr bwMode="gray">
          <a:xfrm>
            <a:off x="469900" y="3429000"/>
            <a:ext cx="10418233" cy="1566532"/>
          </a:xfrm>
        </p:spPr>
        <p:txBody>
          <a:bodyPr lIns="0" tIns="0" rIns="0" bIns="0">
            <a:noAutofit/>
          </a:bodyPr>
          <a:lstStyle>
            <a:lvl1pPr marL="0" indent="0">
              <a:lnSpc>
                <a:spcPct val="95000"/>
              </a:lnSpc>
              <a:spcAft>
                <a:spcPts val="0"/>
              </a:spcAft>
              <a:buNone/>
              <a:defRPr sz="360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Click to edit Master text styles</a:t>
            </a:r>
          </a:p>
        </p:txBody>
      </p:sp>
      <p:sp>
        <p:nvSpPr>
          <p:cNvPr id="9" name="TextBox 8">
            <a:extLst>
              <a:ext uri="{FF2B5EF4-FFF2-40B4-BE49-F238E27FC236}">
                <a16:creationId xmlns:a16="http://schemas.microsoft.com/office/drawing/2014/main" id="{6C32543E-E807-47A4-A234-D5C7012187B4}"/>
              </a:ext>
            </a:extLst>
          </p:cNvPr>
          <p:cNvSpPr txBox="1"/>
          <p:nvPr/>
        </p:nvSpPr>
        <p:spPr>
          <a:xfrm>
            <a:off x="11382377" y="6477001"/>
            <a:ext cx="307975" cy="138499"/>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900" noProof="0" smtClean="0">
                <a:solidFill>
                  <a:schemeClr val="bg1"/>
                </a:solidFill>
                <a:latin typeface="Calibri" panose="020F0502020204030204" pitchFamily="34" charset="0"/>
                <a:cs typeface="Calibri" panose="020F0502020204030204" pitchFamily="34" charset="0"/>
              </a:rPr>
              <a:pPr marL="0" indent="0" algn="r">
                <a:spcBef>
                  <a:spcPts val="600"/>
                </a:spcBef>
                <a:buSzPct val="100000"/>
                <a:buFont typeface="Arial"/>
                <a:buNone/>
              </a:pPr>
              <a:t>‹#›</a:t>
            </a:fld>
            <a:endParaRPr lang="en-US" sz="900" noProof="0">
              <a:solidFill>
                <a:schemeClr val="bg1"/>
              </a:solidFill>
              <a:latin typeface="Calibri" panose="020F0502020204030204" pitchFamily="34" charset="0"/>
              <a:cs typeface="Calibri" panose="020F0502020204030204" pitchFamily="34" charset="0"/>
            </a:endParaRPr>
          </a:p>
        </p:txBody>
      </p:sp>
      <p:sp>
        <p:nvSpPr>
          <p:cNvPr id="12" name="TextBox 11">
            <a:extLst>
              <a:ext uri="{FF2B5EF4-FFF2-40B4-BE49-F238E27FC236}">
                <a16:creationId xmlns:a16="http://schemas.microsoft.com/office/drawing/2014/main" id="{94F2D29F-D256-48DF-93EB-3649C0F15C84}"/>
              </a:ext>
            </a:extLst>
          </p:cNvPr>
          <p:cNvSpPr txBox="1"/>
          <p:nvPr userDrawn="1"/>
        </p:nvSpPr>
        <p:spPr>
          <a:xfrm>
            <a:off x="11382377" y="6477001"/>
            <a:ext cx="307975" cy="138499"/>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900" noProof="0" smtClean="0">
                <a:solidFill>
                  <a:schemeClr val="bg1"/>
                </a:solidFill>
                <a:latin typeface="Calibri" panose="020F0502020204030204" pitchFamily="34" charset="0"/>
                <a:cs typeface="Calibri" panose="020F0502020204030204" pitchFamily="34" charset="0"/>
              </a:rPr>
              <a:pPr marL="0" indent="0" algn="r">
                <a:spcBef>
                  <a:spcPts val="600"/>
                </a:spcBef>
                <a:buSzPct val="100000"/>
                <a:buFont typeface="Arial"/>
                <a:buNone/>
              </a:pPr>
              <a:t>‹#›</a:t>
            </a:fld>
            <a:endParaRPr lang="en-US" sz="900" noProof="0">
              <a:solidFill>
                <a:schemeClr val="bg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730825672"/>
      </p:ext>
    </p:extLst>
  </p:cSld>
  <p:clrMapOvr>
    <a:masterClrMapping/>
  </p:clrMapOvr>
  <p:transition>
    <p:fade/>
  </p:transition>
</p:sldLayout>
</file>

<file path=ppt/slideLayouts/slideLayout110.xml><?xml version="1.0" encoding="utf-8"?>
<p:sldLayout xmlns:a="http://schemas.openxmlformats.org/drawingml/2006/main" xmlns:r="http://schemas.openxmlformats.org/officeDocument/2006/relationships" xmlns:p="http://schemas.openxmlformats.org/presentationml/2006/main" showMasterSp="0" preserve="1">
  <p:cSld name="Divider - Deloitte black">
    <p:bg bwMode="gray">
      <p:bgPr>
        <a:solidFill>
          <a:schemeClr val="tx1"/>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0" y="1705668"/>
            <a:ext cx="10418233" cy="1592403"/>
          </a:xfrm>
          <a:prstGeom prst="rect">
            <a:avLst/>
          </a:prstGeom>
        </p:spPr>
        <p:txBody>
          <a:bodyPr anchor="b"/>
          <a:lstStyle>
            <a:lvl1pPr>
              <a:lnSpc>
                <a:spcPct val="95000"/>
              </a:lnSpc>
              <a:defRPr sz="360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19" name="Text Placeholder 2"/>
          <p:cNvSpPr>
            <a:spLocks noGrp="1"/>
          </p:cNvSpPr>
          <p:nvPr>
            <p:ph type="body" idx="1"/>
          </p:nvPr>
        </p:nvSpPr>
        <p:spPr bwMode="gray">
          <a:xfrm>
            <a:off x="469900" y="3429000"/>
            <a:ext cx="10418233" cy="1566532"/>
          </a:xfrm>
        </p:spPr>
        <p:txBody>
          <a:bodyPr lIns="0" tIns="0" rIns="0" bIns="0">
            <a:noAutofit/>
          </a:bodyPr>
          <a:lstStyle>
            <a:lvl1pPr marL="0" indent="0">
              <a:lnSpc>
                <a:spcPct val="95000"/>
              </a:lnSpc>
              <a:spcAft>
                <a:spcPts val="0"/>
              </a:spcAft>
              <a:buNone/>
              <a:defRPr sz="360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Click to edit Master text styles</a:t>
            </a:r>
          </a:p>
        </p:txBody>
      </p:sp>
      <p:sp>
        <p:nvSpPr>
          <p:cNvPr id="7" name="CaseCode">
            <a:extLst>
              <a:ext uri="{FF2B5EF4-FFF2-40B4-BE49-F238E27FC236}">
                <a16:creationId xmlns:a16="http://schemas.microsoft.com/office/drawing/2014/main" id="{E8E60749-A3E0-4E09-BF50-6D6B361BEF91}"/>
              </a:ext>
            </a:extLst>
          </p:cNvPr>
          <p:cNvSpPr txBox="1"/>
          <p:nvPr/>
        </p:nvSpPr>
        <p:spPr>
          <a:xfrm>
            <a:off x="6335184" y="6477000"/>
            <a:ext cx="4896560" cy="276999"/>
          </a:xfrm>
          <a:prstGeom prst="rect">
            <a:avLst/>
          </a:prstGeom>
          <a:noFill/>
        </p:spPr>
        <p:txBody>
          <a:bodyPr wrap="square" lIns="0" tIns="0" rIns="0" bIns="0" rtlCol="0">
            <a:spAutoFit/>
          </a:bodyPr>
          <a:lstStyle/>
          <a:p>
            <a:pPr marL="0" indent="0" algn="r">
              <a:spcBef>
                <a:spcPts val="0"/>
              </a:spcBef>
              <a:buSzPct val="100000"/>
              <a:buFont typeface="Arial"/>
              <a:buNone/>
            </a:pPr>
            <a:r>
              <a:rPr lang="en-US" sz="900" noProof="0">
                <a:solidFill>
                  <a:schemeClr val="bg1"/>
                </a:solidFill>
                <a:latin typeface="Calibri" panose="020F0502020204030204" pitchFamily="34" charset="0"/>
                <a:cs typeface="Calibri" panose="020F0502020204030204" pitchFamily="34" charset="0"/>
              </a:rPr>
              <a:t>Presentation title</a:t>
            </a:r>
            <a:br>
              <a:rPr lang="en-US" sz="900" noProof="0">
                <a:solidFill>
                  <a:schemeClr val="bg1"/>
                </a:solidFill>
                <a:latin typeface="Calibri" panose="020F0502020204030204" pitchFamily="34" charset="0"/>
                <a:cs typeface="Calibri" panose="020F0502020204030204" pitchFamily="34" charset="0"/>
              </a:rPr>
            </a:br>
            <a:r>
              <a:rPr lang="en-US" sz="900" noProof="0">
                <a:solidFill>
                  <a:schemeClr val="bg1"/>
                </a:solidFill>
                <a:latin typeface="Calibri" panose="020F0502020204030204" pitchFamily="34" charset="0"/>
                <a:cs typeface="Calibri" panose="020F0502020204030204" pitchFamily="34" charset="0"/>
              </a:rPr>
              <a:t>[To edit, click View &gt; Slide Master &gt; Slide Master]</a:t>
            </a:r>
          </a:p>
        </p:txBody>
      </p:sp>
      <p:sp>
        <p:nvSpPr>
          <p:cNvPr id="8" name="Copyright">
            <a:extLst>
              <a:ext uri="{FF2B5EF4-FFF2-40B4-BE49-F238E27FC236}">
                <a16:creationId xmlns:a16="http://schemas.microsoft.com/office/drawing/2014/main" id="{2AD12011-8F73-49BB-8C12-BDC820477529}"/>
              </a:ext>
            </a:extLst>
          </p:cNvPr>
          <p:cNvSpPr txBox="1"/>
          <p:nvPr/>
        </p:nvSpPr>
        <p:spPr>
          <a:xfrm>
            <a:off x="501649" y="6477001"/>
            <a:ext cx="5355168" cy="276999"/>
          </a:xfrm>
          <a:prstGeom prst="rect">
            <a:avLst/>
          </a:prstGeom>
          <a:noFill/>
        </p:spPr>
        <p:txBody>
          <a:bodyPr wrap="square" lIns="0" tIns="0" rIns="0" bIns="0" rtlCol="0">
            <a:spAutoFit/>
          </a:bodyPr>
          <a:lstStyle/>
          <a:p>
            <a:pPr marL="0" indent="0">
              <a:spcBef>
                <a:spcPts val="600"/>
              </a:spcBef>
              <a:buSzPct val="100000"/>
              <a:buFont typeface="Arial"/>
              <a:buNone/>
            </a:pPr>
            <a:r>
              <a:rPr lang="en-US" sz="900" noProof="0">
                <a:solidFill>
                  <a:schemeClr val="bg1"/>
                </a:solidFill>
                <a:latin typeface="Calibri" panose="020F0502020204030204" pitchFamily="34" charset="0"/>
                <a:cs typeface="Calibri" panose="020F0502020204030204" pitchFamily="34" charset="0"/>
              </a:rPr>
              <a:t>Member firms and DTTL: Insert appropriate copyright</a:t>
            </a:r>
            <a:br>
              <a:rPr lang="en-US" sz="900" noProof="0">
                <a:solidFill>
                  <a:schemeClr val="bg1"/>
                </a:solidFill>
                <a:latin typeface="Calibri" panose="020F0502020204030204" pitchFamily="34" charset="0"/>
                <a:cs typeface="Calibri" panose="020F0502020204030204" pitchFamily="34" charset="0"/>
              </a:rPr>
            </a:br>
            <a:r>
              <a:rPr lang="en-US" sz="900" noProof="0">
                <a:solidFill>
                  <a:schemeClr val="bg1"/>
                </a:solidFill>
                <a:latin typeface="Calibri" panose="020F0502020204030204" pitchFamily="34" charset="0"/>
                <a:cs typeface="Calibri" panose="020F0502020204030204" pitchFamily="34" charset="0"/>
              </a:rPr>
              <a:t>[To edit, click View &gt; Slide Master &gt; Slide Master]</a:t>
            </a:r>
          </a:p>
        </p:txBody>
      </p:sp>
      <p:sp>
        <p:nvSpPr>
          <p:cNvPr id="9" name="TextBox 8">
            <a:extLst>
              <a:ext uri="{FF2B5EF4-FFF2-40B4-BE49-F238E27FC236}">
                <a16:creationId xmlns:a16="http://schemas.microsoft.com/office/drawing/2014/main" id="{8194F347-CBED-4284-9EC5-49E7D0DE163A}"/>
              </a:ext>
            </a:extLst>
          </p:cNvPr>
          <p:cNvSpPr txBox="1"/>
          <p:nvPr/>
        </p:nvSpPr>
        <p:spPr>
          <a:xfrm>
            <a:off x="11382377" y="6477001"/>
            <a:ext cx="307975" cy="138499"/>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900" noProof="0" smtClean="0">
                <a:solidFill>
                  <a:schemeClr val="bg1"/>
                </a:solidFill>
                <a:latin typeface="Calibri" panose="020F0502020204030204" pitchFamily="34" charset="0"/>
                <a:cs typeface="Calibri" panose="020F0502020204030204" pitchFamily="34" charset="0"/>
              </a:rPr>
              <a:pPr marL="0" indent="0" algn="r">
                <a:spcBef>
                  <a:spcPts val="600"/>
                </a:spcBef>
                <a:buSzPct val="100000"/>
                <a:buFont typeface="Arial"/>
                <a:buNone/>
              </a:pPr>
              <a:t>‹#›</a:t>
            </a:fld>
            <a:endParaRPr lang="en-US" sz="900" noProof="0">
              <a:solidFill>
                <a:schemeClr val="bg1"/>
              </a:solidFill>
              <a:latin typeface="Calibri" panose="020F0502020204030204" pitchFamily="34" charset="0"/>
              <a:cs typeface="Calibri" panose="020F0502020204030204" pitchFamily="34" charset="0"/>
            </a:endParaRPr>
          </a:p>
        </p:txBody>
      </p:sp>
      <p:sp>
        <p:nvSpPr>
          <p:cNvPr id="12" name="TextBox 11">
            <a:extLst>
              <a:ext uri="{FF2B5EF4-FFF2-40B4-BE49-F238E27FC236}">
                <a16:creationId xmlns:a16="http://schemas.microsoft.com/office/drawing/2014/main" id="{D56403AF-FAB8-425F-B7B3-1CED91E5B09F}"/>
              </a:ext>
            </a:extLst>
          </p:cNvPr>
          <p:cNvSpPr txBox="1"/>
          <p:nvPr userDrawn="1"/>
        </p:nvSpPr>
        <p:spPr>
          <a:xfrm>
            <a:off x="11382377" y="6477001"/>
            <a:ext cx="307975" cy="138499"/>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900" noProof="0" smtClean="0">
                <a:solidFill>
                  <a:schemeClr val="bg1"/>
                </a:solidFill>
                <a:latin typeface="Calibri" panose="020F0502020204030204" pitchFamily="34" charset="0"/>
                <a:cs typeface="Calibri" panose="020F0502020204030204" pitchFamily="34" charset="0"/>
              </a:rPr>
              <a:pPr marL="0" indent="0" algn="r">
                <a:spcBef>
                  <a:spcPts val="600"/>
                </a:spcBef>
                <a:buSzPct val="100000"/>
                <a:buFont typeface="Arial"/>
                <a:buNone/>
              </a:pPr>
              <a:t>‹#›</a:t>
            </a:fld>
            <a:endParaRPr lang="en-US" sz="900" noProof="0">
              <a:solidFill>
                <a:schemeClr val="bg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238964304"/>
      </p:ext>
    </p:extLst>
  </p:cSld>
  <p:clrMapOvr>
    <a:masterClrMapping/>
  </p:clrMapOvr>
  <p:transition>
    <p:fade/>
  </p:transition>
</p:sldLayout>
</file>

<file path=ppt/slideLayouts/slideLayout111.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green accent 4">
    <p:bg bwMode="gray">
      <p:bgPr>
        <a:solidFill>
          <a:schemeClr val="accent4"/>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0" y="1705668"/>
            <a:ext cx="10418233" cy="1592403"/>
          </a:xfrm>
          <a:prstGeom prst="rect">
            <a:avLst/>
          </a:prstGeom>
        </p:spPr>
        <p:txBody>
          <a:bodyPr anchor="b"/>
          <a:lstStyle>
            <a:lvl1pPr>
              <a:lnSpc>
                <a:spcPct val="95000"/>
              </a:lnSpc>
              <a:defRPr sz="360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19" name="Text Placeholder 2"/>
          <p:cNvSpPr>
            <a:spLocks noGrp="1"/>
          </p:cNvSpPr>
          <p:nvPr>
            <p:ph type="body" idx="1"/>
          </p:nvPr>
        </p:nvSpPr>
        <p:spPr bwMode="gray">
          <a:xfrm>
            <a:off x="469900" y="3429000"/>
            <a:ext cx="10418233" cy="1566532"/>
          </a:xfrm>
        </p:spPr>
        <p:txBody>
          <a:bodyPr lIns="0" tIns="0" rIns="0" bIns="0">
            <a:noAutofit/>
          </a:bodyPr>
          <a:lstStyle>
            <a:lvl1pPr marL="0" indent="0">
              <a:lnSpc>
                <a:spcPct val="95000"/>
              </a:lnSpc>
              <a:spcAft>
                <a:spcPts val="0"/>
              </a:spcAft>
              <a:buNone/>
              <a:defRPr sz="360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Click to edit Master text styles</a:t>
            </a:r>
          </a:p>
        </p:txBody>
      </p:sp>
      <p:sp>
        <p:nvSpPr>
          <p:cNvPr id="9" name="TextBox 8">
            <a:extLst>
              <a:ext uri="{FF2B5EF4-FFF2-40B4-BE49-F238E27FC236}">
                <a16:creationId xmlns:a16="http://schemas.microsoft.com/office/drawing/2014/main" id="{6C32543E-E807-47A4-A234-D5C7012187B4}"/>
              </a:ext>
            </a:extLst>
          </p:cNvPr>
          <p:cNvSpPr txBox="1"/>
          <p:nvPr userDrawn="1"/>
        </p:nvSpPr>
        <p:spPr>
          <a:xfrm>
            <a:off x="11382377" y="6477001"/>
            <a:ext cx="307975" cy="138499"/>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900" noProof="0" smtClean="0">
                <a:solidFill>
                  <a:schemeClr val="bg1"/>
                </a:solidFill>
                <a:latin typeface="Calibri" panose="020F0502020204030204" pitchFamily="34" charset="0"/>
                <a:cs typeface="Calibri" panose="020F0502020204030204" pitchFamily="34" charset="0"/>
              </a:rPr>
              <a:pPr marL="0" indent="0" algn="r">
                <a:spcBef>
                  <a:spcPts val="600"/>
                </a:spcBef>
                <a:buSzPct val="100000"/>
                <a:buFont typeface="Arial"/>
                <a:buNone/>
              </a:pPr>
              <a:t>‹#›</a:t>
            </a:fld>
            <a:endParaRPr lang="en-US" sz="900" noProof="0">
              <a:solidFill>
                <a:schemeClr val="bg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220773031"/>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112.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black">
    <p:bg bwMode="gray">
      <p:bgPr>
        <a:solidFill>
          <a:schemeClr val="tx1"/>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0" y="1705668"/>
            <a:ext cx="10418233" cy="1592403"/>
          </a:xfrm>
          <a:prstGeom prst="rect">
            <a:avLst/>
          </a:prstGeom>
        </p:spPr>
        <p:txBody>
          <a:bodyPr anchor="b"/>
          <a:lstStyle>
            <a:lvl1pPr>
              <a:lnSpc>
                <a:spcPct val="95000"/>
              </a:lnSpc>
              <a:defRPr sz="360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19" name="Text Placeholder 2"/>
          <p:cNvSpPr>
            <a:spLocks noGrp="1"/>
          </p:cNvSpPr>
          <p:nvPr>
            <p:ph type="body" idx="1"/>
          </p:nvPr>
        </p:nvSpPr>
        <p:spPr bwMode="gray">
          <a:xfrm>
            <a:off x="469900" y="3429000"/>
            <a:ext cx="10418233" cy="1566532"/>
          </a:xfrm>
        </p:spPr>
        <p:txBody>
          <a:bodyPr lIns="0" tIns="0" rIns="0" bIns="0">
            <a:noAutofit/>
          </a:bodyPr>
          <a:lstStyle>
            <a:lvl1pPr marL="0" indent="0">
              <a:lnSpc>
                <a:spcPct val="95000"/>
              </a:lnSpc>
              <a:spcAft>
                <a:spcPts val="0"/>
              </a:spcAft>
              <a:buNone/>
              <a:defRPr sz="360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Click to edit Master text styles</a:t>
            </a:r>
          </a:p>
        </p:txBody>
      </p:sp>
      <p:sp>
        <p:nvSpPr>
          <p:cNvPr id="9" name="TextBox 8">
            <a:extLst>
              <a:ext uri="{FF2B5EF4-FFF2-40B4-BE49-F238E27FC236}">
                <a16:creationId xmlns:a16="http://schemas.microsoft.com/office/drawing/2014/main" id="{8194F347-CBED-4284-9EC5-49E7D0DE163A}"/>
              </a:ext>
            </a:extLst>
          </p:cNvPr>
          <p:cNvSpPr txBox="1"/>
          <p:nvPr userDrawn="1"/>
        </p:nvSpPr>
        <p:spPr>
          <a:xfrm>
            <a:off x="11382377" y="6477001"/>
            <a:ext cx="307975" cy="138499"/>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900" noProof="0" smtClean="0">
                <a:solidFill>
                  <a:schemeClr val="bg1"/>
                </a:solidFill>
                <a:latin typeface="Calibri" panose="020F0502020204030204" pitchFamily="34" charset="0"/>
                <a:cs typeface="Calibri" panose="020F0502020204030204" pitchFamily="34" charset="0"/>
              </a:rPr>
              <a:pPr marL="0" indent="0" algn="r">
                <a:spcBef>
                  <a:spcPts val="600"/>
                </a:spcBef>
                <a:buSzPct val="100000"/>
                <a:buFont typeface="Arial"/>
                <a:buNone/>
              </a:pPr>
              <a:t>‹#›</a:t>
            </a:fld>
            <a:endParaRPr lang="en-US" sz="900" noProof="0">
              <a:solidFill>
                <a:schemeClr val="bg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336045665"/>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113.xml><?xml version="1.0" encoding="utf-8"?>
<p:sldLayout xmlns:a="http://schemas.openxmlformats.org/drawingml/2006/main" xmlns:r="http://schemas.openxmlformats.org/officeDocument/2006/relationships" xmlns:p="http://schemas.openxmlformats.org/presentationml/2006/main" showMasterSp="0" preserve="1" userDrawn="1">
  <p:cSld name="Strategic Finance">
    <p:bg bwMode="gray">
      <p:bgPr>
        <a:solidFill>
          <a:schemeClr val="bg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14646E4-1A69-DA4B-A3BC-FA22CBB2DFA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350" y="0"/>
            <a:ext cx="12179300" cy="6858000"/>
          </a:xfrm>
          <a:prstGeom prst="rect">
            <a:avLst/>
          </a:prstGeom>
        </p:spPr>
      </p:pic>
      <p:sp>
        <p:nvSpPr>
          <p:cNvPr id="18" name="Title 1"/>
          <p:cNvSpPr>
            <a:spLocks noGrp="1"/>
          </p:cNvSpPr>
          <p:nvPr>
            <p:ph type="title"/>
          </p:nvPr>
        </p:nvSpPr>
        <p:spPr bwMode="gray">
          <a:xfrm>
            <a:off x="469900" y="0"/>
            <a:ext cx="10418233" cy="6858000"/>
          </a:xfrm>
          <a:prstGeom prst="rect">
            <a:avLst/>
          </a:prstGeom>
        </p:spPr>
        <p:txBody>
          <a:bodyPr anchor="ctr"/>
          <a:lstStyle>
            <a:lvl1pPr>
              <a:lnSpc>
                <a:spcPct val="95000"/>
              </a:lnSpc>
              <a:defRPr sz="3600" b="1">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9" name="TextBox 8">
            <a:extLst>
              <a:ext uri="{FF2B5EF4-FFF2-40B4-BE49-F238E27FC236}">
                <a16:creationId xmlns:a16="http://schemas.microsoft.com/office/drawing/2014/main" id="{8194F347-CBED-4284-9EC5-49E7D0DE163A}"/>
              </a:ext>
            </a:extLst>
          </p:cNvPr>
          <p:cNvSpPr txBox="1"/>
          <p:nvPr userDrawn="1"/>
        </p:nvSpPr>
        <p:spPr>
          <a:xfrm>
            <a:off x="11382377" y="6477001"/>
            <a:ext cx="307975" cy="138499"/>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900" noProof="0" smtClean="0">
                <a:solidFill>
                  <a:schemeClr val="bg1"/>
                </a:solidFill>
                <a:latin typeface="Calibri" panose="020F0502020204030204" pitchFamily="34" charset="0"/>
                <a:cs typeface="Calibri" panose="020F0502020204030204" pitchFamily="34" charset="0"/>
              </a:rPr>
              <a:pPr marL="0" indent="0" algn="r">
                <a:spcBef>
                  <a:spcPts val="600"/>
                </a:spcBef>
                <a:buSzPct val="100000"/>
                <a:buFont typeface="Arial"/>
                <a:buNone/>
              </a:pPr>
              <a:t>‹#›</a:t>
            </a:fld>
            <a:endParaRPr lang="en-US" sz="900" noProof="0">
              <a:solidFill>
                <a:schemeClr val="bg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38921265"/>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114.xml><?xml version="1.0" encoding="utf-8"?>
<p:sldLayout xmlns:a="http://schemas.openxmlformats.org/drawingml/2006/main" xmlns:r="http://schemas.openxmlformats.org/officeDocument/2006/relationships" xmlns:p="http://schemas.openxmlformats.org/presentationml/2006/main" showMasterSp="0" preserve="1" userDrawn="1">
  <p:cSld name="Strategic Finance BG">
    <p:bg bwMode="gray">
      <p:bgPr>
        <a:solidFill>
          <a:schemeClr val="bg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BE2DF83-5039-604F-BC75-CC3052D792B5}"/>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18" name="Title 1"/>
          <p:cNvSpPr>
            <a:spLocks noGrp="1"/>
          </p:cNvSpPr>
          <p:nvPr>
            <p:ph type="title"/>
          </p:nvPr>
        </p:nvSpPr>
        <p:spPr bwMode="gray">
          <a:xfrm>
            <a:off x="469900" y="0"/>
            <a:ext cx="10418233" cy="6858000"/>
          </a:xfrm>
          <a:prstGeom prst="rect">
            <a:avLst/>
          </a:prstGeom>
        </p:spPr>
        <p:txBody>
          <a:bodyPr anchor="ctr"/>
          <a:lstStyle>
            <a:lvl1pPr>
              <a:lnSpc>
                <a:spcPct val="95000"/>
              </a:lnSpc>
              <a:defRPr sz="360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9" name="TextBox 8">
            <a:extLst>
              <a:ext uri="{FF2B5EF4-FFF2-40B4-BE49-F238E27FC236}">
                <a16:creationId xmlns:a16="http://schemas.microsoft.com/office/drawing/2014/main" id="{8194F347-CBED-4284-9EC5-49E7D0DE163A}"/>
              </a:ext>
            </a:extLst>
          </p:cNvPr>
          <p:cNvSpPr txBox="1"/>
          <p:nvPr userDrawn="1"/>
        </p:nvSpPr>
        <p:spPr>
          <a:xfrm>
            <a:off x="11382377" y="6477001"/>
            <a:ext cx="307975" cy="138499"/>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900" noProof="0" smtClean="0">
                <a:solidFill>
                  <a:schemeClr val="bg1"/>
                </a:solidFill>
                <a:latin typeface="Calibri" panose="020F0502020204030204" pitchFamily="34" charset="0"/>
                <a:cs typeface="Calibri" panose="020F0502020204030204" pitchFamily="34" charset="0"/>
              </a:rPr>
              <a:pPr marL="0" indent="0" algn="r">
                <a:spcBef>
                  <a:spcPts val="600"/>
                </a:spcBef>
                <a:buSzPct val="100000"/>
                <a:buFont typeface="Arial"/>
                <a:buNone/>
              </a:pPr>
              <a:t>‹#›</a:t>
            </a:fld>
            <a:endParaRPr lang="en-US" sz="900" noProof="0">
              <a:solidFill>
                <a:schemeClr val="bg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06939957"/>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115.xml><?xml version="1.0" encoding="utf-8"?>
<p:sldLayout xmlns:a="http://schemas.openxmlformats.org/drawingml/2006/main" xmlns:r="http://schemas.openxmlformats.org/officeDocument/2006/relationships" xmlns:p="http://schemas.openxmlformats.org/presentationml/2006/main" showMasterSp="0" preserve="1" userDrawn="1">
  <p:cSld name="Financial Planning and Analysis">
    <p:bg bwMode="gray">
      <p:bgPr>
        <a:solidFill>
          <a:schemeClr val="bg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14646E4-1A69-DA4B-A3BC-FA22CBB2DFA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350" y="0"/>
            <a:ext cx="12179300" cy="6858000"/>
          </a:xfrm>
          <a:prstGeom prst="rect">
            <a:avLst/>
          </a:prstGeom>
        </p:spPr>
      </p:pic>
      <p:sp>
        <p:nvSpPr>
          <p:cNvPr id="18" name="Title 1"/>
          <p:cNvSpPr>
            <a:spLocks noGrp="1"/>
          </p:cNvSpPr>
          <p:nvPr>
            <p:ph type="title"/>
          </p:nvPr>
        </p:nvSpPr>
        <p:spPr bwMode="gray">
          <a:xfrm>
            <a:off x="469900" y="0"/>
            <a:ext cx="10418233" cy="6858000"/>
          </a:xfrm>
          <a:prstGeom prst="rect">
            <a:avLst/>
          </a:prstGeom>
        </p:spPr>
        <p:txBody>
          <a:bodyPr anchor="ctr"/>
          <a:lstStyle>
            <a:lvl1pPr>
              <a:lnSpc>
                <a:spcPct val="95000"/>
              </a:lnSpc>
              <a:defRPr sz="3600" b="1">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9" name="TextBox 8">
            <a:extLst>
              <a:ext uri="{FF2B5EF4-FFF2-40B4-BE49-F238E27FC236}">
                <a16:creationId xmlns:a16="http://schemas.microsoft.com/office/drawing/2014/main" id="{8194F347-CBED-4284-9EC5-49E7D0DE163A}"/>
              </a:ext>
            </a:extLst>
          </p:cNvPr>
          <p:cNvSpPr txBox="1"/>
          <p:nvPr userDrawn="1"/>
        </p:nvSpPr>
        <p:spPr>
          <a:xfrm>
            <a:off x="11382377" y="6477001"/>
            <a:ext cx="307975" cy="138499"/>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900" noProof="0" smtClean="0">
                <a:solidFill>
                  <a:schemeClr val="bg1"/>
                </a:solidFill>
                <a:latin typeface="Calibri" panose="020F0502020204030204" pitchFamily="34" charset="0"/>
                <a:cs typeface="Calibri" panose="020F0502020204030204" pitchFamily="34" charset="0"/>
              </a:rPr>
              <a:pPr marL="0" indent="0" algn="r">
                <a:spcBef>
                  <a:spcPts val="600"/>
                </a:spcBef>
                <a:buSzPct val="100000"/>
                <a:buFont typeface="Arial"/>
                <a:buNone/>
              </a:pPr>
              <a:t>‹#›</a:t>
            </a:fld>
            <a:endParaRPr lang="en-US" sz="900" noProof="0">
              <a:solidFill>
                <a:schemeClr val="bg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610804902"/>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116.xml><?xml version="1.0" encoding="utf-8"?>
<p:sldLayout xmlns:a="http://schemas.openxmlformats.org/drawingml/2006/main" xmlns:r="http://schemas.openxmlformats.org/officeDocument/2006/relationships" xmlns:p="http://schemas.openxmlformats.org/presentationml/2006/main" showMasterSp="0" preserve="1" userDrawn="1">
  <p:cSld name="Business Unit Finance">
    <p:bg bwMode="gray">
      <p:bgPr>
        <a:solidFill>
          <a:schemeClr val="bg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14646E4-1A69-DA4B-A3BC-FA22CBB2DFA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350" y="0"/>
            <a:ext cx="12179300" cy="6858000"/>
          </a:xfrm>
          <a:prstGeom prst="rect">
            <a:avLst/>
          </a:prstGeom>
        </p:spPr>
      </p:pic>
      <p:sp>
        <p:nvSpPr>
          <p:cNvPr id="18" name="Title 1"/>
          <p:cNvSpPr>
            <a:spLocks noGrp="1"/>
          </p:cNvSpPr>
          <p:nvPr>
            <p:ph type="title"/>
          </p:nvPr>
        </p:nvSpPr>
        <p:spPr bwMode="gray">
          <a:xfrm>
            <a:off x="469900" y="0"/>
            <a:ext cx="10418233" cy="6858000"/>
          </a:xfrm>
          <a:prstGeom prst="rect">
            <a:avLst/>
          </a:prstGeom>
        </p:spPr>
        <p:txBody>
          <a:bodyPr anchor="ctr"/>
          <a:lstStyle>
            <a:lvl1pPr>
              <a:lnSpc>
                <a:spcPct val="95000"/>
              </a:lnSpc>
              <a:defRPr sz="3600" b="1">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9" name="TextBox 8">
            <a:extLst>
              <a:ext uri="{FF2B5EF4-FFF2-40B4-BE49-F238E27FC236}">
                <a16:creationId xmlns:a16="http://schemas.microsoft.com/office/drawing/2014/main" id="{8194F347-CBED-4284-9EC5-49E7D0DE163A}"/>
              </a:ext>
            </a:extLst>
          </p:cNvPr>
          <p:cNvSpPr txBox="1"/>
          <p:nvPr userDrawn="1"/>
        </p:nvSpPr>
        <p:spPr>
          <a:xfrm>
            <a:off x="11382377" y="6477001"/>
            <a:ext cx="307975" cy="138499"/>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900" noProof="0" smtClean="0">
                <a:solidFill>
                  <a:schemeClr val="bg1"/>
                </a:solidFill>
                <a:latin typeface="Calibri" panose="020F0502020204030204" pitchFamily="34" charset="0"/>
                <a:cs typeface="Calibri" panose="020F0502020204030204" pitchFamily="34" charset="0"/>
              </a:rPr>
              <a:pPr marL="0" indent="0" algn="r">
                <a:spcBef>
                  <a:spcPts val="600"/>
                </a:spcBef>
                <a:buSzPct val="100000"/>
                <a:buFont typeface="Arial"/>
                <a:buNone/>
              </a:pPr>
              <a:t>‹#›</a:t>
            </a:fld>
            <a:endParaRPr lang="en-US" sz="900" noProof="0">
              <a:solidFill>
                <a:schemeClr val="bg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172003949"/>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117.xml><?xml version="1.0" encoding="utf-8"?>
<p:sldLayout xmlns:a="http://schemas.openxmlformats.org/drawingml/2006/main" xmlns:r="http://schemas.openxmlformats.org/officeDocument/2006/relationships" xmlns:p="http://schemas.openxmlformats.org/presentationml/2006/main" showMasterSp="0" preserve="1" userDrawn="1">
  <p:cSld name="Transactional Finance">
    <p:bg bwMode="gray">
      <p:bgPr>
        <a:solidFill>
          <a:schemeClr val="bg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14646E4-1A69-DA4B-A3BC-FA22CBB2DFA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350" y="0"/>
            <a:ext cx="12179300" cy="6858000"/>
          </a:xfrm>
          <a:prstGeom prst="rect">
            <a:avLst/>
          </a:prstGeom>
        </p:spPr>
      </p:pic>
      <p:sp>
        <p:nvSpPr>
          <p:cNvPr id="18" name="Title 1"/>
          <p:cNvSpPr>
            <a:spLocks noGrp="1"/>
          </p:cNvSpPr>
          <p:nvPr>
            <p:ph type="title"/>
          </p:nvPr>
        </p:nvSpPr>
        <p:spPr bwMode="gray">
          <a:xfrm>
            <a:off x="469900" y="0"/>
            <a:ext cx="10418233" cy="6858000"/>
          </a:xfrm>
          <a:prstGeom prst="rect">
            <a:avLst/>
          </a:prstGeom>
        </p:spPr>
        <p:txBody>
          <a:bodyPr anchor="ctr"/>
          <a:lstStyle>
            <a:lvl1pPr>
              <a:lnSpc>
                <a:spcPct val="95000"/>
              </a:lnSpc>
              <a:defRPr sz="3600" b="1">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9" name="TextBox 8">
            <a:extLst>
              <a:ext uri="{FF2B5EF4-FFF2-40B4-BE49-F238E27FC236}">
                <a16:creationId xmlns:a16="http://schemas.microsoft.com/office/drawing/2014/main" id="{8194F347-CBED-4284-9EC5-49E7D0DE163A}"/>
              </a:ext>
            </a:extLst>
          </p:cNvPr>
          <p:cNvSpPr txBox="1"/>
          <p:nvPr userDrawn="1"/>
        </p:nvSpPr>
        <p:spPr>
          <a:xfrm>
            <a:off x="11382377" y="6477001"/>
            <a:ext cx="307975" cy="138499"/>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900" noProof="0" smtClean="0">
                <a:solidFill>
                  <a:schemeClr val="bg1"/>
                </a:solidFill>
                <a:latin typeface="Calibri" panose="020F0502020204030204" pitchFamily="34" charset="0"/>
                <a:cs typeface="Calibri" panose="020F0502020204030204" pitchFamily="34" charset="0"/>
              </a:rPr>
              <a:pPr marL="0" indent="0" algn="r">
                <a:spcBef>
                  <a:spcPts val="600"/>
                </a:spcBef>
                <a:buSzPct val="100000"/>
                <a:buFont typeface="Arial"/>
                <a:buNone/>
              </a:pPr>
              <a:t>‹#›</a:t>
            </a:fld>
            <a:endParaRPr lang="en-US" sz="900" noProof="0">
              <a:solidFill>
                <a:schemeClr val="bg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935282085"/>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118.xml><?xml version="1.0" encoding="utf-8"?>
<p:sldLayout xmlns:a="http://schemas.openxmlformats.org/drawingml/2006/main" xmlns:r="http://schemas.openxmlformats.org/officeDocument/2006/relationships" xmlns:p="http://schemas.openxmlformats.org/presentationml/2006/main" showMasterSp="0" preserve="1" userDrawn="1">
  <p:cSld name="Controllership">
    <p:bg bwMode="gray">
      <p:bgPr>
        <a:solidFill>
          <a:schemeClr val="bg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14646E4-1A69-DA4B-A3BC-FA22CBB2DFA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350" y="0"/>
            <a:ext cx="12179300" cy="6858000"/>
          </a:xfrm>
          <a:prstGeom prst="rect">
            <a:avLst/>
          </a:prstGeom>
        </p:spPr>
      </p:pic>
      <p:sp>
        <p:nvSpPr>
          <p:cNvPr id="18" name="Title 1"/>
          <p:cNvSpPr>
            <a:spLocks noGrp="1"/>
          </p:cNvSpPr>
          <p:nvPr>
            <p:ph type="title"/>
          </p:nvPr>
        </p:nvSpPr>
        <p:spPr bwMode="gray">
          <a:xfrm>
            <a:off x="469900" y="0"/>
            <a:ext cx="10418233" cy="6858000"/>
          </a:xfrm>
          <a:prstGeom prst="rect">
            <a:avLst/>
          </a:prstGeom>
        </p:spPr>
        <p:txBody>
          <a:bodyPr anchor="ctr"/>
          <a:lstStyle>
            <a:lvl1pPr>
              <a:lnSpc>
                <a:spcPct val="95000"/>
              </a:lnSpc>
              <a:defRPr sz="3600" b="1">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9" name="TextBox 8">
            <a:extLst>
              <a:ext uri="{FF2B5EF4-FFF2-40B4-BE49-F238E27FC236}">
                <a16:creationId xmlns:a16="http://schemas.microsoft.com/office/drawing/2014/main" id="{8194F347-CBED-4284-9EC5-49E7D0DE163A}"/>
              </a:ext>
            </a:extLst>
          </p:cNvPr>
          <p:cNvSpPr txBox="1"/>
          <p:nvPr userDrawn="1"/>
        </p:nvSpPr>
        <p:spPr>
          <a:xfrm>
            <a:off x="11382377" y="6477001"/>
            <a:ext cx="307975" cy="138499"/>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900" noProof="0" smtClean="0">
                <a:solidFill>
                  <a:schemeClr val="bg1"/>
                </a:solidFill>
                <a:latin typeface="Calibri" panose="020F0502020204030204" pitchFamily="34" charset="0"/>
                <a:cs typeface="Calibri" panose="020F0502020204030204" pitchFamily="34" charset="0"/>
              </a:rPr>
              <a:pPr marL="0" indent="0" algn="r">
                <a:spcBef>
                  <a:spcPts val="600"/>
                </a:spcBef>
                <a:buSzPct val="100000"/>
                <a:buFont typeface="Arial"/>
                <a:buNone/>
              </a:pPr>
              <a:t>‹#›</a:t>
            </a:fld>
            <a:endParaRPr lang="en-US" sz="900" noProof="0">
              <a:solidFill>
                <a:schemeClr val="bg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290986955"/>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119.xml><?xml version="1.0" encoding="utf-8"?>
<p:sldLayout xmlns:a="http://schemas.openxmlformats.org/drawingml/2006/main" xmlns:r="http://schemas.openxmlformats.org/officeDocument/2006/relationships" xmlns:p="http://schemas.openxmlformats.org/presentationml/2006/main" showMasterSp="0" preserve="1" userDrawn="1">
  <p:cSld name="Internal Audit">
    <p:bg bwMode="gray">
      <p:bgPr>
        <a:solidFill>
          <a:schemeClr val="bg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14646E4-1A69-DA4B-A3BC-FA22CBB2DFA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350" y="0"/>
            <a:ext cx="12179300" cy="6858000"/>
          </a:xfrm>
          <a:prstGeom prst="rect">
            <a:avLst/>
          </a:prstGeom>
        </p:spPr>
      </p:pic>
      <p:sp>
        <p:nvSpPr>
          <p:cNvPr id="18" name="Title 1"/>
          <p:cNvSpPr>
            <a:spLocks noGrp="1"/>
          </p:cNvSpPr>
          <p:nvPr>
            <p:ph type="title"/>
          </p:nvPr>
        </p:nvSpPr>
        <p:spPr bwMode="gray">
          <a:xfrm>
            <a:off x="469900" y="0"/>
            <a:ext cx="10418233" cy="6858000"/>
          </a:xfrm>
          <a:prstGeom prst="rect">
            <a:avLst/>
          </a:prstGeom>
        </p:spPr>
        <p:txBody>
          <a:bodyPr anchor="ctr"/>
          <a:lstStyle>
            <a:lvl1pPr>
              <a:lnSpc>
                <a:spcPct val="95000"/>
              </a:lnSpc>
              <a:defRPr sz="3600" b="1">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9" name="TextBox 8">
            <a:extLst>
              <a:ext uri="{FF2B5EF4-FFF2-40B4-BE49-F238E27FC236}">
                <a16:creationId xmlns:a16="http://schemas.microsoft.com/office/drawing/2014/main" id="{8194F347-CBED-4284-9EC5-49E7D0DE163A}"/>
              </a:ext>
            </a:extLst>
          </p:cNvPr>
          <p:cNvSpPr txBox="1"/>
          <p:nvPr userDrawn="1"/>
        </p:nvSpPr>
        <p:spPr>
          <a:xfrm>
            <a:off x="11382377" y="6477001"/>
            <a:ext cx="307975" cy="138499"/>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900" noProof="0" smtClean="0">
                <a:solidFill>
                  <a:schemeClr val="bg1"/>
                </a:solidFill>
                <a:latin typeface="Calibri" panose="020F0502020204030204" pitchFamily="34" charset="0"/>
                <a:cs typeface="Calibri" panose="020F0502020204030204" pitchFamily="34" charset="0"/>
              </a:rPr>
              <a:pPr marL="0" indent="0" algn="r">
                <a:spcBef>
                  <a:spcPts val="600"/>
                </a:spcBef>
                <a:buSzPct val="100000"/>
                <a:buFont typeface="Arial"/>
                <a:buNone/>
              </a:pPr>
              <a:t>‹#›</a:t>
            </a:fld>
            <a:endParaRPr lang="en-US" sz="900" noProof="0">
              <a:solidFill>
                <a:schemeClr val="bg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192907173"/>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p:cSld name="Title &amp; subtitle">
    <p:spTree>
      <p:nvGrpSpPr>
        <p:cNvPr id="1" name=""/>
        <p:cNvGrpSpPr/>
        <p:nvPr/>
      </p:nvGrpSpPr>
      <p:grpSpPr>
        <a:xfrm>
          <a:off x="0" y="0"/>
          <a:ext cx="0" cy="0"/>
          <a:chOff x="0" y="0"/>
          <a:chExt cx="0" cy="0"/>
        </a:xfrm>
      </p:grpSpPr>
      <p:sp>
        <p:nvSpPr>
          <p:cNvPr id="4" name="Text Placeholder 8">
            <a:extLst>
              <a:ext uri="{FF2B5EF4-FFF2-40B4-BE49-F238E27FC236}">
                <a16:creationId xmlns:a16="http://schemas.microsoft.com/office/drawing/2014/main" id="{D1AFA9E9-5EB8-42BF-B15A-3D95DDA547A4}"/>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a:t>Click to add subtitle</a:t>
            </a:r>
          </a:p>
        </p:txBody>
      </p:sp>
      <p:sp>
        <p:nvSpPr>
          <p:cNvPr id="5" name="Title Placeholder 1">
            <a:extLst>
              <a:ext uri="{FF2B5EF4-FFF2-40B4-BE49-F238E27FC236}">
                <a16:creationId xmlns:a16="http://schemas.microsoft.com/office/drawing/2014/main" id="{C3F5B0ED-A4CB-4D19-B6B8-CA9E1139E702}"/>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a:t>Click to add title</a:t>
            </a:r>
          </a:p>
        </p:txBody>
      </p:sp>
    </p:spTree>
    <p:extLst>
      <p:ext uri="{BB962C8B-B14F-4D97-AF65-F5344CB8AC3E}">
        <p14:creationId xmlns:p14="http://schemas.microsoft.com/office/powerpoint/2010/main" val="4062423071"/>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image" Target="../media/image1.emf"/><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oleObject" Target="../embeddings/oleObject1.bin"/><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tags" Target="../tags/tag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6" Type="http://schemas.openxmlformats.org/officeDocument/2006/relationships/slideLayout" Target="../slideLayouts/slideLayout56.xml"/><Relationship Id="rId21" Type="http://schemas.openxmlformats.org/officeDocument/2006/relationships/slideLayout" Target="../slideLayouts/slideLayout51.xml"/><Relationship Id="rId42" Type="http://schemas.openxmlformats.org/officeDocument/2006/relationships/slideLayout" Target="../slideLayouts/slideLayout72.xml"/><Relationship Id="rId47" Type="http://schemas.openxmlformats.org/officeDocument/2006/relationships/slideLayout" Target="../slideLayouts/slideLayout77.xml"/><Relationship Id="rId63" Type="http://schemas.openxmlformats.org/officeDocument/2006/relationships/slideLayout" Target="../slideLayouts/slideLayout93.xml"/><Relationship Id="rId68" Type="http://schemas.openxmlformats.org/officeDocument/2006/relationships/slideLayout" Target="../slideLayouts/slideLayout98.xml"/><Relationship Id="rId16" Type="http://schemas.openxmlformats.org/officeDocument/2006/relationships/slideLayout" Target="../slideLayouts/slideLayout46.xml"/><Relationship Id="rId11" Type="http://schemas.openxmlformats.org/officeDocument/2006/relationships/slideLayout" Target="../slideLayouts/slideLayout41.xml"/><Relationship Id="rId24" Type="http://schemas.openxmlformats.org/officeDocument/2006/relationships/slideLayout" Target="../slideLayouts/slideLayout54.xml"/><Relationship Id="rId32" Type="http://schemas.openxmlformats.org/officeDocument/2006/relationships/slideLayout" Target="../slideLayouts/slideLayout62.xml"/><Relationship Id="rId37" Type="http://schemas.openxmlformats.org/officeDocument/2006/relationships/slideLayout" Target="../slideLayouts/slideLayout67.xml"/><Relationship Id="rId40" Type="http://schemas.openxmlformats.org/officeDocument/2006/relationships/slideLayout" Target="../slideLayouts/slideLayout70.xml"/><Relationship Id="rId45" Type="http://schemas.openxmlformats.org/officeDocument/2006/relationships/slideLayout" Target="../slideLayouts/slideLayout75.xml"/><Relationship Id="rId53" Type="http://schemas.openxmlformats.org/officeDocument/2006/relationships/slideLayout" Target="../slideLayouts/slideLayout83.xml"/><Relationship Id="rId58" Type="http://schemas.openxmlformats.org/officeDocument/2006/relationships/slideLayout" Target="../slideLayouts/slideLayout88.xml"/><Relationship Id="rId66" Type="http://schemas.openxmlformats.org/officeDocument/2006/relationships/slideLayout" Target="../slideLayouts/slideLayout96.xml"/><Relationship Id="rId74" Type="http://schemas.openxmlformats.org/officeDocument/2006/relationships/slideLayout" Target="../slideLayouts/slideLayout104.xml"/><Relationship Id="rId5" Type="http://schemas.openxmlformats.org/officeDocument/2006/relationships/slideLayout" Target="../slideLayouts/slideLayout35.xml"/><Relationship Id="rId61" Type="http://schemas.openxmlformats.org/officeDocument/2006/relationships/slideLayout" Target="../slideLayouts/slideLayout91.xml"/><Relationship Id="rId19" Type="http://schemas.openxmlformats.org/officeDocument/2006/relationships/slideLayout" Target="../slideLayouts/slideLayout49.xml"/><Relationship Id="rId14" Type="http://schemas.openxmlformats.org/officeDocument/2006/relationships/slideLayout" Target="../slideLayouts/slideLayout44.xml"/><Relationship Id="rId22" Type="http://schemas.openxmlformats.org/officeDocument/2006/relationships/slideLayout" Target="../slideLayouts/slideLayout52.xml"/><Relationship Id="rId27" Type="http://schemas.openxmlformats.org/officeDocument/2006/relationships/slideLayout" Target="../slideLayouts/slideLayout57.xml"/><Relationship Id="rId30" Type="http://schemas.openxmlformats.org/officeDocument/2006/relationships/slideLayout" Target="../slideLayouts/slideLayout60.xml"/><Relationship Id="rId35" Type="http://schemas.openxmlformats.org/officeDocument/2006/relationships/slideLayout" Target="../slideLayouts/slideLayout65.xml"/><Relationship Id="rId43" Type="http://schemas.openxmlformats.org/officeDocument/2006/relationships/slideLayout" Target="../slideLayouts/slideLayout73.xml"/><Relationship Id="rId48" Type="http://schemas.openxmlformats.org/officeDocument/2006/relationships/slideLayout" Target="../slideLayouts/slideLayout78.xml"/><Relationship Id="rId56" Type="http://schemas.openxmlformats.org/officeDocument/2006/relationships/slideLayout" Target="../slideLayouts/slideLayout86.xml"/><Relationship Id="rId64" Type="http://schemas.openxmlformats.org/officeDocument/2006/relationships/slideLayout" Target="../slideLayouts/slideLayout94.xml"/><Relationship Id="rId69" Type="http://schemas.openxmlformats.org/officeDocument/2006/relationships/slideLayout" Target="../slideLayouts/slideLayout99.xml"/><Relationship Id="rId77" Type="http://schemas.openxmlformats.org/officeDocument/2006/relationships/oleObject" Target="../embeddings/oleObject1.bin"/><Relationship Id="rId8" Type="http://schemas.openxmlformats.org/officeDocument/2006/relationships/slideLayout" Target="../slideLayouts/slideLayout38.xml"/><Relationship Id="rId51" Type="http://schemas.openxmlformats.org/officeDocument/2006/relationships/slideLayout" Target="../slideLayouts/slideLayout81.xml"/><Relationship Id="rId72" Type="http://schemas.openxmlformats.org/officeDocument/2006/relationships/slideLayout" Target="../slideLayouts/slideLayout102.xml"/><Relationship Id="rId3" Type="http://schemas.openxmlformats.org/officeDocument/2006/relationships/slideLayout" Target="../slideLayouts/slideLayout33.xml"/><Relationship Id="rId12" Type="http://schemas.openxmlformats.org/officeDocument/2006/relationships/slideLayout" Target="../slideLayouts/slideLayout42.xml"/><Relationship Id="rId17" Type="http://schemas.openxmlformats.org/officeDocument/2006/relationships/slideLayout" Target="../slideLayouts/slideLayout47.xml"/><Relationship Id="rId25" Type="http://schemas.openxmlformats.org/officeDocument/2006/relationships/slideLayout" Target="../slideLayouts/slideLayout55.xml"/><Relationship Id="rId33" Type="http://schemas.openxmlformats.org/officeDocument/2006/relationships/slideLayout" Target="../slideLayouts/slideLayout63.xml"/><Relationship Id="rId38" Type="http://schemas.openxmlformats.org/officeDocument/2006/relationships/slideLayout" Target="../slideLayouts/slideLayout68.xml"/><Relationship Id="rId46" Type="http://schemas.openxmlformats.org/officeDocument/2006/relationships/slideLayout" Target="../slideLayouts/slideLayout76.xml"/><Relationship Id="rId59" Type="http://schemas.openxmlformats.org/officeDocument/2006/relationships/slideLayout" Target="../slideLayouts/slideLayout89.xml"/><Relationship Id="rId67" Type="http://schemas.openxmlformats.org/officeDocument/2006/relationships/slideLayout" Target="../slideLayouts/slideLayout97.xml"/><Relationship Id="rId20" Type="http://schemas.openxmlformats.org/officeDocument/2006/relationships/slideLayout" Target="../slideLayouts/slideLayout50.xml"/><Relationship Id="rId41" Type="http://schemas.openxmlformats.org/officeDocument/2006/relationships/slideLayout" Target="../slideLayouts/slideLayout71.xml"/><Relationship Id="rId54" Type="http://schemas.openxmlformats.org/officeDocument/2006/relationships/slideLayout" Target="../slideLayouts/slideLayout84.xml"/><Relationship Id="rId62" Type="http://schemas.openxmlformats.org/officeDocument/2006/relationships/slideLayout" Target="../slideLayouts/slideLayout92.xml"/><Relationship Id="rId70" Type="http://schemas.openxmlformats.org/officeDocument/2006/relationships/slideLayout" Target="../slideLayouts/slideLayout100.xml"/><Relationship Id="rId75" Type="http://schemas.openxmlformats.org/officeDocument/2006/relationships/theme" Target="../theme/theme2.xml"/><Relationship Id="rId1" Type="http://schemas.openxmlformats.org/officeDocument/2006/relationships/slideLayout" Target="../slideLayouts/slideLayout31.xml"/><Relationship Id="rId6" Type="http://schemas.openxmlformats.org/officeDocument/2006/relationships/slideLayout" Target="../slideLayouts/slideLayout36.xml"/><Relationship Id="rId15" Type="http://schemas.openxmlformats.org/officeDocument/2006/relationships/slideLayout" Target="../slideLayouts/slideLayout45.xml"/><Relationship Id="rId23" Type="http://schemas.openxmlformats.org/officeDocument/2006/relationships/slideLayout" Target="../slideLayouts/slideLayout53.xml"/><Relationship Id="rId28" Type="http://schemas.openxmlformats.org/officeDocument/2006/relationships/slideLayout" Target="../slideLayouts/slideLayout58.xml"/><Relationship Id="rId36" Type="http://schemas.openxmlformats.org/officeDocument/2006/relationships/slideLayout" Target="../slideLayouts/slideLayout66.xml"/><Relationship Id="rId49" Type="http://schemas.openxmlformats.org/officeDocument/2006/relationships/slideLayout" Target="../slideLayouts/slideLayout79.xml"/><Relationship Id="rId57" Type="http://schemas.openxmlformats.org/officeDocument/2006/relationships/slideLayout" Target="../slideLayouts/slideLayout87.xml"/><Relationship Id="rId10" Type="http://schemas.openxmlformats.org/officeDocument/2006/relationships/slideLayout" Target="../slideLayouts/slideLayout40.xml"/><Relationship Id="rId31" Type="http://schemas.openxmlformats.org/officeDocument/2006/relationships/slideLayout" Target="../slideLayouts/slideLayout61.xml"/><Relationship Id="rId44" Type="http://schemas.openxmlformats.org/officeDocument/2006/relationships/slideLayout" Target="../slideLayouts/slideLayout74.xml"/><Relationship Id="rId52" Type="http://schemas.openxmlformats.org/officeDocument/2006/relationships/slideLayout" Target="../slideLayouts/slideLayout82.xml"/><Relationship Id="rId60" Type="http://schemas.openxmlformats.org/officeDocument/2006/relationships/slideLayout" Target="../slideLayouts/slideLayout90.xml"/><Relationship Id="rId65" Type="http://schemas.openxmlformats.org/officeDocument/2006/relationships/slideLayout" Target="../slideLayouts/slideLayout95.xml"/><Relationship Id="rId73" Type="http://schemas.openxmlformats.org/officeDocument/2006/relationships/slideLayout" Target="../slideLayouts/slideLayout103.xml"/><Relationship Id="rId78" Type="http://schemas.openxmlformats.org/officeDocument/2006/relationships/image" Target="../media/image1.emf"/><Relationship Id="rId4" Type="http://schemas.openxmlformats.org/officeDocument/2006/relationships/slideLayout" Target="../slideLayouts/slideLayout34.xml"/><Relationship Id="rId9" Type="http://schemas.openxmlformats.org/officeDocument/2006/relationships/slideLayout" Target="../slideLayouts/slideLayout39.xml"/><Relationship Id="rId13" Type="http://schemas.openxmlformats.org/officeDocument/2006/relationships/slideLayout" Target="../slideLayouts/slideLayout43.xml"/><Relationship Id="rId18" Type="http://schemas.openxmlformats.org/officeDocument/2006/relationships/slideLayout" Target="../slideLayouts/slideLayout48.xml"/><Relationship Id="rId39" Type="http://schemas.openxmlformats.org/officeDocument/2006/relationships/slideLayout" Target="../slideLayouts/slideLayout69.xml"/><Relationship Id="rId34" Type="http://schemas.openxmlformats.org/officeDocument/2006/relationships/slideLayout" Target="../slideLayouts/slideLayout64.xml"/><Relationship Id="rId50" Type="http://schemas.openxmlformats.org/officeDocument/2006/relationships/slideLayout" Target="../slideLayouts/slideLayout80.xml"/><Relationship Id="rId55" Type="http://schemas.openxmlformats.org/officeDocument/2006/relationships/slideLayout" Target="../slideLayouts/slideLayout85.xml"/><Relationship Id="rId76" Type="http://schemas.openxmlformats.org/officeDocument/2006/relationships/tags" Target="../tags/tag2.xml"/><Relationship Id="rId7" Type="http://schemas.openxmlformats.org/officeDocument/2006/relationships/slideLayout" Target="../slideLayouts/slideLayout37.xml"/><Relationship Id="rId71" Type="http://schemas.openxmlformats.org/officeDocument/2006/relationships/slideLayout" Target="../slideLayouts/slideLayout101.xml"/><Relationship Id="rId2" Type="http://schemas.openxmlformats.org/officeDocument/2006/relationships/slideLayout" Target="../slideLayouts/slideLayout32.xml"/><Relationship Id="rId29" Type="http://schemas.openxmlformats.org/officeDocument/2006/relationships/slideLayout" Target="../slideLayouts/slideLayout59.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12.xml"/><Relationship Id="rId13" Type="http://schemas.openxmlformats.org/officeDocument/2006/relationships/slideLayout" Target="../slideLayouts/slideLayout117.xml"/><Relationship Id="rId18" Type="http://schemas.openxmlformats.org/officeDocument/2006/relationships/tags" Target="../tags/tag9.xml"/><Relationship Id="rId3" Type="http://schemas.openxmlformats.org/officeDocument/2006/relationships/slideLayout" Target="../slideLayouts/slideLayout107.xml"/><Relationship Id="rId7" Type="http://schemas.openxmlformats.org/officeDocument/2006/relationships/slideLayout" Target="../slideLayouts/slideLayout111.xml"/><Relationship Id="rId12" Type="http://schemas.openxmlformats.org/officeDocument/2006/relationships/slideLayout" Target="../slideLayouts/slideLayout116.xml"/><Relationship Id="rId17" Type="http://schemas.openxmlformats.org/officeDocument/2006/relationships/theme" Target="../theme/theme3.xml"/><Relationship Id="rId2" Type="http://schemas.openxmlformats.org/officeDocument/2006/relationships/slideLayout" Target="../slideLayouts/slideLayout106.xml"/><Relationship Id="rId16" Type="http://schemas.openxmlformats.org/officeDocument/2006/relationships/slideLayout" Target="../slideLayouts/slideLayout120.xml"/><Relationship Id="rId20" Type="http://schemas.openxmlformats.org/officeDocument/2006/relationships/image" Target="../media/image1.emf"/><Relationship Id="rId1" Type="http://schemas.openxmlformats.org/officeDocument/2006/relationships/slideLayout" Target="../slideLayouts/slideLayout105.xml"/><Relationship Id="rId6" Type="http://schemas.openxmlformats.org/officeDocument/2006/relationships/slideLayout" Target="../slideLayouts/slideLayout110.xml"/><Relationship Id="rId11" Type="http://schemas.openxmlformats.org/officeDocument/2006/relationships/slideLayout" Target="../slideLayouts/slideLayout115.xml"/><Relationship Id="rId5" Type="http://schemas.openxmlformats.org/officeDocument/2006/relationships/slideLayout" Target="../slideLayouts/slideLayout109.xml"/><Relationship Id="rId15" Type="http://schemas.openxmlformats.org/officeDocument/2006/relationships/slideLayout" Target="../slideLayouts/slideLayout119.xml"/><Relationship Id="rId10" Type="http://schemas.openxmlformats.org/officeDocument/2006/relationships/slideLayout" Target="../slideLayouts/slideLayout114.xml"/><Relationship Id="rId19" Type="http://schemas.openxmlformats.org/officeDocument/2006/relationships/oleObject" Target="../embeddings/oleObject5.bin"/><Relationship Id="rId4" Type="http://schemas.openxmlformats.org/officeDocument/2006/relationships/slideLayout" Target="../slideLayouts/slideLayout108.xml"/><Relationship Id="rId9" Type="http://schemas.openxmlformats.org/officeDocument/2006/relationships/slideLayout" Target="../slideLayouts/slideLayout113.xml"/><Relationship Id="rId14" Type="http://schemas.openxmlformats.org/officeDocument/2006/relationships/slideLayout" Target="../slideLayouts/slideLayout11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32"/>
            </p:custDataLst>
            <p:extLst>
              <p:ext uri="{D42A27DB-BD31-4B8C-83A1-F6EECF244321}">
                <p14:modId xmlns:p14="http://schemas.microsoft.com/office/powerpoint/2010/main" val="3019055016"/>
              </p:ext>
            </p:extLst>
          </p:nvPr>
        </p:nvGraphicFramePr>
        <p:xfrm>
          <a:off x="2119" y="1591"/>
          <a:ext cx="2116" cy="1587"/>
        </p:xfrm>
        <a:graphic>
          <a:graphicData uri="http://schemas.openxmlformats.org/presentationml/2006/ole">
            <mc:AlternateContent xmlns:mc="http://schemas.openxmlformats.org/markup-compatibility/2006">
              <mc:Choice xmlns:v="urn:schemas-microsoft-com:vml" Requires="v">
                <p:oleObj name="think-cell Slide" r:id="rId33" imgW="270" imgH="270" progId="TCLayout.ActiveDocument.1">
                  <p:embed/>
                </p:oleObj>
              </mc:Choice>
              <mc:Fallback>
                <p:oleObj name="think-cell Slide" r:id="rId33" imgW="270" imgH="270" progId="TCLayout.ActiveDocument.1">
                  <p:embed/>
                  <p:pic>
                    <p:nvPicPr>
                      <p:cNvPr id="4" name="Object 3" hidden="1"/>
                      <p:cNvPicPr/>
                      <p:nvPr/>
                    </p:nvPicPr>
                    <p:blipFill>
                      <a:blip r:embed="rId34"/>
                      <a:stretch>
                        <a:fillRect/>
                      </a:stretch>
                    </p:blipFill>
                    <p:spPr>
                      <a:xfrm>
                        <a:off x="2119" y="1591"/>
                        <a:ext cx="2116" cy="1587"/>
                      </a:xfrm>
                      <a:prstGeom prst="rect">
                        <a:avLst/>
                      </a:prstGeom>
                    </p:spPr>
                  </p:pic>
                </p:oleObj>
              </mc:Fallback>
            </mc:AlternateContent>
          </a:graphicData>
        </a:graphic>
      </p:graphicFrame>
      <p:sp>
        <p:nvSpPr>
          <p:cNvPr id="2" name="Title Placeholder 1"/>
          <p:cNvSpPr>
            <a:spLocks noGrp="1"/>
          </p:cNvSpPr>
          <p:nvPr>
            <p:ph type="title"/>
          </p:nvPr>
        </p:nvSpPr>
        <p:spPr bwMode="gray">
          <a:xfrm>
            <a:off x="457200" y="477642"/>
            <a:ext cx="11281285" cy="340136"/>
          </a:xfrm>
          <a:prstGeom prst="rect">
            <a:avLst/>
          </a:prstGeom>
        </p:spPr>
        <p:txBody>
          <a:bodyPr vert="horz" lIns="0" tIns="0" rIns="0" bIns="0" rtlCol="0" anchor="t" anchorCtr="0">
            <a:noAutofit/>
          </a:bodyPr>
          <a:lstStyle/>
          <a:p>
            <a:r>
              <a:rPr lang="en-US" noProof="0"/>
              <a:t>Click to edit Master title style</a:t>
            </a:r>
          </a:p>
        </p:txBody>
      </p:sp>
      <p:sp>
        <p:nvSpPr>
          <p:cNvPr id="18" name="Copyright"/>
          <p:cNvSpPr txBox="1"/>
          <p:nvPr/>
        </p:nvSpPr>
        <p:spPr>
          <a:xfrm>
            <a:off x="457200" y="6515063"/>
            <a:ext cx="5355168" cy="12311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a:solidFill>
                  <a:schemeClr val="tx1"/>
                </a:solidFill>
                <a:latin typeface="Calibri" panose="020F0502020204030204" pitchFamily="34" charset="0"/>
                <a:cs typeface="Calibri" panose="020F0502020204030204" pitchFamily="34" charset="0"/>
              </a:rPr>
              <a:t>Copyright © 2024 Deloitte Development LLC. All rights reserved.</a:t>
            </a:r>
          </a:p>
        </p:txBody>
      </p:sp>
      <p:sp>
        <p:nvSpPr>
          <p:cNvPr id="19" name="Text Placeholder 18"/>
          <p:cNvSpPr>
            <a:spLocks noGrp="1"/>
          </p:cNvSpPr>
          <p:nvPr>
            <p:ph type="body" idx="1"/>
          </p:nvPr>
        </p:nvSpPr>
        <p:spPr>
          <a:xfrm>
            <a:off x="460887" y="1714500"/>
            <a:ext cx="11277599" cy="4648200"/>
          </a:xfrm>
          <a:prstGeom prst="rect">
            <a:avLst/>
          </a:prstGeom>
        </p:spPr>
        <p:txBody>
          <a:bodyPr vert="horz" lIns="0" tIns="0" rIns="0" bIns="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TextBox 2"/>
          <p:cNvSpPr txBox="1"/>
          <p:nvPr/>
        </p:nvSpPr>
        <p:spPr>
          <a:xfrm>
            <a:off x="11426826" y="6519673"/>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smtClean="0">
                <a:solidFill>
                  <a:schemeClr val="tx1"/>
                </a:solidFill>
                <a:latin typeface="Calibri" panose="020F0502020204030204" pitchFamily="34" charset="0"/>
                <a:cs typeface="Calibri" panose="020F0502020204030204" pitchFamily="34" charset="0"/>
              </a:rPr>
              <a:pPr marL="0" indent="0" algn="r">
                <a:spcBef>
                  <a:spcPts val="450"/>
                </a:spcBef>
                <a:buSzPct val="100000"/>
                <a:buFont typeface="Arial"/>
                <a:buNone/>
              </a:pPr>
              <a:t>‹#›</a:t>
            </a:fld>
            <a:endParaRPr lang="en-US" sz="800" noProof="0">
              <a:solidFill>
                <a:schemeClr val="tx1"/>
              </a:solidFill>
              <a:latin typeface="Calibri" panose="020F0502020204030204" pitchFamily="34" charset="0"/>
              <a:cs typeface="Calibri" panose="020F0502020204030204" pitchFamily="34" charset="0"/>
            </a:endParaRPr>
          </a:p>
        </p:txBody>
      </p:sp>
      <p:sp>
        <p:nvSpPr>
          <p:cNvPr id="20" name="TextBox 19">
            <a:extLst>
              <a:ext uri="{FF2B5EF4-FFF2-40B4-BE49-F238E27FC236}">
                <a16:creationId xmlns:a16="http://schemas.microsoft.com/office/drawing/2014/main" id="{5A35A5D5-FD12-4A0E-B47E-3D53D008B26B}"/>
              </a:ext>
            </a:extLst>
          </p:cNvPr>
          <p:cNvSpPr txBox="1"/>
          <p:nvPr userDrawn="1"/>
        </p:nvSpPr>
        <p:spPr>
          <a:xfrm>
            <a:off x="4065081" y="699568"/>
            <a:ext cx="254000" cy="276999"/>
          </a:xfrm>
          <a:prstGeom prst="rect">
            <a:avLst/>
          </a:prstGeom>
          <a:noFill/>
          <a:ln>
            <a:noFill/>
          </a:ln>
        </p:spPr>
        <p:txBody>
          <a:bodyPr wrap="square" lIns="0" tIns="0" rIns="0" bIns="0" rtlCol="0">
            <a:spAutoFit/>
          </a:bodyPr>
          <a:lstStyle/>
          <a:p>
            <a:pPr marL="203200" indent="-203200">
              <a:spcBef>
                <a:spcPts val="600"/>
              </a:spcBef>
              <a:buSzPct val="100000"/>
              <a:buFont typeface="Arial"/>
              <a:buChar char="•"/>
            </a:pPr>
            <a:endParaRPr lang="en-US" sz="1800">
              <a:solidFill>
                <a:srgbClr val="313131"/>
              </a:solidFill>
            </a:endParaRPr>
          </a:p>
        </p:txBody>
      </p:sp>
      <p:sp>
        <p:nvSpPr>
          <p:cNvPr id="22" name="TextBox 21">
            <a:extLst>
              <a:ext uri="{FF2B5EF4-FFF2-40B4-BE49-F238E27FC236}">
                <a16:creationId xmlns:a16="http://schemas.microsoft.com/office/drawing/2014/main" id="{33FEAD1B-5DFB-4123-913B-D7D5838C8C6D}"/>
              </a:ext>
            </a:extLst>
          </p:cNvPr>
          <p:cNvSpPr txBox="1"/>
          <p:nvPr userDrawn="1"/>
        </p:nvSpPr>
        <p:spPr>
          <a:xfrm>
            <a:off x="4321370" y="802745"/>
            <a:ext cx="1673167" cy="276999"/>
          </a:xfrm>
          <a:prstGeom prst="rect">
            <a:avLst/>
          </a:prstGeom>
          <a:noFill/>
          <a:ln>
            <a:noFill/>
          </a:ln>
        </p:spPr>
        <p:txBody>
          <a:bodyPr wrap="square" lIns="0" tIns="0" rIns="0" bIns="0" rtlCol="0">
            <a:spAutoFit/>
          </a:bodyPr>
          <a:lstStyle/>
          <a:p>
            <a:pPr marL="203200" indent="-203200">
              <a:spcBef>
                <a:spcPts val="600"/>
              </a:spcBef>
              <a:buSzPct val="100000"/>
              <a:buFont typeface="Arial"/>
              <a:buChar char="•"/>
            </a:pPr>
            <a:endParaRPr lang="en-US" sz="1800">
              <a:solidFill>
                <a:srgbClr val="313131"/>
              </a:solidFill>
            </a:endParaRPr>
          </a:p>
        </p:txBody>
      </p:sp>
      <p:sp>
        <p:nvSpPr>
          <p:cNvPr id="23" name="TextBox 22">
            <a:extLst>
              <a:ext uri="{FF2B5EF4-FFF2-40B4-BE49-F238E27FC236}">
                <a16:creationId xmlns:a16="http://schemas.microsoft.com/office/drawing/2014/main" id="{B202DBDA-700C-4979-B00F-3477C099D042}"/>
              </a:ext>
            </a:extLst>
          </p:cNvPr>
          <p:cNvSpPr txBox="1"/>
          <p:nvPr userDrawn="1"/>
        </p:nvSpPr>
        <p:spPr>
          <a:xfrm>
            <a:off x="5969842" y="802745"/>
            <a:ext cx="250316" cy="276999"/>
          </a:xfrm>
          <a:prstGeom prst="rect">
            <a:avLst/>
          </a:prstGeom>
          <a:noFill/>
          <a:ln>
            <a:noFill/>
          </a:ln>
        </p:spPr>
        <p:txBody>
          <a:bodyPr wrap="square" lIns="0" tIns="0" rIns="0" bIns="0" rtlCol="0">
            <a:spAutoFit/>
          </a:bodyPr>
          <a:lstStyle/>
          <a:p>
            <a:pPr marL="203200" indent="-203200">
              <a:spcBef>
                <a:spcPts val="600"/>
              </a:spcBef>
              <a:buSzPct val="100000"/>
              <a:buFont typeface="Arial"/>
              <a:buChar char="•"/>
            </a:pPr>
            <a:endParaRPr lang="en-US" sz="1800">
              <a:solidFill>
                <a:srgbClr val="313131"/>
              </a:solidFill>
            </a:endParaRPr>
          </a:p>
        </p:txBody>
      </p:sp>
      <p:sp>
        <p:nvSpPr>
          <p:cNvPr id="24" name="TextBox 23">
            <a:extLst>
              <a:ext uri="{FF2B5EF4-FFF2-40B4-BE49-F238E27FC236}">
                <a16:creationId xmlns:a16="http://schemas.microsoft.com/office/drawing/2014/main" id="{D14DFC3E-51E5-47BE-BA81-FDAED74D8117}"/>
              </a:ext>
            </a:extLst>
          </p:cNvPr>
          <p:cNvSpPr txBox="1"/>
          <p:nvPr userDrawn="1"/>
        </p:nvSpPr>
        <p:spPr>
          <a:xfrm>
            <a:off x="4321027" y="801689"/>
            <a:ext cx="1673851" cy="276999"/>
          </a:xfrm>
          <a:prstGeom prst="rect">
            <a:avLst/>
          </a:prstGeom>
          <a:noFill/>
          <a:ln>
            <a:noFill/>
          </a:ln>
        </p:spPr>
        <p:txBody>
          <a:bodyPr wrap="square" lIns="0" tIns="0" rIns="0" bIns="0" rtlCol="0">
            <a:spAutoFit/>
          </a:bodyPr>
          <a:lstStyle/>
          <a:p>
            <a:pPr marL="203200" indent="-203200">
              <a:spcBef>
                <a:spcPts val="600"/>
              </a:spcBef>
              <a:buSzPct val="100000"/>
              <a:buFont typeface="Arial"/>
              <a:buChar char="•"/>
            </a:pPr>
            <a:endParaRPr lang="en-US" sz="1800">
              <a:solidFill>
                <a:srgbClr val="313131"/>
              </a:solidFill>
            </a:endParaRPr>
          </a:p>
        </p:txBody>
      </p:sp>
      <p:sp>
        <p:nvSpPr>
          <p:cNvPr id="7" name="TextBox 6">
            <a:extLst>
              <a:ext uri="{FF2B5EF4-FFF2-40B4-BE49-F238E27FC236}">
                <a16:creationId xmlns:a16="http://schemas.microsoft.com/office/drawing/2014/main" id="{A6275DC1-382B-11F1-3864-0E7D7BE77909}"/>
              </a:ext>
            </a:extLst>
          </p:cNvPr>
          <p:cNvSpPr txBox="1"/>
          <p:nvPr userDrawn="1"/>
        </p:nvSpPr>
        <p:spPr>
          <a:xfrm>
            <a:off x="9591757" y="6361175"/>
            <a:ext cx="1781665" cy="276999"/>
          </a:xfrm>
          <a:prstGeom prst="rect">
            <a:avLst/>
          </a:prstGeom>
          <a:noFill/>
        </p:spPr>
        <p:txBody>
          <a:bodyPr wrap="square" lIns="0" tIns="0" rIns="0" bIns="0" rtlCol="0">
            <a:spAutoFit/>
          </a:bodyPr>
          <a:lstStyle/>
          <a:p>
            <a:pPr marL="0" indent="0" algn="r">
              <a:spcBef>
                <a:spcPts val="600"/>
              </a:spcBef>
              <a:buSzPct val="100000"/>
              <a:buFont typeface="Arial"/>
              <a:buNone/>
            </a:pPr>
            <a:r>
              <a:rPr lang="en-US" b="1" spc="300" baseline="0">
                <a:solidFill>
                  <a:schemeClr val="bg2"/>
                </a:solidFill>
                <a:latin typeface="Open Sans Light" panose="020B0306030504020204" pitchFamily="34" charset="0"/>
                <a:ea typeface="Open Sans Light" panose="020B0306030504020204" pitchFamily="34" charset="0"/>
                <a:cs typeface="Open Sans Light" panose="020B0306030504020204" pitchFamily="34" charset="0"/>
              </a:rPr>
              <a:t>FinanceAI</a:t>
            </a:r>
            <a:r>
              <a:rPr lang="en-US" sz="1800" b="1" spc="300" baseline="30000">
                <a:solidFill>
                  <a:schemeClr val="bg2"/>
                </a:solidFill>
                <a:latin typeface="Open Sans Light" panose="020B0306030504020204" pitchFamily="34" charset="0"/>
                <a:ea typeface="Open Sans Light" panose="020B0306030504020204" pitchFamily="34" charset="0"/>
                <a:cs typeface="Open Sans Light" panose="020B0306030504020204" pitchFamily="34" charset="0"/>
              </a:rPr>
              <a:t>TM</a:t>
            </a:r>
            <a:endParaRPr lang="en-US" b="1" spc="300" baseline="0">
              <a:solidFill>
                <a:schemeClr val="bg2"/>
              </a:solidFill>
              <a:latin typeface="Open Sans Light" panose="020B0306030504020204" pitchFamily="34" charset="0"/>
              <a:ea typeface="Open Sans Light" panose="020B0306030504020204" pitchFamily="34" charset="0"/>
              <a:cs typeface="Open Sans Light" panose="020B0306030504020204" pitchFamily="34" charset="0"/>
            </a:endParaRPr>
          </a:p>
        </p:txBody>
      </p:sp>
      <p:sp>
        <p:nvSpPr>
          <p:cNvPr id="8" name="Rectangle 7">
            <a:extLst>
              <a:ext uri="{FF2B5EF4-FFF2-40B4-BE49-F238E27FC236}">
                <a16:creationId xmlns:a16="http://schemas.microsoft.com/office/drawing/2014/main" id="{1E1DB087-27A5-E957-6FA7-1A1AA6C25458}"/>
              </a:ext>
            </a:extLst>
          </p:cNvPr>
          <p:cNvSpPr/>
          <p:nvPr userDrawn="1"/>
        </p:nvSpPr>
        <p:spPr bwMode="gray">
          <a:xfrm>
            <a:off x="-809043" y="369551"/>
            <a:ext cx="641684" cy="674905"/>
          </a:xfrm>
          <a:prstGeom prst="rect">
            <a:avLst/>
          </a:prstGeom>
          <a:solidFill>
            <a:schemeClr val="bg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10" name="Rectangle 9">
            <a:extLst>
              <a:ext uri="{FF2B5EF4-FFF2-40B4-BE49-F238E27FC236}">
                <a16:creationId xmlns:a16="http://schemas.microsoft.com/office/drawing/2014/main" id="{0EAE9396-8423-5AEF-0A31-FDF4AD5ED57A}"/>
              </a:ext>
            </a:extLst>
          </p:cNvPr>
          <p:cNvSpPr/>
          <p:nvPr userDrawn="1"/>
        </p:nvSpPr>
        <p:spPr bwMode="gray">
          <a:xfrm>
            <a:off x="-809043" y="1175378"/>
            <a:ext cx="641684" cy="674905"/>
          </a:xfrm>
          <a:prstGeom prst="rect">
            <a:avLst/>
          </a:prstGeom>
          <a:solidFill>
            <a:srgbClr val="97999B"/>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11" name="Rectangle 10">
            <a:extLst>
              <a:ext uri="{FF2B5EF4-FFF2-40B4-BE49-F238E27FC236}">
                <a16:creationId xmlns:a16="http://schemas.microsoft.com/office/drawing/2014/main" id="{ABA31AE2-E02F-4925-8715-35524632E44D}"/>
              </a:ext>
            </a:extLst>
          </p:cNvPr>
          <p:cNvSpPr/>
          <p:nvPr userDrawn="1"/>
        </p:nvSpPr>
        <p:spPr bwMode="gray">
          <a:xfrm>
            <a:off x="-809043" y="1981205"/>
            <a:ext cx="641684" cy="674905"/>
          </a:xfrm>
          <a:prstGeom prst="rect">
            <a:avLst/>
          </a:prstGeom>
          <a:solidFill>
            <a:schemeClr val="tx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12" name="Rectangle 11">
            <a:extLst>
              <a:ext uri="{FF2B5EF4-FFF2-40B4-BE49-F238E27FC236}">
                <a16:creationId xmlns:a16="http://schemas.microsoft.com/office/drawing/2014/main" id="{97651251-100C-AB6B-57E8-5BC2F5F05DFB}"/>
              </a:ext>
            </a:extLst>
          </p:cNvPr>
          <p:cNvSpPr/>
          <p:nvPr userDrawn="1"/>
        </p:nvSpPr>
        <p:spPr bwMode="gray">
          <a:xfrm>
            <a:off x="-809043" y="3592859"/>
            <a:ext cx="641684" cy="674905"/>
          </a:xfrm>
          <a:prstGeom prst="rect">
            <a:avLst/>
          </a:prstGeom>
          <a:solidFill>
            <a:schemeClr val="accent5">
              <a:lumMod val="7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16" name="Rectangle 15">
            <a:extLst>
              <a:ext uri="{FF2B5EF4-FFF2-40B4-BE49-F238E27FC236}">
                <a16:creationId xmlns:a16="http://schemas.microsoft.com/office/drawing/2014/main" id="{F187DCAC-2E52-0E00-185E-55FF1B421A29}"/>
              </a:ext>
            </a:extLst>
          </p:cNvPr>
          <p:cNvSpPr/>
          <p:nvPr userDrawn="1"/>
        </p:nvSpPr>
        <p:spPr bwMode="gray">
          <a:xfrm>
            <a:off x="-809043" y="2787032"/>
            <a:ext cx="641684" cy="674905"/>
          </a:xfrm>
          <a:prstGeom prst="rect">
            <a:avLst/>
          </a:prstGeom>
          <a:solidFill>
            <a:schemeClr val="accent5">
              <a:lumMod val="5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17" name="Rectangle 16">
            <a:extLst>
              <a:ext uri="{FF2B5EF4-FFF2-40B4-BE49-F238E27FC236}">
                <a16:creationId xmlns:a16="http://schemas.microsoft.com/office/drawing/2014/main" id="{5CE40F73-6797-25CF-EE5A-D0D881A63A66}"/>
              </a:ext>
            </a:extLst>
          </p:cNvPr>
          <p:cNvSpPr/>
          <p:nvPr userDrawn="1"/>
        </p:nvSpPr>
        <p:spPr bwMode="gray">
          <a:xfrm>
            <a:off x="-809043" y="4398686"/>
            <a:ext cx="641684" cy="674905"/>
          </a:xfrm>
          <a:prstGeom prst="rect">
            <a:avLst/>
          </a:prstGeom>
          <a:solidFill>
            <a:schemeClr val="accent5"/>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21" name="Rectangle 20">
            <a:extLst>
              <a:ext uri="{FF2B5EF4-FFF2-40B4-BE49-F238E27FC236}">
                <a16:creationId xmlns:a16="http://schemas.microsoft.com/office/drawing/2014/main" id="{025BBD5E-6003-501B-5E43-A6E2EEBFB83B}"/>
              </a:ext>
            </a:extLst>
          </p:cNvPr>
          <p:cNvSpPr/>
          <p:nvPr userDrawn="1"/>
        </p:nvSpPr>
        <p:spPr bwMode="gray">
          <a:xfrm>
            <a:off x="-809043" y="5204513"/>
            <a:ext cx="641684" cy="674905"/>
          </a:xfrm>
          <a:prstGeom prst="rect">
            <a:avLst/>
          </a:prstGeom>
          <a:solidFill>
            <a:srgbClr val="00ABAB"/>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25" name="Rectangle 24">
            <a:extLst>
              <a:ext uri="{FF2B5EF4-FFF2-40B4-BE49-F238E27FC236}">
                <a16:creationId xmlns:a16="http://schemas.microsoft.com/office/drawing/2014/main" id="{C702040F-76DC-3F49-F3D3-6BFFC11BA5A9}"/>
              </a:ext>
            </a:extLst>
          </p:cNvPr>
          <p:cNvSpPr/>
          <p:nvPr userDrawn="1"/>
        </p:nvSpPr>
        <p:spPr bwMode="gray">
          <a:xfrm>
            <a:off x="-809043" y="6010340"/>
            <a:ext cx="641684" cy="674905"/>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44" name="Rectangle 43">
            <a:extLst>
              <a:ext uri="{FF2B5EF4-FFF2-40B4-BE49-F238E27FC236}">
                <a16:creationId xmlns:a16="http://schemas.microsoft.com/office/drawing/2014/main" id="{9F4DE555-874B-C9A3-2DC9-907D3377705C}"/>
              </a:ext>
            </a:extLst>
          </p:cNvPr>
          <p:cNvSpPr/>
          <p:nvPr userDrawn="1"/>
        </p:nvSpPr>
        <p:spPr bwMode="gray">
          <a:xfrm>
            <a:off x="457200" y="304762"/>
            <a:ext cx="1371600" cy="91440"/>
          </a:xfrm>
          <a:prstGeom prst="rect">
            <a:avLst/>
          </a:prstGeom>
          <a:solidFill>
            <a:schemeClr val="bg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Tree>
    <p:extLst>
      <p:ext uri="{BB962C8B-B14F-4D97-AF65-F5344CB8AC3E}">
        <p14:creationId xmlns:p14="http://schemas.microsoft.com/office/powerpoint/2010/main" val="3352469581"/>
      </p:ext>
    </p:extLst>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 id="2147483712" r:id="rId12"/>
    <p:sldLayoutId id="2147483713" r:id="rId13"/>
    <p:sldLayoutId id="2147483714" r:id="rId14"/>
    <p:sldLayoutId id="2147483715" r:id="rId15"/>
    <p:sldLayoutId id="2147483716" r:id="rId16"/>
    <p:sldLayoutId id="2147483717" r:id="rId17"/>
    <p:sldLayoutId id="2147483718" r:id="rId18"/>
    <p:sldLayoutId id="2147483719" r:id="rId19"/>
    <p:sldLayoutId id="2147483720" r:id="rId20"/>
    <p:sldLayoutId id="2147483721" r:id="rId21"/>
    <p:sldLayoutId id="2147483722" r:id="rId22"/>
    <p:sldLayoutId id="2147483723" r:id="rId23"/>
    <p:sldLayoutId id="2147483724" r:id="rId24"/>
    <p:sldLayoutId id="2147483725" r:id="rId25"/>
    <p:sldLayoutId id="2147483727" r:id="rId26"/>
    <p:sldLayoutId id="2147483728" r:id="rId27"/>
    <p:sldLayoutId id="2147483729" r:id="rId28"/>
    <p:sldLayoutId id="2147483805" r:id="rId29"/>
    <p:sldLayoutId id="2147483806" r:id="rId30"/>
  </p:sldLayoutIdLst>
  <p:hf hdr="0" dt="0"/>
  <p:txStyles>
    <p:titleStyle>
      <a:lvl1pPr algn="l" defTabSz="685800" rtl="0" eaLnBrk="1" latinLnBrk="0" hangingPunct="1">
        <a:spcBef>
          <a:spcPct val="0"/>
        </a:spcBef>
        <a:buNone/>
        <a:defRPr sz="2100" b="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p:titleStyle>
    <p:bodyStyle>
      <a:lvl1pPr marL="0" indent="0" algn="l" defTabSz="685800" rtl="0" eaLnBrk="1" latinLnBrk="0" hangingPunct="1">
        <a:spcBef>
          <a:spcPts val="0"/>
        </a:spcBef>
        <a:spcAft>
          <a:spcPts val="750"/>
        </a:spcAft>
        <a:buSzPct val="100000"/>
        <a:buFontTx/>
        <a:buNone/>
        <a:defRPr sz="1200" b="0" kern="1200">
          <a:solidFill>
            <a:schemeClr val="tx1"/>
          </a:solidFill>
          <a:latin typeface="+mn-lt"/>
          <a:ea typeface="+mn-ea"/>
          <a:cs typeface="Calibri Light" panose="020F0302020204030204" pitchFamily="34" charset="0"/>
        </a:defRPr>
      </a:lvl1pPr>
      <a:lvl2pPr marL="104775" indent="-104775" algn="l" defTabSz="685800" rtl="0" eaLnBrk="1" latinLnBrk="0" hangingPunct="1">
        <a:spcBef>
          <a:spcPts val="0"/>
        </a:spcBef>
        <a:spcAft>
          <a:spcPts val="750"/>
        </a:spcAft>
        <a:buClrTx/>
        <a:buSzPct val="100000"/>
        <a:buFont typeface="Arial" panose="020B0604020202020204" pitchFamily="34" charset="0"/>
        <a:buChar char="•"/>
        <a:defRPr lang="en-US" sz="1200" b="1" kern="1200" dirty="0" smtClean="0">
          <a:solidFill>
            <a:schemeClr val="tx1"/>
          </a:solidFill>
          <a:latin typeface="+mj-lt"/>
          <a:ea typeface="+mn-ea"/>
          <a:cs typeface="Calibri Light" panose="020F0302020204030204" pitchFamily="34" charset="0"/>
        </a:defRPr>
      </a:lvl2pPr>
      <a:lvl3pPr marL="228600" indent="-104775" algn="l" defTabSz="685800" rtl="0" eaLnBrk="1" latinLnBrk="0" hangingPunct="1">
        <a:spcBef>
          <a:spcPts val="0"/>
        </a:spcBef>
        <a:spcAft>
          <a:spcPts val="750"/>
        </a:spcAft>
        <a:buClrTx/>
        <a:buSzPct val="100000"/>
        <a:buFont typeface="Arial" panose="020B0604020202020204" pitchFamily="34" charset="0"/>
        <a:buChar char="−"/>
        <a:defRPr lang="en-US" sz="1200" kern="1200" dirty="0" smtClean="0">
          <a:solidFill>
            <a:schemeClr val="tx1"/>
          </a:solidFill>
          <a:latin typeface="+mn-lt"/>
          <a:ea typeface="+mn-ea"/>
          <a:cs typeface="Calibri Light" panose="020F0302020204030204" pitchFamily="34" charset="0"/>
        </a:defRPr>
      </a:lvl3pPr>
      <a:lvl4pPr marL="352425" indent="-104775" algn="l" defTabSz="685800" rtl="0" eaLnBrk="1" latinLnBrk="0" hangingPunct="1">
        <a:spcBef>
          <a:spcPts val="0"/>
        </a:spcBef>
        <a:spcAft>
          <a:spcPts val="750"/>
        </a:spcAft>
        <a:buClrTx/>
        <a:buSzPct val="100000"/>
        <a:buFont typeface="Arial" panose="020B0604020202020204" pitchFamily="34" charset="0"/>
        <a:buChar char="◦"/>
        <a:defRPr lang="en-US" sz="1200" kern="1200" baseline="0" dirty="0" smtClean="0">
          <a:solidFill>
            <a:schemeClr val="tx1"/>
          </a:solidFill>
          <a:latin typeface="+mn-lt"/>
          <a:ea typeface="+mn-ea"/>
          <a:cs typeface="Calibri Light" panose="020F0302020204030204" pitchFamily="34" charset="0"/>
        </a:defRPr>
      </a:lvl4pPr>
      <a:lvl5pPr marL="476250" indent="-104775" algn="l" defTabSz="598885" rtl="0" eaLnBrk="1" latinLnBrk="0" hangingPunct="1">
        <a:spcBef>
          <a:spcPts val="0"/>
        </a:spcBef>
        <a:spcAft>
          <a:spcPts val="750"/>
        </a:spcAft>
        <a:buClrTx/>
        <a:buSzPct val="100000"/>
        <a:buFont typeface="Arial" panose="020B0604020202020204" pitchFamily="34" charset="0"/>
        <a:buChar char="−"/>
        <a:tabLst/>
        <a:defRPr lang="en-US" sz="1200" kern="1200" baseline="0" dirty="0" smtClean="0">
          <a:solidFill>
            <a:schemeClr val="tx1"/>
          </a:solidFill>
          <a:latin typeface="+mn-lt"/>
          <a:ea typeface="+mn-ea"/>
          <a:cs typeface="Calibri Light" panose="020F0302020204030204" pitchFamily="34" charset="0"/>
        </a:defRPr>
      </a:lvl5pPr>
      <a:lvl6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6pPr>
      <a:lvl7pPr marL="399600" indent="-132300" algn="l" defTabSz="685800" rtl="0" eaLnBrk="1" latinLnBrk="0" hangingPunct="1">
        <a:spcBef>
          <a:spcPts val="0"/>
        </a:spcBef>
        <a:spcAft>
          <a:spcPts val="750"/>
        </a:spcAft>
        <a:buFont typeface="Verdana" panose="020B0604030504040204" pitchFamily="34" charset="0"/>
        <a:buChar char="−"/>
        <a:defRPr sz="900" kern="1200">
          <a:solidFill>
            <a:schemeClr val="tx1"/>
          </a:solidFill>
          <a:latin typeface="+mn-lt"/>
          <a:ea typeface="+mn-ea"/>
          <a:cs typeface="+mn-cs"/>
        </a:defRPr>
      </a:lvl7pPr>
      <a:lvl8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8pPr>
      <a:lvl9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45" orient="horz" pos="4008">
          <p15:clr>
            <a:srgbClr val="F26B43"/>
          </p15:clr>
        </p15:guide>
        <p15:guide id="49" orient="horz" pos="432">
          <p15:clr>
            <a:srgbClr val="F26B43"/>
          </p15:clr>
        </p15:guide>
        <p15:guide id="68" orient="horz" pos="4104">
          <p15:clr>
            <a:srgbClr val="F26B43"/>
          </p15:clr>
        </p15:guide>
        <p15:guide id="69" orient="horz" pos="2088">
          <p15:clr>
            <a:srgbClr val="F26B43"/>
          </p15:clr>
        </p15:guide>
        <p15:guide id="70" orient="horz" pos="1080">
          <p15:clr>
            <a:srgbClr val="F26B43"/>
          </p15:clr>
        </p15:guide>
        <p15:guide id="71" orient="horz" pos="288">
          <p15:clr>
            <a:srgbClr val="F26B43"/>
          </p15:clr>
        </p15:guide>
        <p15:guide id="72" pos="3840">
          <p15:clr>
            <a:srgbClr val="F26B43"/>
          </p15:clr>
        </p15:guide>
        <p15:guide id="73" pos="3936">
          <p15:clr>
            <a:srgbClr val="F26B43"/>
          </p15:clr>
        </p15:guide>
        <p15:guide id="74" pos="288">
          <p15:clr>
            <a:srgbClr val="F26B43"/>
          </p15:clr>
        </p15:guide>
        <p15:guide id="76" pos="3744">
          <p15:clr>
            <a:srgbClr val="F26B43"/>
          </p15:clr>
        </p15:guide>
        <p15:guide id="82" pos="7584">
          <p15:clr>
            <a:srgbClr val="F26B43"/>
          </p15:clr>
        </p15:guide>
        <p15:guide id="84" pos="7392">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76"/>
            </p:custDataLst>
            <p:extLst>
              <p:ext uri="{D42A27DB-BD31-4B8C-83A1-F6EECF244321}">
                <p14:modId xmlns:p14="http://schemas.microsoft.com/office/powerpoint/2010/main" val="3019055016"/>
              </p:ext>
            </p:extLst>
          </p:nvPr>
        </p:nvGraphicFramePr>
        <p:xfrm>
          <a:off x="2119" y="1591"/>
          <a:ext cx="2116" cy="1587"/>
        </p:xfrm>
        <a:graphic>
          <a:graphicData uri="http://schemas.openxmlformats.org/presentationml/2006/ole">
            <mc:AlternateContent xmlns:mc="http://schemas.openxmlformats.org/markup-compatibility/2006">
              <mc:Choice xmlns:v="urn:schemas-microsoft-com:vml" Requires="v">
                <p:oleObj name="think-cell Slide" r:id="rId77" imgW="270" imgH="270" progId="TCLayout.ActiveDocument.1">
                  <p:embed/>
                </p:oleObj>
              </mc:Choice>
              <mc:Fallback>
                <p:oleObj name="think-cell Slide" r:id="rId77" imgW="270" imgH="270" progId="TCLayout.ActiveDocument.1">
                  <p:embed/>
                  <p:pic>
                    <p:nvPicPr>
                      <p:cNvPr id="4" name="Object 3" hidden="1"/>
                      <p:cNvPicPr/>
                      <p:nvPr/>
                    </p:nvPicPr>
                    <p:blipFill>
                      <a:blip r:embed="rId78"/>
                      <a:stretch>
                        <a:fillRect/>
                      </a:stretch>
                    </p:blipFill>
                    <p:spPr>
                      <a:xfrm>
                        <a:off x="2119" y="1591"/>
                        <a:ext cx="2116" cy="1587"/>
                      </a:xfrm>
                      <a:prstGeom prst="rect">
                        <a:avLst/>
                      </a:prstGeom>
                    </p:spPr>
                  </p:pic>
                </p:oleObj>
              </mc:Fallback>
            </mc:AlternateContent>
          </a:graphicData>
        </a:graphic>
      </p:graphicFrame>
      <p:sp>
        <p:nvSpPr>
          <p:cNvPr id="2" name="Title Placeholder 1"/>
          <p:cNvSpPr>
            <a:spLocks noGrp="1"/>
          </p:cNvSpPr>
          <p:nvPr>
            <p:ph type="title"/>
          </p:nvPr>
        </p:nvSpPr>
        <p:spPr bwMode="gray">
          <a:xfrm>
            <a:off x="457200" y="477642"/>
            <a:ext cx="11281285" cy="340136"/>
          </a:xfrm>
          <a:prstGeom prst="rect">
            <a:avLst/>
          </a:prstGeom>
        </p:spPr>
        <p:txBody>
          <a:bodyPr vert="horz" lIns="0" tIns="0" rIns="0" bIns="0" rtlCol="0" anchor="t" anchorCtr="0">
            <a:noAutofit/>
          </a:bodyPr>
          <a:lstStyle/>
          <a:p>
            <a:r>
              <a:rPr lang="en-US" noProof="0"/>
              <a:t>Click to edit Master title style</a:t>
            </a:r>
          </a:p>
        </p:txBody>
      </p:sp>
      <p:sp>
        <p:nvSpPr>
          <p:cNvPr id="18" name="Copyright"/>
          <p:cNvSpPr txBox="1"/>
          <p:nvPr/>
        </p:nvSpPr>
        <p:spPr>
          <a:xfrm>
            <a:off x="457200" y="6515063"/>
            <a:ext cx="5355168" cy="12311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a:solidFill>
                  <a:schemeClr val="tx1"/>
                </a:solidFill>
                <a:latin typeface="Calibri" panose="020F0502020204030204" pitchFamily="34" charset="0"/>
                <a:cs typeface="Calibri" panose="020F0502020204030204" pitchFamily="34" charset="0"/>
              </a:rPr>
              <a:t>Copyright © 2024 Deloitte Development LLC. All rights reserved.</a:t>
            </a:r>
          </a:p>
        </p:txBody>
      </p:sp>
      <p:sp>
        <p:nvSpPr>
          <p:cNvPr id="19" name="Text Placeholder 18"/>
          <p:cNvSpPr>
            <a:spLocks noGrp="1"/>
          </p:cNvSpPr>
          <p:nvPr>
            <p:ph type="body" idx="1"/>
          </p:nvPr>
        </p:nvSpPr>
        <p:spPr>
          <a:xfrm>
            <a:off x="460887" y="1714500"/>
            <a:ext cx="11277599" cy="4648200"/>
          </a:xfrm>
          <a:prstGeom prst="rect">
            <a:avLst/>
          </a:prstGeom>
        </p:spPr>
        <p:txBody>
          <a:bodyPr vert="horz" lIns="0" tIns="0" rIns="0" bIns="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TextBox 2"/>
          <p:cNvSpPr txBox="1"/>
          <p:nvPr/>
        </p:nvSpPr>
        <p:spPr>
          <a:xfrm>
            <a:off x="11426826" y="6519673"/>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smtClean="0">
                <a:solidFill>
                  <a:schemeClr val="tx1"/>
                </a:solidFill>
                <a:latin typeface="Calibri" panose="020F0502020204030204" pitchFamily="34" charset="0"/>
                <a:cs typeface="Calibri" panose="020F0502020204030204" pitchFamily="34" charset="0"/>
              </a:rPr>
              <a:pPr marL="0" indent="0" algn="r">
                <a:spcBef>
                  <a:spcPts val="450"/>
                </a:spcBef>
                <a:buSzPct val="100000"/>
                <a:buFont typeface="Arial"/>
                <a:buNone/>
              </a:pPr>
              <a:t>‹#›</a:t>
            </a:fld>
            <a:endParaRPr lang="en-US" sz="800" noProof="0">
              <a:solidFill>
                <a:schemeClr val="tx1"/>
              </a:solidFill>
              <a:latin typeface="Calibri" panose="020F0502020204030204" pitchFamily="34" charset="0"/>
              <a:cs typeface="Calibri" panose="020F0502020204030204" pitchFamily="34" charset="0"/>
            </a:endParaRPr>
          </a:p>
        </p:txBody>
      </p:sp>
      <p:sp>
        <p:nvSpPr>
          <p:cNvPr id="20" name="TextBox 19">
            <a:extLst>
              <a:ext uri="{FF2B5EF4-FFF2-40B4-BE49-F238E27FC236}">
                <a16:creationId xmlns:a16="http://schemas.microsoft.com/office/drawing/2014/main" id="{5A35A5D5-FD12-4A0E-B47E-3D53D008B26B}"/>
              </a:ext>
            </a:extLst>
          </p:cNvPr>
          <p:cNvSpPr txBox="1"/>
          <p:nvPr userDrawn="1"/>
        </p:nvSpPr>
        <p:spPr>
          <a:xfrm>
            <a:off x="4065081" y="699568"/>
            <a:ext cx="254000" cy="276999"/>
          </a:xfrm>
          <a:prstGeom prst="rect">
            <a:avLst/>
          </a:prstGeom>
          <a:noFill/>
          <a:ln>
            <a:noFill/>
          </a:ln>
        </p:spPr>
        <p:txBody>
          <a:bodyPr wrap="square" lIns="0" tIns="0" rIns="0" bIns="0" rtlCol="0">
            <a:spAutoFit/>
          </a:bodyPr>
          <a:lstStyle/>
          <a:p>
            <a:pPr marL="203200" indent="-203200">
              <a:spcBef>
                <a:spcPts val="600"/>
              </a:spcBef>
              <a:buSzPct val="100000"/>
              <a:buFont typeface="Arial"/>
              <a:buChar char="•"/>
            </a:pPr>
            <a:endParaRPr lang="en-US" sz="1800">
              <a:solidFill>
                <a:srgbClr val="313131"/>
              </a:solidFill>
            </a:endParaRPr>
          </a:p>
        </p:txBody>
      </p:sp>
      <p:sp>
        <p:nvSpPr>
          <p:cNvPr id="22" name="TextBox 21">
            <a:extLst>
              <a:ext uri="{FF2B5EF4-FFF2-40B4-BE49-F238E27FC236}">
                <a16:creationId xmlns:a16="http://schemas.microsoft.com/office/drawing/2014/main" id="{33FEAD1B-5DFB-4123-913B-D7D5838C8C6D}"/>
              </a:ext>
            </a:extLst>
          </p:cNvPr>
          <p:cNvSpPr txBox="1"/>
          <p:nvPr userDrawn="1"/>
        </p:nvSpPr>
        <p:spPr>
          <a:xfrm>
            <a:off x="4321370" y="802745"/>
            <a:ext cx="1673167" cy="276999"/>
          </a:xfrm>
          <a:prstGeom prst="rect">
            <a:avLst/>
          </a:prstGeom>
          <a:noFill/>
          <a:ln>
            <a:noFill/>
          </a:ln>
        </p:spPr>
        <p:txBody>
          <a:bodyPr wrap="square" lIns="0" tIns="0" rIns="0" bIns="0" rtlCol="0">
            <a:spAutoFit/>
          </a:bodyPr>
          <a:lstStyle/>
          <a:p>
            <a:pPr marL="203200" indent="-203200">
              <a:spcBef>
                <a:spcPts val="600"/>
              </a:spcBef>
              <a:buSzPct val="100000"/>
              <a:buFont typeface="Arial"/>
              <a:buChar char="•"/>
            </a:pPr>
            <a:endParaRPr lang="en-US" sz="1800">
              <a:solidFill>
                <a:srgbClr val="313131"/>
              </a:solidFill>
            </a:endParaRPr>
          </a:p>
        </p:txBody>
      </p:sp>
      <p:sp>
        <p:nvSpPr>
          <p:cNvPr id="23" name="TextBox 22">
            <a:extLst>
              <a:ext uri="{FF2B5EF4-FFF2-40B4-BE49-F238E27FC236}">
                <a16:creationId xmlns:a16="http://schemas.microsoft.com/office/drawing/2014/main" id="{B202DBDA-700C-4979-B00F-3477C099D042}"/>
              </a:ext>
            </a:extLst>
          </p:cNvPr>
          <p:cNvSpPr txBox="1"/>
          <p:nvPr userDrawn="1"/>
        </p:nvSpPr>
        <p:spPr>
          <a:xfrm>
            <a:off x="5969842" y="802745"/>
            <a:ext cx="250316" cy="276999"/>
          </a:xfrm>
          <a:prstGeom prst="rect">
            <a:avLst/>
          </a:prstGeom>
          <a:noFill/>
          <a:ln>
            <a:noFill/>
          </a:ln>
        </p:spPr>
        <p:txBody>
          <a:bodyPr wrap="square" lIns="0" tIns="0" rIns="0" bIns="0" rtlCol="0">
            <a:spAutoFit/>
          </a:bodyPr>
          <a:lstStyle/>
          <a:p>
            <a:pPr marL="203200" indent="-203200">
              <a:spcBef>
                <a:spcPts val="600"/>
              </a:spcBef>
              <a:buSzPct val="100000"/>
              <a:buFont typeface="Arial"/>
              <a:buChar char="•"/>
            </a:pPr>
            <a:endParaRPr lang="en-US" sz="1800">
              <a:solidFill>
                <a:srgbClr val="313131"/>
              </a:solidFill>
            </a:endParaRPr>
          </a:p>
        </p:txBody>
      </p:sp>
      <p:sp>
        <p:nvSpPr>
          <p:cNvPr id="24" name="TextBox 23">
            <a:extLst>
              <a:ext uri="{FF2B5EF4-FFF2-40B4-BE49-F238E27FC236}">
                <a16:creationId xmlns:a16="http://schemas.microsoft.com/office/drawing/2014/main" id="{D14DFC3E-51E5-47BE-BA81-FDAED74D8117}"/>
              </a:ext>
            </a:extLst>
          </p:cNvPr>
          <p:cNvSpPr txBox="1"/>
          <p:nvPr userDrawn="1"/>
        </p:nvSpPr>
        <p:spPr>
          <a:xfrm>
            <a:off x="4321027" y="801689"/>
            <a:ext cx="1673851" cy="276999"/>
          </a:xfrm>
          <a:prstGeom prst="rect">
            <a:avLst/>
          </a:prstGeom>
          <a:noFill/>
          <a:ln>
            <a:noFill/>
          </a:ln>
        </p:spPr>
        <p:txBody>
          <a:bodyPr wrap="square" lIns="0" tIns="0" rIns="0" bIns="0" rtlCol="0">
            <a:spAutoFit/>
          </a:bodyPr>
          <a:lstStyle/>
          <a:p>
            <a:pPr marL="203200" indent="-203200">
              <a:spcBef>
                <a:spcPts val="600"/>
              </a:spcBef>
              <a:buSzPct val="100000"/>
              <a:buFont typeface="Arial"/>
              <a:buChar char="•"/>
            </a:pPr>
            <a:endParaRPr lang="en-US" sz="1800">
              <a:solidFill>
                <a:srgbClr val="313131"/>
              </a:solidFill>
            </a:endParaRPr>
          </a:p>
        </p:txBody>
      </p:sp>
      <p:sp>
        <p:nvSpPr>
          <p:cNvPr id="7" name="TextBox 6">
            <a:extLst>
              <a:ext uri="{FF2B5EF4-FFF2-40B4-BE49-F238E27FC236}">
                <a16:creationId xmlns:a16="http://schemas.microsoft.com/office/drawing/2014/main" id="{A6275DC1-382B-11F1-3864-0E7D7BE77909}"/>
              </a:ext>
            </a:extLst>
          </p:cNvPr>
          <p:cNvSpPr txBox="1"/>
          <p:nvPr userDrawn="1"/>
        </p:nvSpPr>
        <p:spPr>
          <a:xfrm>
            <a:off x="9591757" y="6361175"/>
            <a:ext cx="1781665" cy="276999"/>
          </a:xfrm>
          <a:prstGeom prst="rect">
            <a:avLst/>
          </a:prstGeom>
          <a:noFill/>
        </p:spPr>
        <p:txBody>
          <a:bodyPr wrap="square" lIns="0" tIns="0" rIns="0" bIns="0" rtlCol="0">
            <a:spAutoFit/>
          </a:bodyPr>
          <a:lstStyle/>
          <a:p>
            <a:pPr marL="0" indent="0" algn="r">
              <a:spcBef>
                <a:spcPts val="600"/>
              </a:spcBef>
              <a:buSzPct val="100000"/>
              <a:buFont typeface="Arial"/>
              <a:buNone/>
            </a:pPr>
            <a:r>
              <a:rPr lang="en-US" b="1" spc="300" baseline="0">
                <a:solidFill>
                  <a:schemeClr val="bg2"/>
                </a:solidFill>
                <a:latin typeface="Open Sans Light" panose="020B0306030504020204" pitchFamily="34" charset="0"/>
                <a:ea typeface="Open Sans Light" panose="020B0306030504020204" pitchFamily="34" charset="0"/>
                <a:cs typeface="Open Sans Light" panose="020B0306030504020204" pitchFamily="34" charset="0"/>
              </a:rPr>
              <a:t>FinanceAI</a:t>
            </a:r>
            <a:r>
              <a:rPr lang="en-US" b="1" spc="300" baseline="30000">
                <a:solidFill>
                  <a:schemeClr val="bg2"/>
                </a:solidFill>
                <a:latin typeface="Open Sans Light" panose="020B0306030504020204" pitchFamily="34" charset="0"/>
                <a:ea typeface="Open Sans Light" panose="020B0306030504020204" pitchFamily="34" charset="0"/>
                <a:cs typeface="Open Sans Light" panose="020B0306030504020204" pitchFamily="34" charset="0"/>
              </a:rPr>
              <a:t>TM</a:t>
            </a:r>
          </a:p>
        </p:txBody>
      </p:sp>
      <p:sp>
        <p:nvSpPr>
          <p:cNvPr id="8" name="Rectangle 7">
            <a:extLst>
              <a:ext uri="{FF2B5EF4-FFF2-40B4-BE49-F238E27FC236}">
                <a16:creationId xmlns:a16="http://schemas.microsoft.com/office/drawing/2014/main" id="{1E1DB087-27A5-E957-6FA7-1A1AA6C25458}"/>
              </a:ext>
            </a:extLst>
          </p:cNvPr>
          <p:cNvSpPr/>
          <p:nvPr userDrawn="1"/>
        </p:nvSpPr>
        <p:spPr bwMode="gray">
          <a:xfrm>
            <a:off x="-809043" y="369551"/>
            <a:ext cx="641684" cy="674905"/>
          </a:xfrm>
          <a:prstGeom prst="rect">
            <a:avLst/>
          </a:prstGeom>
          <a:solidFill>
            <a:schemeClr val="bg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10" name="Rectangle 9">
            <a:extLst>
              <a:ext uri="{FF2B5EF4-FFF2-40B4-BE49-F238E27FC236}">
                <a16:creationId xmlns:a16="http://schemas.microsoft.com/office/drawing/2014/main" id="{0EAE9396-8423-5AEF-0A31-FDF4AD5ED57A}"/>
              </a:ext>
            </a:extLst>
          </p:cNvPr>
          <p:cNvSpPr/>
          <p:nvPr userDrawn="1"/>
        </p:nvSpPr>
        <p:spPr bwMode="gray">
          <a:xfrm>
            <a:off x="-809043" y="1175378"/>
            <a:ext cx="641684" cy="674905"/>
          </a:xfrm>
          <a:prstGeom prst="rect">
            <a:avLst/>
          </a:prstGeom>
          <a:solidFill>
            <a:srgbClr val="97999B"/>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11" name="Rectangle 10">
            <a:extLst>
              <a:ext uri="{FF2B5EF4-FFF2-40B4-BE49-F238E27FC236}">
                <a16:creationId xmlns:a16="http://schemas.microsoft.com/office/drawing/2014/main" id="{ABA31AE2-E02F-4925-8715-35524632E44D}"/>
              </a:ext>
            </a:extLst>
          </p:cNvPr>
          <p:cNvSpPr/>
          <p:nvPr userDrawn="1"/>
        </p:nvSpPr>
        <p:spPr bwMode="gray">
          <a:xfrm>
            <a:off x="-809043" y="1981205"/>
            <a:ext cx="641684" cy="674905"/>
          </a:xfrm>
          <a:prstGeom prst="rect">
            <a:avLst/>
          </a:prstGeom>
          <a:solidFill>
            <a:schemeClr val="tx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12" name="Rectangle 11">
            <a:extLst>
              <a:ext uri="{FF2B5EF4-FFF2-40B4-BE49-F238E27FC236}">
                <a16:creationId xmlns:a16="http://schemas.microsoft.com/office/drawing/2014/main" id="{97651251-100C-AB6B-57E8-5BC2F5F05DFB}"/>
              </a:ext>
            </a:extLst>
          </p:cNvPr>
          <p:cNvSpPr/>
          <p:nvPr userDrawn="1"/>
        </p:nvSpPr>
        <p:spPr bwMode="gray">
          <a:xfrm>
            <a:off x="-809043" y="3592859"/>
            <a:ext cx="641684" cy="674905"/>
          </a:xfrm>
          <a:prstGeom prst="rect">
            <a:avLst/>
          </a:prstGeom>
          <a:solidFill>
            <a:schemeClr val="accent5">
              <a:lumMod val="7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16" name="Rectangle 15">
            <a:extLst>
              <a:ext uri="{FF2B5EF4-FFF2-40B4-BE49-F238E27FC236}">
                <a16:creationId xmlns:a16="http://schemas.microsoft.com/office/drawing/2014/main" id="{F187DCAC-2E52-0E00-185E-55FF1B421A29}"/>
              </a:ext>
            </a:extLst>
          </p:cNvPr>
          <p:cNvSpPr/>
          <p:nvPr userDrawn="1"/>
        </p:nvSpPr>
        <p:spPr bwMode="gray">
          <a:xfrm>
            <a:off x="-809043" y="2787032"/>
            <a:ext cx="641684" cy="674905"/>
          </a:xfrm>
          <a:prstGeom prst="rect">
            <a:avLst/>
          </a:prstGeom>
          <a:solidFill>
            <a:schemeClr val="accent5">
              <a:lumMod val="5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17" name="Rectangle 16">
            <a:extLst>
              <a:ext uri="{FF2B5EF4-FFF2-40B4-BE49-F238E27FC236}">
                <a16:creationId xmlns:a16="http://schemas.microsoft.com/office/drawing/2014/main" id="{5CE40F73-6797-25CF-EE5A-D0D881A63A66}"/>
              </a:ext>
            </a:extLst>
          </p:cNvPr>
          <p:cNvSpPr/>
          <p:nvPr userDrawn="1"/>
        </p:nvSpPr>
        <p:spPr bwMode="gray">
          <a:xfrm>
            <a:off x="-809043" y="4398686"/>
            <a:ext cx="641684" cy="674905"/>
          </a:xfrm>
          <a:prstGeom prst="rect">
            <a:avLst/>
          </a:prstGeom>
          <a:solidFill>
            <a:schemeClr val="accent5"/>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21" name="Rectangle 20">
            <a:extLst>
              <a:ext uri="{FF2B5EF4-FFF2-40B4-BE49-F238E27FC236}">
                <a16:creationId xmlns:a16="http://schemas.microsoft.com/office/drawing/2014/main" id="{025BBD5E-6003-501B-5E43-A6E2EEBFB83B}"/>
              </a:ext>
            </a:extLst>
          </p:cNvPr>
          <p:cNvSpPr/>
          <p:nvPr userDrawn="1"/>
        </p:nvSpPr>
        <p:spPr bwMode="gray">
          <a:xfrm>
            <a:off x="-809043" y="5204513"/>
            <a:ext cx="641684" cy="674905"/>
          </a:xfrm>
          <a:prstGeom prst="rect">
            <a:avLst/>
          </a:prstGeom>
          <a:solidFill>
            <a:srgbClr val="00ABAB"/>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25" name="Rectangle 24">
            <a:extLst>
              <a:ext uri="{FF2B5EF4-FFF2-40B4-BE49-F238E27FC236}">
                <a16:creationId xmlns:a16="http://schemas.microsoft.com/office/drawing/2014/main" id="{C702040F-76DC-3F49-F3D3-6BFFC11BA5A9}"/>
              </a:ext>
            </a:extLst>
          </p:cNvPr>
          <p:cNvSpPr/>
          <p:nvPr userDrawn="1"/>
        </p:nvSpPr>
        <p:spPr bwMode="gray">
          <a:xfrm>
            <a:off x="-809043" y="6010340"/>
            <a:ext cx="641684" cy="674905"/>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44" name="Rectangle 43">
            <a:extLst>
              <a:ext uri="{FF2B5EF4-FFF2-40B4-BE49-F238E27FC236}">
                <a16:creationId xmlns:a16="http://schemas.microsoft.com/office/drawing/2014/main" id="{9F4DE555-874B-C9A3-2DC9-907D3377705C}"/>
              </a:ext>
            </a:extLst>
          </p:cNvPr>
          <p:cNvSpPr/>
          <p:nvPr userDrawn="1"/>
        </p:nvSpPr>
        <p:spPr bwMode="gray">
          <a:xfrm>
            <a:off x="457200" y="304762"/>
            <a:ext cx="1371600" cy="91440"/>
          </a:xfrm>
          <a:prstGeom prst="rect">
            <a:avLst/>
          </a:prstGeom>
          <a:solidFill>
            <a:schemeClr val="bg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Tree>
    <p:extLst>
      <p:ext uri="{BB962C8B-B14F-4D97-AF65-F5344CB8AC3E}">
        <p14:creationId xmlns:p14="http://schemas.microsoft.com/office/powerpoint/2010/main" val="1726897172"/>
      </p:ext>
    </p:extLst>
  </p:cSld>
  <p:clrMap bg1="lt1" tx1="dk1" bg2="lt2" tx2="dk2" accent1="accent1" accent2="accent2" accent3="accent3" accent4="accent4" accent5="accent5" accent6="accent6" hlink="hlink" folHlink="folHlink"/>
  <p:sldLayoutIdLst>
    <p:sldLayoutId id="2147483731" r:id="rId1"/>
    <p:sldLayoutId id="2147483732" r:id="rId2"/>
    <p:sldLayoutId id="2147483733" r:id="rId3"/>
    <p:sldLayoutId id="2147483734" r:id="rId4"/>
    <p:sldLayoutId id="2147483735" r:id="rId5"/>
    <p:sldLayoutId id="2147483736" r:id="rId6"/>
    <p:sldLayoutId id="2147483737" r:id="rId7"/>
    <p:sldLayoutId id="2147483738" r:id="rId8"/>
    <p:sldLayoutId id="2147483739" r:id="rId9"/>
    <p:sldLayoutId id="2147483740" r:id="rId10"/>
    <p:sldLayoutId id="2147483741" r:id="rId11"/>
    <p:sldLayoutId id="2147483742" r:id="rId12"/>
    <p:sldLayoutId id="2147483743" r:id="rId13"/>
    <p:sldLayoutId id="2147483744" r:id="rId14"/>
    <p:sldLayoutId id="2147483745" r:id="rId15"/>
    <p:sldLayoutId id="2147483746" r:id="rId16"/>
    <p:sldLayoutId id="2147483747" r:id="rId17"/>
    <p:sldLayoutId id="2147483748" r:id="rId18"/>
    <p:sldLayoutId id="2147483749" r:id="rId19"/>
    <p:sldLayoutId id="2147483750" r:id="rId20"/>
    <p:sldLayoutId id="2147483751" r:id="rId21"/>
    <p:sldLayoutId id="2147483752" r:id="rId22"/>
    <p:sldLayoutId id="2147483753" r:id="rId23"/>
    <p:sldLayoutId id="2147483754" r:id="rId24"/>
    <p:sldLayoutId id="2147483755" r:id="rId25"/>
    <p:sldLayoutId id="2147483756" r:id="rId26"/>
    <p:sldLayoutId id="2147483757" r:id="rId27"/>
    <p:sldLayoutId id="2147483758" r:id="rId28"/>
    <p:sldLayoutId id="2147483759" r:id="rId29"/>
    <p:sldLayoutId id="2147483760" r:id="rId30"/>
    <p:sldLayoutId id="2147483761" r:id="rId31"/>
    <p:sldLayoutId id="2147483762" r:id="rId32"/>
    <p:sldLayoutId id="2147483763" r:id="rId33"/>
    <p:sldLayoutId id="2147483764" r:id="rId34"/>
    <p:sldLayoutId id="2147483765" r:id="rId35"/>
    <p:sldLayoutId id="2147483766" r:id="rId36"/>
    <p:sldLayoutId id="2147483767" r:id="rId37"/>
    <p:sldLayoutId id="2147483768" r:id="rId38"/>
    <p:sldLayoutId id="2147483769" r:id="rId39"/>
    <p:sldLayoutId id="2147483770" r:id="rId40"/>
    <p:sldLayoutId id="2147483771" r:id="rId41"/>
    <p:sldLayoutId id="2147483772" r:id="rId42"/>
    <p:sldLayoutId id="2147483773" r:id="rId43"/>
    <p:sldLayoutId id="2147483774" r:id="rId44"/>
    <p:sldLayoutId id="2147483775" r:id="rId45"/>
    <p:sldLayoutId id="2147483776" r:id="rId46"/>
    <p:sldLayoutId id="2147483777" r:id="rId47"/>
    <p:sldLayoutId id="2147483778" r:id="rId48"/>
    <p:sldLayoutId id="2147483779" r:id="rId49"/>
    <p:sldLayoutId id="2147483780" r:id="rId50"/>
    <p:sldLayoutId id="2147483781" r:id="rId51"/>
    <p:sldLayoutId id="2147483782" r:id="rId52"/>
    <p:sldLayoutId id="2147483783" r:id="rId53"/>
    <p:sldLayoutId id="2147483784" r:id="rId54"/>
    <p:sldLayoutId id="2147483785" r:id="rId55"/>
    <p:sldLayoutId id="2147483786" r:id="rId56"/>
    <p:sldLayoutId id="2147483787" r:id="rId57"/>
    <p:sldLayoutId id="2147483788" r:id="rId58"/>
    <p:sldLayoutId id="2147483789" r:id="rId59"/>
    <p:sldLayoutId id="2147483790" r:id="rId60"/>
    <p:sldLayoutId id="2147483791" r:id="rId61"/>
    <p:sldLayoutId id="2147483792" r:id="rId62"/>
    <p:sldLayoutId id="2147483793" r:id="rId63"/>
    <p:sldLayoutId id="2147483794" r:id="rId64"/>
    <p:sldLayoutId id="2147483795" r:id="rId65"/>
    <p:sldLayoutId id="2147483796" r:id="rId66"/>
    <p:sldLayoutId id="2147483797" r:id="rId67"/>
    <p:sldLayoutId id="2147483798" r:id="rId68"/>
    <p:sldLayoutId id="2147483799" r:id="rId69"/>
    <p:sldLayoutId id="2147483800" r:id="rId70"/>
    <p:sldLayoutId id="2147483801" r:id="rId71"/>
    <p:sldLayoutId id="2147483802" r:id="rId72"/>
    <p:sldLayoutId id="2147483803" r:id="rId73"/>
    <p:sldLayoutId id="2147483804" r:id="rId74"/>
  </p:sldLayoutIdLst>
  <p:hf hdr="0" dt="0"/>
  <p:txStyles>
    <p:titleStyle>
      <a:lvl1pPr algn="l" defTabSz="685800" rtl="0" eaLnBrk="1" latinLnBrk="0" hangingPunct="1">
        <a:spcBef>
          <a:spcPct val="0"/>
        </a:spcBef>
        <a:buNone/>
        <a:defRPr sz="2100" b="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p:titleStyle>
    <p:bodyStyle>
      <a:lvl1pPr marL="0" indent="0" algn="l" defTabSz="685800" rtl="0" eaLnBrk="1" latinLnBrk="0" hangingPunct="1">
        <a:spcBef>
          <a:spcPts val="0"/>
        </a:spcBef>
        <a:spcAft>
          <a:spcPts val="750"/>
        </a:spcAft>
        <a:buSzPct val="100000"/>
        <a:buFontTx/>
        <a:buNone/>
        <a:defRPr sz="1200" b="0" kern="1200">
          <a:solidFill>
            <a:schemeClr val="tx1"/>
          </a:solidFill>
          <a:latin typeface="+mn-lt"/>
          <a:ea typeface="+mn-ea"/>
          <a:cs typeface="Calibri Light" panose="020F0302020204030204" pitchFamily="34" charset="0"/>
        </a:defRPr>
      </a:lvl1pPr>
      <a:lvl2pPr marL="104775" indent="-104775" algn="l" defTabSz="685800" rtl="0" eaLnBrk="1" latinLnBrk="0" hangingPunct="1">
        <a:spcBef>
          <a:spcPts val="0"/>
        </a:spcBef>
        <a:spcAft>
          <a:spcPts val="750"/>
        </a:spcAft>
        <a:buClrTx/>
        <a:buSzPct val="100000"/>
        <a:buFont typeface="Arial" panose="020B0604020202020204" pitchFamily="34" charset="0"/>
        <a:buChar char="•"/>
        <a:defRPr lang="en-US" sz="1200" b="1" kern="1200" dirty="0" smtClean="0">
          <a:solidFill>
            <a:schemeClr val="tx1"/>
          </a:solidFill>
          <a:latin typeface="+mj-lt"/>
          <a:ea typeface="+mn-ea"/>
          <a:cs typeface="Calibri Light" panose="020F0302020204030204" pitchFamily="34" charset="0"/>
        </a:defRPr>
      </a:lvl2pPr>
      <a:lvl3pPr marL="228600" indent="-104775" algn="l" defTabSz="685800" rtl="0" eaLnBrk="1" latinLnBrk="0" hangingPunct="1">
        <a:spcBef>
          <a:spcPts val="0"/>
        </a:spcBef>
        <a:spcAft>
          <a:spcPts val="750"/>
        </a:spcAft>
        <a:buClrTx/>
        <a:buSzPct val="100000"/>
        <a:buFont typeface="Arial" panose="020B0604020202020204" pitchFamily="34" charset="0"/>
        <a:buChar char="−"/>
        <a:defRPr lang="en-US" sz="1200" kern="1200" dirty="0" smtClean="0">
          <a:solidFill>
            <a:schemeClr val="tx1"/>
          </a:solidFill>
          <a:latin typeface="+mn-lt"/>
          <a:ea typeface="+mn-ea"/>
          <a:cs typeface="Calibri Light" panose="020F0302020204030204" pitchFamily="34" charset="0"/>
        </a:defRPr>
      </a:lvl3pPr>
      <a:lvl4pPr marL="352425" indent="-104775" algn="l" defTabSz="685800" rtl="0" eaLnBrk="1" latinLnBrk="0" hangingPunct="1">
        <a:spcBef>
          <a:spcPts val="0"/>
        </a:spcBef>
        <a:spcAft>
          <a:spcPts val="750"/>
        </a:spcAft>
        <a:buClrTx/>
        <a:buSzPct val="100000"/>
        <a:buFont typeface="Arial" panose="020B0604020202020204" pitchFamily="34" charset="0"/>
        <a:buChar char="◦"/>
        <a:defRPr lang="en-US" sz="1200" kern="1200" baseline="0" dirty="0" smtClean="0">
          <a:solidFill>
            <a:schemeClr val="tx1"/>
          </a:solidFill>
          <a:latin typeface="+mn-lt"/>
          <a:ea typeface="+mn-ea"/>
          <a:cs typeface="Calibri Light" panose="020F0302020204030204" pitchFamily="34" charset="0"/>
        </a:defRPr>
      </a:lvl4pPr>
      <a:lvl5pPr marL="476250" indent="-104775" algn="l" defTabSz="598885" rtl="0" eaLnBrk="1" latinLnBrk="0" hangingPunct="1">
        <a:spcBef>
          <a:spcPts val="0"/>
        </a:spcBef>
        <a:spcAft>
          <a:spcPts val="750"/>
        </a:spcAft>
        <a:buClrTx/>
        <a:buSzPct val="100000"/>
        <a:buFont typeface="Arial" panose="020B0604020202020204" pitchFamily="34" charset="0"/>
        <a:buChar char="−"/>
        <a:tabLst/>
        <a:defRPr lang="en-US" sz="1200" kern="1200" baseline="0" dirty="0" smtClean="0">
          <a:solidFill>
            <a:schemeClr val="tx1"/>
          </a:solidFill>
          <a:latin typeface="+mn-lt"/>
          <a:ea typeface="+mn-ea"/>
          <a:cs typeface="Calibri Light" panose="020F0302020204030204" pitchFamily="34" charset="0"/>
        </a:defRPr>
      </a:lvl5pPr>
      <a:lvl6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6pPr>
      <a:lvl7pPr marL="399600" indent="-132300" algn="l" defTabSz="685800" rtl="0" eaLnBrk="1" latinLnBrk="0" hangingPunct="1">
        <a:spcBef>
          <a:spcPts val="0"/>
        </a:spcBef>
        <a:spcAft>
          <a:spcPts val="750"/>
        </a:spcAft>
        <a:buFont typeface="Verdana" panose="020B0604030504040204" pitchFamily="34" charset="0"/>
        <a:buChar char="−"/>
        <a:defRPr sz="900" kern="1200">
          <a:solidFill>
            <a:schemeClr val="tx1"/>
          </a:solidFill>
          <a:latin typeface="+mn-lt"/>
          <a:ea typeface="+mn-ea"/>
          <a:cs typeface="+mn-cs"/>
        </a:defRPr>
      </a:lvl7pPr>
      <a:lvl8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8pPr>
      <a:lvl9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45" orient="horz" pos="4008">
          <p15:clr>
            <a:srgbClr val="F26B43"/>
          </p15:clr>
        </p15:guide>
        <p15:guide id="49" orient="horz" pos="432">
          <p15:clr>
            <a:srgbClr val="F26B43"/>
          </p15:clr>
        </p15:guide>
        <p15:guide id="68" orient="horz" pos="4104">
          <p15:clr>
            <a:srgbClr val="F26B43"/>
          </p15:clr>
        </p15:guide>
        <p15:guide id="69" orient="horz" pos="2088">
          <p15:clr>
            <a:srgbClr val="F26B43"/>
          </p15:clr>
        </p15:guide>
        <p15:guide id="70" orient="horz" pos="1080">
          <p15:clr>
            <a:srgbClr val="F26B43"/>
          </p15:clr>
        </p15:guide>
        <p15:guide id="71" orient="horz" pos="288">
          <p15:clr>
            <a:srgbClr val="F26B43"/>
          </p15:clr>
        </p15:guide>
        <p15:guide id="72" pos="3840">
          <p15:clr>
            <a:srgbClr val="F26B43"/>
          </p15:clr>
        </p15:guide>
        <p15:guide id="73" pos="3936">
          <p15:clr>
            <a:srgbClr val="F26B43"/>
          </p15:clr>
        </p15:guide>
        <p15:guide id="74" pos="288">
          <p15:clr>
            <a:srgbClr val="F26B43"/>
          </p15:clr>
        </p15:guide>
        <p15:guide id="76" pos="3744">
          <p15:clr>
            <a:srgbClr val="F26B43"/>
          </p15:clr>
        </p15:guide>
        <p15:guide id="82" pos="7584">
          <p15:clr>
            <a:srgbClr val="F26B43"/>
          </p15:clr>
        </p15:guide>
        <p15:guide id="84" pos="7392">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18"/>
            </p:custDataLst>
            <p:extLst>
              <p:ext uri="{D42A27DB-BD31-4B8C-83A1-F6EECF244321}">
                <p14:modId xmlns:p14="http://schemas.microsoft.com/office/powerpoint/2010/main" val="3607932048"/>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think-cell Slide" r:id="rId19" imgW="270" imgH="270" progId="TCLayout.ActiveDocument.1">
                  <p:embed/>
                </p:oleObj>
              </mc:Choice>
              <mc:Fallback>
                <p:oleObj name="think-cell Slide" r:id="rId19" imgW="270" imgH="270" progId="TCLayout.ActiveDocument.1">
                  <p:embed/>
                  <p:pic>
                    <p:nvPicPr>
                      <p:cNvPr id="4" name="Object 3" hidden="1"/>
                      <p:cNvPicPr/>
                      <p:nvPr/>
                    </p:nvPicPr>
                    <p:blipFill>
                      <a:blip r:embed="rId20"/>
                      <a:stretch>
                        <a:fillRect/>
                      </a:stretch>
                    </p:blipFill>
                    <p:spPr>
                      <a:xfrm>
                        <a:off x="2118" y="1589"/>
                        <a:ext cx="2116" cy="1587"/>
                      </a:xfrm>
                      <a:prstGeom prst="rect">
                        <a:avLst/>
                      </a:prstGeom>
                    </p:spPr>
                  </p:pic>
                </p:oleObj>
              </mc:Fallback>
            </mc:AlternateContent>
          </a:graphicData>
        </a:graphic>
      </p:graphicFrame>
      <p:sp>
        <p:nvSpPr>
          <p:cNvPr id="2" name="Title Placeholder 1"/>
          <p:cNvSpPr>
            <a:spLocks noGrp="1"/>
          </p:cNvSpPr>
          <p:nvPr>
            <p:ph type="title"/>
          </p:nvPr>
        </p:nvSpPr>
        <p:spPr bwMode="gray">
          <a:xfrm>
            <a:off x="501651" y="317501"/>
            <a:ext cx="11188700" cy="309820"/>
          </a:xfrm>
          <a:prstGeom prst="rect">
            <a:avLst/>
          </a:prstGeom>
        </p:spPr>
        <p:txBody>
          <a:bodyPr vert="horz" lIns="0" tIns="0" rIns="0" bIns="0" rtlCol="0" anchor="t" anchorCtr="0">
            <a:noAutofit/>
          </a:bodyPr>
          <a:lstStyle/>
          <a:p>
            <a:r>
              <a:rPr lang="en-US" noProof="0"/>
              <a:t>Click to edit Master title style</a:t>
            </a:r>
          </a:p>
        </p:txBody>
      </p:sp>
      <p:sp>
        <p:nvSpPr>
          <p:cNvPr id="18" name="Copyright"/>
          <p:cNvSpPr txBox="1"/>
          <p:nvPr/>
        </p:nvSpPr>
        <p:spPr>
          <a:xfrm>
            <a:off x="501649" y="6477001"/>
            <a:ext cx="5355168" cy="138499"/>
          </a:xfrm>
          <a:prstGeom prst="rect">
            <a:avLst/>
          </a:prstGeom>
          <a:noFill/>
        </p:spPr>
        <p:txBody>
          <a:bodyPr wrap="square" lIns="0" tIns="0" rIns="0" bIns="0" rtlCol="0">
            <a:spAutoFit/>
          </a:bodyPr>
          <a:lstStyle/>
          <a:p>
            <a:pPr marL="0" indent="0">
              <a:spcBef>
                <a:spcPts val="600"/>
              </a:spcBef>
              <a:buSzPct val="100000"/>
              <a:buFont typeface="Arial"/>
              <a:buNone/>
            </a:pPr>
            <a:r>
              <a:rPr lang="en-US" sz="900" noProof="0">
                <a:solidFill>
                  <a:schemeClr val="tx1"/>
                </a:solidFill>
                <a:latin typeface="Calibri" panose="020F0502020204030204" pitchFamily="34" charset="0"/>
                <a:cs typeface="Calibri" panose="020F0502020204030204" pitchFamily="34" charset="0"/>
              </a:rPr>
              <a:t>Copyright © 2021 Deloitte Development LLC. All rights reserved</a:t>
            </a:r>
          </a:p>
        </p:txBody>
      </p:sp>
      <p:sp>
        <p:nvSpPr>
          <p:cNvPr id="19" name="Text Placeholder 18"/>
          <p:cNvSpPr>
            <a:spLocks noGrp="1"/>
          </p:cNvSpPr>
          <p:nvPr>
            <p:ph type="body" idx="1"/>
          </p:nvPr>
        </p:nvSpPr>
        <p:spPr>
          <a:xfrm>
            <a:off x="501650" y="1665289"/>
            <a:ext cx="11188700" cy="4716462"/>
          </a:xfrm>
          <a:prstGeom prst="rect">
            <a:avLst/>
          </a:prstGeom>
        </p:spPr>
        <p:txBody>
          <a:bodyPr vert="horz" lIns="0" tIns="0" rIns="0" bIns="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Rectangle 2">
            <a:extLst>
              <a:ext uri="{FF2B5EF4-FFF2-40B4-BE49-F238E27FC236}">
                <a16:creationId xmlns:a16="http://schemas.microsoft.com/office/drawing/2014/main" id="{C69DBDC7-DF0D-40FE-8DE0-1C33F8DF42EC}"/>
              </a:ext>
            </a:extLst>
          </p:cNvPr>
          <p:cNvSpPr/>
          <p:nvPr userDrawn="1"/>
        </p:nvSpPr>
        <p:spPr>
          <a:xfrm>
            <a:off x="11555698" y="6473952"/>
            <a:ext cx="134652" cy="138499"/>
          </a:xfrm>
          <a:prstGeom prst="rect">
            <a:avLst/>
          </a:prstGeom>
        </p:spPr>
        <p:txBody>
          <a:bodyPr wrap="none" lIns="0" tIns="0" rIns="0" bIns="0">
            <a:spAutoFit/>
          </a:bodyPr>
          <a:lstStyle/>
          <a:p>
            <a:fld id="{C58DF478-B544-4ED8-9ED4-6A2648E2D233}" type="slidenum">
              <a:rPr lang="en-US" sz="900" noProof="0" smtClean="0">
                <a:solidFill>
                  <a:schemeClr val="tx1"/>
                </a:solidFill>
                <a:latin typeface="Calibri" panose="020F0502020204030204" pitchFamily="34" charset="0"/>
                <a:cs typeface="Calibri" panose="020F0502020204030204" pitchFamily="34" charset="0"/>
              </a:rPr>
              <a:pPr/>
              <a:t>‹#›</a:t>
            </a:fld>
            <a:endParaRPr lang="en-US" sz="900"/>
          </a:p>
        </p:txBody>
      </p:sp>
    </p:spTree>
    <p:extLst>
      <p:ext uri="{BB962C8B-B14F-4D97-AF65-F5344CB8AC3E}">
        <p14:creationId xmlns:p14="http://schemas.microsoft.com/office/powerpoint/2010/main" val="1053165178"/>
      </p:ext>
    </p:extLst>
  </p:cSld>
  <p:clrMap bg1="lt1" tx1="dk1" bg2="lt2" tx2="dk2" accent1="accent1" accent2="accent2" accent3="accent3" accent4="accent4" accent5="accent5" accent6="accent6" hlink="hlink" folHlink="folHlink"/>
  <p:sldLayoutIdLst>
    <p:sldLayoutId id="2147483808" r:id="rId1"/>
    <p:sldLayoutId id="2147483809" r:id="rId2"/>
    <p:sldLayoutId id="2147483810" r:id="rId3"/>
    <p:sldLayoutId id="2147483811" r:id="rId4"/>
    <p:sldLayoutId id="2147483812" r:id="rId5"/>
    <p:sldLayoutId id="2147483813" r:id="rId6"/>
    <p:sldLayoutId id="2147483814" r:id="rId7"/>
    <p:sldLayoutId id="2147483815" r:id="rId8"/>
    <p:sldLayoutId id="2147483816" r:id="rId9"/>
    <p:sldLayoutId id="2147483817" r:id="rId10"/>
    <p:sldLayoutId id="2147483818" r:id="rId11"/>
    <p:sldLayoutId id="2147483819" r:id="rId12"/>
    <p:sldLayoutId id="2147483820" r:id="rId13"/>
    <p:sldLayoutId id="2147483821" r:id="rId14"/>
    <p:sldLayoutId id="2147483822" r:id="rId15"/>
    <p:sldLayoutId id="2147483847" r:id="rId16"/>
  </p:sldLayoutIdLst>
  <p:transition>
    <p:fade/>
  </p:transition>
  <p:hf hdr="0" dt="0"/>
  <p:txStyles>
    <p:titleStyle>
      <a:lvl1pPr algn="l" defTabSz="914400" rtl="0" eaLnBrk="1" latinLnBrk="0" hangingPunct="1">
        <a:spcBef>
          <a:spcPct val="0"/>
        </a:spcBef>
        <a:buNone/>
        <a:defRPr sz="2100" b="1" kern="1200">
          <a:solidFill>
            <a:schemeClr val="tx1"/>
          </a:solidFill>
          <a:latin typeface="+mn-lt"/>
          <a:ea typeface="+mj-ea"/>
          <a:cs typeface="Calibri Light" panose="020F0302020204030204" pitchFamily="34" charset="0"/>
        </a:defRPr>
      </a:lvl1pPr>
    </p:titleStyle>
    <p:body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p15:clr>
            <a:srgbClr val="F26B43"/>
          </p15:clr>
        </p15:guide>
        <p15:guide id="2" pos="312">
          <p15:clr>
            <a:srgbClr val="F26B43"/>
          </p15:clr>
        </p15:guide>
        <p15:guide id="3" pos="1392">
          <p15:clr>
            <a:srgbClr val="F26B43"/>
          </p15:clr>
        </p15:guide>
        <p15:guide id="4" pos="1512">
          <p15:clr>
            <a:srgbClr val="F26B43"/>
          </p15:clr>
        </p15:guide>
        <p15:guide id="5" pos="2592">
          <p15:clr>
            <a:srgbClr val="F26B43"/>
          </p15:clr>
        </p15:guide>
        <p15:guide id="6" pos="2712">
          <p15:clr>
            <a:srgbClr val="F26B43"/>
          </p15:clr>
        </p15:guide>
        <p15:guide id="7" pos="3768">
          <p15:clr>
            <a:srgbClr val="F26B43"/>
          </p15:clr>
        </p15:guide>
        <p15:guide id="8" pos="7368">
          <p15:clr>
            <a:srgbClr val="F26B43"/>
          </p15:clr>
        </p15:guide>
        <p15:guide id="9" pos="6288">
          <p15:clr>
            <a:srgbClr val="F26B43"/>
          </p15:clr>
        </p15:guide>
        <p15:guide id="10" pos="6168">
          <p15:clr>
            <a:srgbClr val="F26B43"/>
          </p15:clr>
        </p15:guide>
        <p15:guide id="11" pos="5088">
          <p15:clr>
            <a:srgbClr val="F26B43"/>
          </p15:clr>
        </p15:guide>
        <p15:guide id="12" pos="4968">
          <p15:clr>
            <a:srgbClr val="F26B43"/>
          </p15:clr>
        </p15:guide>
        <p15:guide id="13" pos="3912">
          <p15:clr>
            <a:srgbClr val="F26B43"/>
          </p15:clr>
        </p15:guide>
        <p15:guide id="14" orient="horz" pos="4104">
          <p15:clr>
            <a:srgbClr val="F26B43"/>
          </p15:clr>
        </p15:guide>
        <p15:guide id="15" orient="horz" pos="4032">
          <p15:clr>
            <a:srgbClr val="F26B43"/>
          </p15:clr>
        </p15:guide>
        <p15:guide id="16" orient="horz" pos="2232">
          <p15:clr>
            <a:srgbClr val="F26B43"/>
          </p15:clr>
        </p15:guide>
        <p15:guide id="17" orient="horz" pos="1056">
          <p15:clr>
            <a:srgbClr val="F26B43"/>
          </p15:clr>
        </p15:guide>
        <p15:guide id="18" orient="horz" pos="192">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notesSlide" Target="../notesSlides/notesSlide4.xml"/><Relationship Id="rId1" Type="http://schemas.openxmlformats.org/officeDocument/2006/relationships/slideLayout" Target="../slideLayouts/slideLayout12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3" Type="http://schemas.openxmlformats.org/officeDocument/2006/relationships/image" Target="../media/image18.svg"/><Relationship Id="rId7" Type="http://schemas.openxmlformats.org/officeDocument/2006/relationships/image" Target="../media/image22.svg"/><Relationship Id="rId2" Type="http://schemas.openxmlformats.org/officeDocument/2006/relationships/notesSlide" Target="../notesSlides/notesSlide9.xml"/><Relationship Id="rId1" Type="http://schemas.openxmlformats.org/officeDocument/2006/relationships/slideLayout" Target="../slideLayouts/slideLayout22.xml"/><Relationship Id="rId6" Type="http://schemas.openxmlformats.org/officeDocument/2006/relationships/image" Target="../media/image21.svg"/><Relationship Id="rId5" Type="http://schemas.openxmlformats.org/officeDocument/2006/relationships/image" Target="../media/image20.svg"/><Relationship Id="rId4" Type="http://schemas.openxmlformats.org/officeDocument/2006/relationships/image" Target="../media/image19.sv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2.xml"/><Relationship Id="rId1" Type="http://schemas.openxmlformats.org/officeDocument/2006/relationships/tags" Target="../tags/tag10.xml"/><Relationship Id="rId6" Type="http://schemas.openxmlformats.org/officeDocument/2006/relationships/image" Target="../media/image6.emf"/><Relationship Id="rId5" Type="http://schemas.openxmlformats.org/officeDocument/2006/relationships/oleObject" Target="../embeddings/oleObject6.bin"/><Relationship Id="rId4" Type="http://schemas.openxmlformats.org/officeDocument/2006/relationships/image" Target="../media/image23.jpeg"/></Relationships>
</file>

<file path=ppt/slides/_rels/slide15.xml.rels><?xml version="1.0" encoding="UTF-8" standalone="yes"?>
<Relationships xmlns="http://schemas.openxmlformats.org/package/2006/relationships"><Relationship Id="rId8" Type="http://schemas.openxmlformats.org/officeDocument/2006/relationships/image" Target="../media/image25.jpeg"/><Relationship Id="rId3" Type="http://schemas.openxmlformats.org/officeDocument/2006/relationships/notesSlide" Target="../notesSlides/notesSlide11.xml"/><Relationship Id="rId7" Type="http://schemas.openxmlformats.org/officeDocument/2006/relationships/image" Target="../media/image24.jpeg"/><Relationship Id="rId2" Type="http://schemas.openxmlformats.org/officeDocument/2006/relationships/slideLayout" Target="../slideLayouts/slideLayout22.xml"/><Relationship Id="rId1" Type="http://schemas.openxmlformats.org/officeDocument/2006/relationships/tags" Target="../tags/tag11.xml"/><Relationship Id="rId6" Type="http://schemas.openxmlformats.org/officeDocument/2006/relationships/image" Target="../media/image6.emf"/><Relationship Id="rId5" Type="http://schemas.openxmlformats.org/officeDocument/2006/relationships/oleObject" Target="../embeddings/oleObject6.bin"/><Relationship Id="rId4" Type="http://schemas.openxmlformats.org/officeDocument/2006/relationships/image" Target="../media/image23.jpeg"/><Relationship Id="rId9" Type="http://schemas.openxmlformats.org/officeDocument/2006/relationships/image" Target="../media/image26.png"/></Relationships>
</file>

<file path=ppt/slides/_rels/slide16.xml.rels><?xml version="1.0" encoding="UTF-8" standalone="yes"?>
<Relationships xmlns="http://schemas.openxmlformats.org/package/2006/relationships"><Relationship Id="rId8" Type="http://schemas.openxmlformats.org/officeDocument/2006/relationships/image" Target="../media/image24.jpeg"/><Relationship Id="rId3" Type="http://schemas.openxmlformats.org/officeDocument/2006/relationships/notesSlide" Target="../notesSlides/notesSlide12.xml"/><Relationship Id="rId7" Type="http://schemas.openxmlformats.org/officeDocument/2006/relationships/image" Target="../media/image6.emf"/><Relationship Id="rId2" Type="http://schemas.openxmlformats.org/officeDocument/2006/relationships/slideLayout" Target="../slideLayouts/slideLayout22.xml"/><Relationship Id="rId1" Type="http://schemas.openxmlformats.org/officeDocument/2006/relationships/tags" Target="../tags/tag12.xml"/><Relationship Id="rId6" Type="http://schemas.openxmlformats.org/officeDocument/2006/relationships/oleObject" Target="../embeddings/oleObject6.bin"/><Relationship Id="rId5" Type="http://schemas.openxmlformats.org/officeDocument/2006/relationships/image" Target="../media/image26.png"/><Relationship Id="rId4" Type="http://schemas.openxmlformats.org/officeDocument/2006/relationships/image" Target="../media/image23.jpeg"/><Relationship Id="rId9" Type="http://schemas.openxmlformats.org/officeDocument/2006/relationships/image" Target="../media/image25.jpeg"/></Relationships>
</file>

<file path=ppt/slides/_rels/slide17.xml.rels><?xml version="1.0" encoding="UTF-8" standalone="yes"?>
<Relationships xmlns="http://schemas.openxmlformats.org/package/2006/relationships"><Relationship Id="rId8" Type="http://schemas.openxmlformats.org/officeDocument/2006/relationships/image" Target="../media/image24.jpeg"/><Relationship Id="rId3" Type="http://schemas.openxmlformats.org/officeDocument/2006/relationships/notesSlide" Target="../notesSlides/notesSlide13.xml"/><Relationship Id="rId7" Type="http://schemas.openxmlformats.org/officeDocument/2006/relationships/image" Target="../media/image6.emf"/><Relationship Id="rId2" Type="http://schemas.openxmlformats.org/officeDocument/2006/relationships/slideLayout" Target="../slideLayouts/slideLayout22.xml"/><Relationship Id="rId1" Type="http://schemas.openxmlformats.org/officeDocument/2006/relationships/tags" Target="../tags/tag13.xml"/><Relationship Id="rId6" Type="http://schemas.openxmlformats.org/officeDocument/2006/relationships/oleObject" Target="../embeddings/oleObject6.bin"/><Relationship Id="rId5" Type="http://schemas.openxmlformats.org/officeDocument/2006/relationships/image" Target="../media/image26.png"/><Relationship Id="rId4" Type="http://schemas.openxmlformats.org/officeDocument/2006/relationships/image" Target="../media/image23.jpeg"/><Relationship Id="rId9" Type="http://schemas.openxmlformats.org/officeDocument/2006/relationships/image" Target="../media/image25.jpeg"/></Relationships>
</file>

<file path=ppt/slides/_rels/slide18.xml.rels><?xml version="1.0" encoding="UTF-8" standalone="yes"?>
<Relationships xmlns="http://schemas.openxmlformats.org/package/2006/relationships"><Relationship Id="rId8" Type="http://schemas.openxmlformats.org/officeDocument/2006/relationships/image" Target="../media/image24.jpeg"/><Relationship Id="rId3" Type="http://schemas.openxmlformats.org/officeDocument/2006/relationships/notesSlide" Target="../notesSlides/notesSlide14.xml"/><Relationship Id="rId7" Type="http://schemas.openxmlformats.org/officeDocument/2006/relationships/image" Target="../media/image6.emf"/><Relationship Id="rId2" Type="http://schemas.openxmlformats.org/officeDocument/2006/relationships/slideLayout" Target="../slideLayouts/slideLayout22.xml"/><Relationship Id="rId1" Type="http://schemas.openxmlformats.org/officeDocument/2006/relationships/tags" Target="../tags/tag14.xml"/><Relationship Id="rId6" Type="http://schemas.openxmlformats.org/officeDocument/2006/relationships/oleObject" Target="../embeddings/oleObject6.bin"/><Relationship Id="rId5" Type="http://schemas.openxmlformats.org/officeDocument/2006/relationships/image" Target="../media/image26.png"/><Relationship Id="rId4" Type="http://schemas.openxmlformats.org/officeDocument/2006/relationships/image" Target="../media/image23.jpeg"/><Relationship Id="rId9" Type="http://schemas.openxmlformats.org/officeDocument/2006/relationships/image" Target="../media/image25.jpeg"/></Relationships>
</file>

<file path=ppt/slides/_rels/slide19.xml.rels><?xml version="1.0" encoding="UTF-8" standalone="yes"?>
<Relationships xmlns="http://schemas.openxmlformats.org/package/2006/relationships"><Relationship Id="rId8" Type="http://schemas.openxmlformats.org/officeDocument/2006/relationships/image" Target="../media/image24.jpeg"/><Relationship Id="rId3" Type="http://schemas.openxmlformats.org/officeDocument/2006/relationships/notesSlide" Target="../notesSlides/notesSlide15.xml"/><Relationship Id="rId7" Type="http://schemas.openxmlformats.org/officeDocument/2006/relationships/image" Target="../media/image6.emf"/><Relationship Id="rId2" Type="http://schemas.openxmlformats.org/officeDocument/2006/relationships/slideLayout" Target="../slideLayouts/slideLayout22.xml"/><Relationship Id="rId1" Type="http://schemas.openxmlformats.org/officeDocument/2006/relationships/tags" Target="../tags/tag15.xml"/><Relationship Id="rId6" Type="http://schemas.openxmlformats.org/officeDocument/2006/relationships/oleObject" Target="../embeddings/oleObject6.bin"/><Relationship Id="rId5" Type="http://schemas.openxmlformats.org/officeDocument/2006/relationships/image" Target="../media/image26.png"/><Relationship Id="rId4" Type="http://schemas.openxmlformats.org/officeDocument/2006/relationships/image" Target="../media/image23.jpeg"/><Relationship Id="rId9" Type="http://schemas.openxmlformats.org/officeDocument/2006/relationships/image" Target="../media/image25.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96FBBF-C898-97D5-4E32-876763B7A9D9}"/>
            </a:ext>
          </a:extLst>
        </p:cNvPr>
        <p:cNvGrpSpPr/>
        <p:nvPr/>
      </p:nvGrpSpPr>
      <p:grpSpPr>
        <a:xfrm>
          <a:off x="0" y="0"/>
          <a:ext cx="0" cy="0"/>
          <a:chOff x="0" y="0"/>
          <a:chExt cx="0" cy="0"/>
        </a:xfrm>
      </p:grpSpPr>
      <p:pic>
        <p:nvPicPr>
          <p:cNvPr id="10" name="Picture 9" descr="A hand holding a glowing circle&#10;&#10;Description automatically generated">
            <a:extLst>
              <a:ext uri="{FF2B5EF4-FFF2-40B4-BE49-F238E27FC236}">
                <a16:creationId xmlns:a16="http://schemas.microsoft.com/office/drawing/2014/main" id="{BD7DFDB7-EF73-A3ED-9389-4517014B60D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 y="428"/>
            <a:ext cx="12190476" cy="6857143"/>
          </a:xfrm>
          <a:prstGeom prst="rect">
            <a:avLst/>
          </a:prstGeom>
        </p:spPr>
      </p:pic>
      <p:sp>
        <p:nvSpPr>
          <p:cNvPr id="4" name="Text Placeholder 3">
            <a:extLst>
              <a:ext uri="{FF2B5EF4-FFF2-40B4-BE49-F238E27FC236}">
                <a16:creationId xmlns:a16="http://schemas.microsoft.com/office/drawing/2014/main" id="{91C3C9F7-4D6D-9F84-AB70-DD173BA75DDC}"/>
              </a:ext>
            </a:extLst>
          </p:cNvPr>
          <p:cNvSpPr>
            <a:spLocks noGrp="1"/>
          </p:cNvSpPr>
          <p:nvPr>
            <p:ph type="body" sz="quarter" idx="10"/>
          </p:nvPr>
        </p:nvSpPr>
        <p:spPr/>
        <p:txBody>
          <a:bodyPr/>
          <a:lstStyle/>
          <a:p>
            <a:r>
              <a:rPr lang="en-US" dirty="0"/>
              <a:t>June 2024</a:t>
            </a:r>
          </a:p>
        </p:txBody>
      </p:sp>
      <p:sp>
        <p:nvSpPr>
          <p:cNvPr id="3" name="Title 2">
            <a:extLst>
              <a:ext uri="{FF2B5EF4-FFF2-40B4-BE49-F238E27FC236}">
                <a16:creationId xmlns:a16="http://schemas.microsoft.com/office/drawing/2014/main" id="{46E6E4F3-8A0E-CA7D-B3DC-46F43FCBEBC0}"/>
              </a:ext>
            </a:extLst>
          </p:cNvPr>
          <p:cNvSpPr>
            <a:spLocks noGrp="1"/>
          </p:cNvSpPr>
          <p:nvPr>
            <p:ph type="ctrTitle"/>
          </p:nvPr>
        </p:nvSpPr>
        <p:spPr/>
        <p:txBody>
          <a:bodyPr/>
          <a:lstStyle/>
          <a:p>
            <a:r>
              <a:rPr lang="en-US" b="1" dirty="0">
                <a:solidFill>
                  <a:schemeClr val="bg1"/>
                </a:solidFill>
              </a:rPr>
              <a:t>FinanceAI Use Case </a:t>
            </a:r>
            <a:r>
              <a:rPr lang="en-US" dirty="0">
                <a:solidFill>
                  <a:schemeClr val="bg1"/>
                </a:solidFill>
              </a:rPr>
              <a:t>Overview</a:t>
            </a:r>
            <a:endParaRPr lang="en-US" b="1" dirty="0"/>
          </a:p>
        </p:txBody>
      </p:sp>
      <p:grpSp>
        <p:nvGrpSpPr>
          <p:cNvPr id="35" name="Group 34">
            <a:extLst>
              <a:ext uri="{FF2B5EF4-FFF2-40B4-BE49-F238E27FC236}">
                <a16:creationId xmlns:a16="http://schemas.microsoft.com/office/drawing/2014/main" id="{859D5A5A-058F-1460-B539-562705D2798B}"/>
              </a:ext>
            </a:extLst>
          </p:cNvPr>
          <p:cNvGrpSpPr/>
          <p:nvPr/>
        </p:nvGrpSpPr>
        <p:grpSpPr>
          <a:xfrm>
            <a:off x="463296" y="341312"/>
            <a:ext cx="1819656" cy="347472"/>
            <a:chOff x="398463" y="404813"/>
            <a:chExt cx="1627187" cy="307976"/>
          </a:xfrm>
          <a:solidFill>
            <a:schemeClr val="bg1"/>
          </a:solidFill>
        </p:grpSpPr>
        <p:sp>
          <p:nvSpPr>
            <p:cNvPr id="36" name="Oval 5">
              <a:extLst>
                <a:ext uri="{FF2B5EF4-FFF2-40B4-BE49-F238E27FC236}">
                  <a16:creationId xmlns:a16="http://schemas.microsoft.com/office/drawing/2014/main" id="{476F0B7C-A06C-E615-785B-C489F90CD52E}"/>
                </a:ext>
              </a:extLst>
            </p:cNvPr>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Verdana"/>
                <a:ea typeface="+mn-ea"/>
                <a:cs typeface="+mn-cs"/>
              </a:endParaRPr>
            </a:p>
          </p:txBody>
        </p:sp>
        <p:sp>
          <p:nvSpPr>
            <p:cNvPr id="37" name="Freeform 6">
              <a:extLst>
                <a:ext uri="{FF2B5EF4-FFF2-40B4-BE49-F238E27FC236}">
                  <a16:creationId xmlns:a16="http://schemas.microsoft.com/office/drawing/2014/main" id="{BC49A29A-AF64-0960-D2D1-331EE067A28C}"/>
                </a:ext>
              </a:extLst>
            </p:cNvPr>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Verdana"/>
                <a:ea typeface="+mn-ea"/>
                <a:cs typeface="+mn-cs"/>
              </a:endParaRPr>
            </a:p>
          </p:txBody>
        </p:sp>
        <p:sp>
          <p:nvSpPr>
            <p:cNvPr id="38" name="Rectangle 7">
              <a:extLst>
                <a:ext uri="{FF2B5EF4-FFF2-40B4-BE49-F238E27FC236}">
                  <a16:creationId xmlns:a16="http://schemas.microsoft.com/office/drawing/2014/main" id="{296037F4-1525-B678-F006-21D2476E094E}"/>
                </a:ext>
              </a:extLst>
            </p:cNvPr>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Verdana"/>
                <a:ea typeface="+mn-ea"/>
                <a:cs typeface="+mn-cs"/>
              </a:endParaRPr>
            </a:p>
          </p:txBody>
        </p:sp>
        <p:sp>
          <p:nvSpPr>
            <p:cNvPr id="39" name="Freeform 8">
              <a:extLst>
                <a:ext uri="{FF2B5EF4-FFF2-40B4-BE49-F238E27FC236}">
                  <a16:creationId xmlns:a16="http://schemas.microsoft.com/office/drawing/2014/main" id="{8F93D786-DE99-2E71-E6D1-647C18321392}"/>
                </a:ext>
              </a:extLst>
            </p:cNvPr>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Verdana"/>
                <a:ea typeface="+mn-ea"/>
                <a:cs typeface="+mn-cs"/>
              </a:endParaRPr>
            </a:p>
          </p:txBody>
        </p:sp>
        <p:sp>
          <p:nvSpPr>
            <p:cNvPr id="40" name="Rectangle 9">
              <a:extLst>
                <a:ext uri="{FF2B5EF4-FFF2-40B4-BE49-F238E27FC236}">
                  <a16:creationId xmlns:a16="http://schemas.microsoft.com/office/drawing/2014/main" id="{36E0F36A-05CD-03D8-CE99-D8B433266A7F}"/>
                </a:ext>
              </a:extLst>
            </p:cNvPr>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Verdana"/>
                <a:ea typeface="+mn-ea"/>
                <a:cs typeface="+mn-cs"/>
              </a:endParaRPr>
            </a:p>
          </p:txBody>
        </p:sp>
        <p:sp>
          <p:nvSpPr>
            <p:cNvPr id="41" name="Rectangle 10">
              <a:extLst>
                <a:ext uri="{FF2B5EF4-FFF2-40B4-BE49-F238E27FC236}">
                  <a16:creationId xmlns:a16="http://schemas.microsoft.com/office/drawing/2014/main" id="{AE57EC6C-00BF-6E2A-26A0-70A8FC72BE30}"/>
                </a:ext>
              </a:extLst>
            </p:cNvPr>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Verdana"/>
                <a:ea typeface="+mn-ea"/>
                <a:cs typeface="+mn-cs"/>
              </a:endParaRPr>
            </a:p>
          </p:txBody>
        </p:sp>
        <p:sp>
          <p:nvSpPr>
            <p:cNvPr id="42" name="Freeform 11">
              <a:extLst>
                <a:ext uri="{FF2B5EF4-FFF2-40B4-BE49-F238E27FC236}">
                  <a16:creationId xmlns:a16="http://schemas.microsoft.com/office/drawing/2014/main" id="{AF2D4CFA-C729-3CD7-2904-8F12609D6D77}"/>
                </a:ext>
              </a:extLst>
            </p:cNvPr>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Verdana"/>
                <a:ea typeface="+mn-ea"/>
                <a:cs typeface="+mn-cs"/>
              </a:endParaRPr>
            </a:p>
          </p:txBody>
        </p:sp>
        <p:sp>
          <p:nvSpPr>
            <p:cNvPr id="43" name="Freeform 12">
              <a:extLst>
                <a:ext uri="{FF2B5EF4-FFF2-40B4-BE49-F238E27FC236}">
                  <a16:creationId xmlns:a16="http://schemas.microsoft.com/office/drawing/2014/main" id="{EE91232A-B785-0784-9786-84CE35FAA231}"/>
                </a:ext>
              </a:extLst>
            </p:cNvPr>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Verdana"/>
                <a:ea typeface="+mn-ea"/>
                <a:cs typeface="+mn-cs"/>
              </a:endParaRPr>
            </a:p>
          </p:txBody>
        </p:sp>
        <p:sp>
          <p:nvSpPr>
            <p:cNvPr id="44" name="Freeform 13">
              <a:extLst>
                <a:ext uri="{FF2B5EF4-FFF2-40B4-BE49-F238E27FC236}">
                  <a16:creationId xmlns:a16="http://schemas.microsoft.com/office/drawing/2014/main" id="{8DDFB638-F655-EF9D-4FC4-BACBC3E43ACD}"/>
                </a:ext>
              </a:extLst>
            </p:cNvPr>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Verdana"/>
                <a:ea typeface="+mn-ea"/>
                <a:cs typeface="+mn-cs"/>
              </a:endParaRPr>
            </a:p>
          </p:txBody>
        </p:sp>
        <p:sp>
          <p:nvSpPr>
            <p:cNvPr id="45" name="Freeform 14">
              <a:extLst>
                <a:ext uri="{FF2B5EF4-FFF2-40B4-BE49-F238E27FC236}">
                  <a16:creationId xmlns:a16="http://schemas.microsoft.com/office/drawing/2014/main" id="{64624D08-C22F-B499-0ED5-FB4CB07EB7F9}"/>
                </a:ext>
              </a:extLst>
            </p:cNvPr>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Verdana"/>
                <a:ea typeface="+mn-ea"/>
                <a:cs typeface="+mn-cs"/>
              </a:endParaRPr>
            </a:p>
          </p:txBody>
        </p:sp>
      </p:grpSp>
    </p:spTree>
    <p:extLst>
      <p:ext uri="{BB962C8B-B14F-4D97-AF65-F5344CB8AC3E}">
        <p14:creationId xmlns:p14="http://schemas.microsoft.com/office/powerpoint/2010/main" val="33616886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42AFB6-8EAB-F278-951E-38085065280B}"/>
            </a:ext>
          </a:extLst>
        </p:cNvPr>
        <p:cNvGrpSpPr/>
        <p:nvPr/>
      </p:nvGrpSpPr>
      <p:grpSpPr>
        <a:xfrm>
          <a:off x="0" y="0"/>
          <a:ext cx="0" cy="0"/>
          <a:chOff x="0" y="0"/>
          <a:chExt cx="0" cy="0"/>
        </a:xfrm>
      </p:grpSpPr>
      <p:cxnSp>
        <p:nvCxnSpPr>
          <p:cNvPr id="31" name="Straight Connector 30">
            <a:extLst>
              <a:ext uri="{FF2B5EF4-FFF2-40B4-BE49-F238E27FC236}">
                <a16:creationId xmlns:a16="http://schemas.microsoft.com/office/drawing/2014/main" id="{57EC6B38-B9CB-ABD1-68F5-2BF34EEBE4D9}"/>
              </a:ext>
            </a:extLst>
          </p:cNvPr>
          <p:cNvCxnSpPr>
            <a:cxnSpLocks/>
            <a:stCxn id="11" idx="2"/>
            <a:endCxn id="17" idx="0"/>
          </p:cNvCxnSpPr>
          <p:nvPr/>
        </p:nvCxnSpPr>
        <p:spPr>
          <a:xfrm>
            <a:off x="7461532" y="2400547"/>
            <a:ext cx="0" cy="1515867"/>
          </a:xfrm>
          <a:prstGeom prst="line">
            <a:avLst/>
          </a:prstGeom>
          <a:ln w="28575">
            <a:solidFill>
              <a:schemeClr val="tx2"/>
            </a:solidFill>
            <a:prstDash val="sysDash"/>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3387EB81-E912-E3ED-AFF0-58E414D904FA}"/>
              </a:ext>
            </a:extLst>
          </p:cNvPr>
          <p:cNvSpPr>
            <a:spLocks noGrp="1"/>
          </p:cNvSpPr>
          <p:nvPr>
            <p:ph type="title"/>
          </p:nvPr>
        </p:nvSpPr>
        <p:spPr>
          <a:xfrm>
            <a:off x="463295" y="506199"/>
            <a:ext cx="11277600" cy="296443"/>
          </a:xfrm>
        </p:spPr>
        <p:txBody>
          <a:bodyPr vert="horz" lIns="0" tIns="0" rIns="0" bIns="0" rtlCol="0" anchor="t" anchorCtr="0">
            <a:noAutofit/>
          </a:bodyPr>
          <a:lstStyle/>
          <a:p>
            <a:r>
              <a:rPr lang="en-GB" dirty="0"/>
              <a:t>From Use Cases to End-to-End Finance Transformation</a:t>
            </a:r>
            <a:endParaRPr lang="en-US" dirty="0"/>
          </a:p>
        </p:txBody>
      </p:sp>
      <p:sp>
        <p:nvSpPr>
          <p:cNvPr id="21" name="TextBox 20">
            <a:extLst>
              <a:ext uri="{FF2B5EF4-FFF2-40B4-BE49-F238E27FC236}">
                <a16:creationId xmlns:a16="http://schemas.microsoft.com/office/drawing/2014/main" id="{6EFDDB5E-0631-34C0-2DC5-254DD48C0E36}"/>
              </a:ext>
            </a:extLst>
          </p:cNvPr>
          <p:cNvSpPr txBox="1"/>
          <p:nvPr/>
        </p:nvSpPr>
        <p:spPr>
          <a:xfrm>
            <a:off x="8307314" y="1988403"/>
            <a:ext cx="3235321" cy="384721"/>
          </a:xfrm>
          <a:prstGeom prst="rect">
            <a:avLst/>
          </a:prstGeom>
          <a:noFill/>
        </p:spPr>
        <p:txBody>
          <a:bodyPr wrap="square" lIns="0" tIns="0" rIns="0" bIns="0" rtlCol="0">
            <a:spAutoFit/>
          </a:bodyPr>
          <a:lstStyle/>
          <a:p>
            <a:pPr marL="171450" indent="-171450">
              <a:spcBef>
                <a:spcPts val="600"/>
              </a:spcBef>
              <a:buSzPct val="100000"/>
              <a:buFont typeface="Arial" panose="020B0604020202020204" pitchFamily="34" charset="0"/>
              <a:buChar char="•"/>
            </a:pPr>
            <a:r>
              <a:rPr lang="en-US" sz="1000" i="1">
                <a:solidFill>
                  <a:srgbClr val="313131"/>
                </a:solidFill>
                <a:latin typeface="Open Sans" panose="020B0606030504020204" pitchFamily="34" charset="0"/>
                <a:ea typeface="Open Sans" panose="020B0606030504020204" pitchFamily="34" charset="0"/>
                <a:cs typeface="Open Sans" panose="020B0606030504020204" pitchFamily="34" charset="0"/>
              </a:rPr>
              <a:t>Identify new revenue opportunities (cross-sell/upsell)</a:t>
            </a:r>
          </a:p>
          <a:p>
            <a:pPr marL="171450" indent="-171450">
              <a:spcBef>
                <a:spcPts val="600"/>
              </a:spcBef>
              <a:buSzPct val="100000"/>
              <a:buFont typeface="Arial" panose="020B0604020202020204" pitchFamily="34" charset="0"/>
              <a:buChar char="•"/>
            </a:pPr>
            <a:r>
              <a:rPr lang="en-US" sz="1000" i="1">
                <a:solidFill>
                  <a:srgbClr val="313131"/>
                </a:solidFill>
                <a:latin typeface="Open Sans" panose="020B0606030504020204" pitchFamily="34" charset="0"/>
                <a:ea typeface="Open Sans" panose="020B0606030504020204" pitchFamily="34" charset="0"/>
                <a:cs typeface="Open Sans" panose="020B0606030504020204" pitchFamily="34" charset="0"/>
              </a:rPr>
              <a:t>Create, track and manage orders</a:t>
            </a:r>
          </a:p>
        </p:txBody>
      </p:sp>
      <p:sp>
        <p:nvSpPr>
          <p:cNvPr id="25" name="TextBox 24">
            <a:extLst>
              <a:ext uri="{FF2B5EF4-FFF2-40B4-BE49-F238E27FC236}">
                <a16:creationId xmlns:a16="http://schemas.microsoft.com/office/drawing/2014/main" id="{391837C5-F1C1-9FA9-3E5F-D567604FAAE3}"/>
              </a:ext>
            </a:extLst>
          </p:cNvPr>
          <p:cNvSpPr txBox="1"/>
          <p:nvPr/>
        </p:nvSpPr>
        <p:spPr>
          <a:xfrm>
            <a:off x="8307314" y="2579902"/>
            <a:ext cx="3235321" cy="538609"/>
          </a:xfrm>
          <a:prstGeom prst="rect">
            <a:avLst/>
          </a:prstGeom>
          <a:noFill/>
        </p:spPr>
        <p:txBody>
          <a:bodyPr wrap="square" lIns="0" tIns="0" rIns="0" bIns="0" rtlCol="0">
            <a:spAutoFit/>
          </a:bodyPr>
          <a:lstStyle>
            <a:defPPr>
              <a:defRPr lang="en-US"/>
            </a:defPPr>
            <a:lvl1pPr>
              <a:spcBef>
                <a:spcPts val="600"/>
              </a:spcBef>
              <a:buSzPct val="100000"/>
              <a:defRPr sz="1200" i="1">
                <a:solidFill>
                  <a:srgbClr val="313131"/>
                </a:solidFill>
                <a:latin typeface="Open Sans" panose="020B0606030504020204" pitchFamily="34" charset="0"/>
                <a:ea typeface="Open Sans" panose="020B0606030504020204" pitchFamily="34" charset="0"/>
                <a:cs typeface="Open Sans" panose="020B0606030504020204" pitchFamily="34" charset="0"/>
              </a:defRPr>
            </a:lvl1pPr>
          </a:lstStyle>
          <a:p>
            <a:pPr marL="171450" indent="-171450">
              <a:buFont typeface="Arial" panose="020B0604020202020204" pitchFamily="34" charset="0"/>
              <a:buChar char="•"/>
            </a:pPr>
            <a:r>
              <a:rPr lang="en-US" sz="1000"/>
              <a:t>Generate and send out invoice; proactive correction of invoice errors</a:t>
            </a:r>
          </a:p>
          <a:p>
            <a:pPr marL="171450" indent="-171450">
              <a:buFont typeface="Arial" panose="020B0604020202020204" pitchFamily="34" charset="0"/>
              <a:buChar char="•"/>
            </a:pPr>
            <a:r>
              <a:rPr lang="en-US" sz="1000"/>
              <a:t>Predicts late payments or defaults</a:t>
            </a:r>
          </a:p>
        </p:txBody>
      </p:sp>
      <p:sp>
        <p:nvSpPr>
          <p:cNvPr id="26" name="TextBox 25">
            <a:extLst>
              <a:ext uri="{FF2B5EF4-FFF2-40B4-BE49-F238E27FC236}">
                <a16:creationId xmlns:a16="http://schemas.microsoft.com/office/drawing/2014/main" id="{2772F74F-3D3F-5295-758C-E441151A3CEE}"/>
              </a:ext>
            </a:extLst>
          </p:cNvPr>
          <p:cNvSpPr txBox="1"/>
          <p:nvPr/>
        </p:nvSpPr>
        <p:spPr>
          <a:xfrm>
            <a:off x="8307314" y="3273500"/>
            <a:ext cx="3235321" cy="384721"/>
          </a:xfrm>
          <a:prstGeom prst="rect">
            <a:avLst/>
          </a:prstGeom>
          <a:noFill/>
        </p:spPr>
        <p:txBody>
          <a:bodyPr wrap="square" lIns="0" tIns="0" rIns="0" bIns="0" rtlCol="0">
            <a:spAutoFit/>
          </a:bodyPr>
          <a:lstStyle>
            <a:defPPr>
              <a:defRPr lang="en-US"/>
            </a:defPPr>
            <a:lvl1pPr>
              <a:spcBef>
                <a:spcPts val="600"/>
              </a:spcBef>
              <a:buSzPct val="100000"/>
              <a:defRPr sz="1200" i="1">
                <a:solidFill>
                  <a:srgbClr val="313131"/>
                </a:solidFill>
                <a:latin typeface="Open Sans" panose="020B0606030504020204" pitchFamily="34" charset="0"/>
                <a:ea typeface="Open Sans" panose="020B0606030504020204" pitchFamily="34" charset="0"/>
                <a:cs typeface="Open Sans" panose="020B0606030504020204" pitchFamily="34" charset="0"/>
              </a:defRPr>
            </a:lvl1pPr>
          </a:lstStyle>
          <a:p>
            <a:pPr marL="171450" indent="-171450">
              <a:buFont typeface="Arial" panose="020B0604020202020204" pitchFamily="34" charset="0"/>
              <a:buChar char="•"/>
            </a:pPr>
            <a:r>
              <a:rPr lang="en-US" sz="1000"/>
              <a:t>Match payments received with correct invoices</a:t>
            </a:r>
          </a:p>
          <a:p>
            <a:pPr marL="171450" indent="-171450">
              <a:buFont typeface="Arial" panose="020B0604020202020204" pitchFamily="34" charset="0"/>
              <a:buChar char="•"/>
            </a:pPr>
            <a:r>
              <a:rPr lang="en-US" sz="1000"/>
              <a:t>Automated reminders about overdue payments</a:t>
            </a:r>
          </a:p>
        </p:txBody>
      </p:sp>
      <p:sp>
        <p:nvSpPr>
          <p:cNvPr id="27" name="object 12">
            <a:extLst>
              <a:ext uri="{FF2B5EF4-FFF2-40B4-BE49-F238E27FC236}">
                <a16:creationId xmlns:a16="http://schemas.microsoft.com/office/drawing/2014/main" id="{D36F3509-58C8-E932-74A1-C5D2406D0BAC}"/>
              </a:ext>
            </a:extLst>
          </p:cNvPr>
          <p:cNvSpPr/>
          <p:nvPr/>
        </p:nvSpPr>
        <p:spPr>
          <a:xfrm>
            <a:off x="5521258" y="1890576"/>
            <a:ext cx="651694" cy="3530383"/>
          </a:xfrm>
          <a:custGeom>
            <a:avLst/>
            <a:gdLst/>
            <a:ahLst/>
            <a:cxnLst/>
            <a:rect l="l" t="t" r="r" b="b"/>
            <a:pathLst>
              <a:path w="749935" h="3836035">
                <a:moveTo>
                  <a:pt x="240233" y="0"/>
                </a:moveTo>
                <a:lnTo>
                  <a:pt x="0" y="0"/>
                </a:lnTo>
                <a:lnTo>
                  <a:pt x="509574" y="1917954"/>
                </a:lnTo>
                <a:lnTo>
                  <a:pt x="0" y="3835908"/>
                </a:lnTo>
                <a:lnTo>
                  <a:pt x="240233" y="3835908"/>
                </a:lnTo>
                <a:lnTo>
                  <a:pt x="749808" y="1917954"/>
                </a:lnTo>
                <a:lnTo>
                  <a:pt x="240233" y="0"/>
                </a:lnTo>
                <a:close/>
              </a:path>
            </a:pathLst>
          </a:custGeom>
          <a:solidFill>
            <a:schemeClr val="bg1">
              <a:lumMod val="95000"/>
            </a:schemeClr>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lumMod val="50000"/>
                </a:prstClr>
              </a:solidFill>
              <a:effectLst/>
              <a:uLnTx/>
              <a:uFillTx/>
              <a:latin typeface="Open Sans"/>
              <a:ea typeface="+mn-ea"/>
              <a:cs typeface="+mn-cs"/>
            </a:endParaRPr>
          </a:p>
        </p:txBody>
      </p:sp>
      <p:sp>
        <p:nvSpPr>
          <p:cNvPr id="35" name="Rectangle 34">
            <a:extLst>
              <a:ext uri="{FF2B5EF4-FFF2-40B4-BE49-F238E27FC236}">
                <a16:creationId xmlns:a16="http://schemas.microsoft.com/office/drawing/2014/main" id="{EFC9F63A-885A-C8B4-91A3-B69D916AF1EA}"/>
              </a:ext>
            </a:extLst>
          </p:cNvPr>
          <p:cNvSpPr/>
          <p:nvPr/>
        </p:nvSpPr>
        <p:spPr bwMode="gray">
          <a:xfrm>
            <a:off x="6420872" y="1751311"/>
            <a:ext cx="5346448" cy="2809993"/>
          </a:xfrm>
          <a:prstGeom prst="rect">
            <a:avLst/>
          </a:prstGeom>
          <a:noFill/>
          <a:ln w="19050" algn="ctr">
            <a:solidFill>
              <a:schemeClr val="bg1">
                <a:lumMod val="85000"/>
              </a:schemeClr>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34" name="TextBox 33">
            <a:extLst>
              <a:ext uri="{FF2B5EF4-FFF2-40B4-BE49-F238E27FC236}">
                <a16:creationId xmlns:a16="http://schemas.microsoft.com/office/drawing/2014/main" id="{6E3A7827-E119-F53B-A112-CFFFC566D77F}"/>
              </a:ext>
            </a:extLst>
          </p:cNvPr>
          <p:cNvSpPr txBox="1"/>
          <p:nvPr/>
        </p:nvSpPr>
        <p:spPr>
          <a:xfrm>
            <a:off x="7265296" y="1652863"/>
            <a:ext cx="3657600" cy="215444"/>
          </a:xfrm>
          <a:prstGeom prst="rect">
            <a:avLst/>
          </a:prstGeom>
          <a:solidFill>
            <a:schemeClr val="bg1"/>
          </a:solidFill>
        </p:spPr>
        <p:txBody>
          <a:bodyPr wrap="square" lIns="0" tIns="0" rIns="0" bIns="0" rtlCol="0">
            <a:spAutoFit/>
          </a:bodyPr>
          <a:lstStyle/>
          <a:p>
            <a:pPr algn="ctr">
              <a:spcBef>
                <a:spcPts val="600"/>
              </a:spcBef>
              <a:buSzPct val="100000"/>
            </a:pPr>
            <a:r>
              <a:rPr lang="en-US" sz="1400" b="1">
                <a:solidFill>
                  <a:srgbClr val="313131"/>
                </a:solidFill>
                <a:latin typeface="Open Sans" panose="020B0606030504020204" pitchFamily="34" charset="0"/>
                <a:ea typeface="Open Sans" panose="020B0606030504020204" pitchFamily="34" charset="0"/>
                <a:cs typeface="Open Sans" panose="020B0606030504020204" pitchFamily="34" charset="0"/>
              </a:rPr>
              <a:t>Illustrative AI Quote to Cash Solution</a:t>
            </a:r>
          </a:p>
        </p:txBody>
      </p:sp>
      <p:cxnSp>
        <p:nvCxnSpPr>
          <p:cNvPr id="4" name="iBar:392/196">
            <a:extLst>
              <a:ext uri="{FF2B5EF4-FFF2-40B4-BE49-F238E27FC236}">
                <a16:creationId xmlns:a16="http://schemas.microsoft.com/office/drawing/2014/main" id="{8B33E0AD-5712-9995-EC16-177D181D67B0}"/>
              </a:ext>
            </a:extLst>
          </p:cNvPr>
          <p:cNvCxnSpPr>
            <a:cxnSpLocks/>
          </p:cNvCxnSpPr>
          <p:nvPr/>
        </p:nvCxnSpPr>
        <p:spPr>
          <a:xfrm>
            <a:off x="6381296" y="1339619"/>
            <a:ext cx="5359599" cy="0"/>
          </a:xfrm>
          <a:prstGeom prst="line">
            <a:avLst/>
          </a:prstGeom>
          <a:ln w="28575">
            <a:solidFill>
              <a:srgbClr val="9DD4CF"/>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2906EB6D-7821-49F6-629F-6C26EEC6FF70}"/>
              </a:ext>
            </a:extLst>
          </p:cNvPr>
          <p:cNvSpPr/>
          <p:nvPr/>
        </p:nvSpPr>
        <p:spPr bwMode="gray">
          <a:xfrm>
            <a:off x="7032588" y="1146473"/>
            <a:ext cx="4057013" cy="386292"/>
          </a:xfrm>
          <a:prstGeom prst="rect">
            <a:avLst/>
          </a:prstGeom>
          <a:solidFill>
            <a:srgbClr val="9DD4CF"/>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lIns="88900" tIns="88900" rIns="88900" bIns="88900" rtlCol="0" anchor="ctr"/>
          <a:lstStyle/>
          <a:p>
            <a:pPr marL="0" marR="0" lvl="1" indent="0" algn="ctr" defTabSz="914400" rtl="0" eaLnBrk="1" fontAlgn="auto" latinLnBrk="0" hangingPunct="1">
              <a:lnSpc>
                <a:spcPct val="100000"/>
              </a:lnSpc>
              <a:spcBef>
                <a:spcPts val="600"/>
              </a:spcBef>
              <a:spcAft>
                <a:spcPts val="0"/>
              </a:spcAft>
              <a:buClrTx/>
              <a:buSzPct val="100000"/>
              <a:buFontTx/>
              <a:buNone/>
              <a:tabLst/>
              <a:defRPr/>
            </a:pPr>
            <a:r>
              <a:rPr kumimoji="0" lang="en-US" sz="1400" b="1" i="0" u="none" strike="noStrike" kern="1200" cap="none" spc="0" normalizeH="0" baseline="0" noProof="0">
                <a:ln>
                  <a:noFill/>
                </a:ln>
                <a:solidFill>
                  <a:srgbClr val="FFFFFF"/>
                </a:solidFill>
                <a:effectLst/>
                <a:uLnTx/>
                <a:uFillTx/>
                <a:latin typeface="Open Sans"/>
                <a:ea typeface="+mn-ea"/>
                <a:cs typeface="+mn-cs"/>
              </a:rPr>
              <a:t>…to INTEGRATED and HOLISTIC capabilities.</a:t>
            </a:r>
          </a:p>
        </p:txBody>
      </p:sp>
      <p:cxnSp>
        <p:nvCxnSpPr>
          <p:cNvPr id="6" name="iBar:72/196">
            <a:extLst>
              <a:ext uri="{FF2B5EF4-FFF2-40B4-BE49-F238E27FC236}">
                <a16:creationId xmlns:a16="http://schemas.microsoft.com/office/drawing/2014/main" id="{C9783162-CEC6-D9C9-7884-15C6D3E2C0EA}"/>
              </a:ext>
            </a:extLst>
          </p:cNvPr>
          <p:cNvCxnSpPr>
            <a:cxnSpLocks/>
          </p:cNvCxnSpPr>
          <p:nvPr/>
        </p:nvCxnSpPr>
        <p:spPr>
          <a:xfrm>
            <a:off x="466344" y="1339619"/>
            <a:ext cx="4572000" cy="0"/>
          </a:xfrm>
          <a:prstGeom prst="line">
            <a:avLst/>
          </a:prstGeom>
          <a:ln w="28575">
            <a:solidFill>
              <a:srgbClr val="0A626C"/>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11A8A5A0-CBA9-663E-F068-986F5BF6C734}"/>
              </a:ext>
            </a:extLst>
          </p:cNvPr>
          <p:cNvSpPr/>
          <p:nvPr/>
        </p:nvSpPr>
        <p:spPr bwMode="gray">
          <a:xfrm>
            <a:off x="1204084" y="1146473"/>
            <a:ext cx="3096520" cy="386292"/>
          </a:xfrm>
          <a:prstGeom prst="rect">
            <a:avLst/>
          </a:prstGeom>
          <a:solidFill>
            <a:srgbClr val="0A626C"/>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lIns="88900" tIns="88900" rIns="88900" bIns="88900" rtlCol="0" anchor="ctr"/>
          <a:lstStyle/>
          <a:p>
            <a:pPr marL="0" marR="0" lvl="1" indent="0" algn="ctr" defTabSz="914400" rtl="0" eaLnBrk="1" fontAlgn="auto" latinLnBrk="0" hangingPunct="1">
              <a:lnSpc>
                <a:spcPct val="100000"/>
              </a:lnSpc>
              <a:spcBef>
                <a:spcPts val="600"/>
              </a:spcBef>
              <a:spcAft>
                <a:spcPts val="0"/>
              </a:spcAft>
              <a:buClrTx/>
              <a:buSzPct val="100000"/>
              <a:buFontTx/>
              <a:buNone/>
              <a:tabLst/>
              <a:defRPr/>
            </a:pPr>
            <a:r>
              <a:rPr kumimoji="0" lang="en-US" sz="1400" b="1" i="0" u="none" strike="noStrike" kern="1200" cap="none" spc="0" normalizeH="0" baseline="0" noProof="0">
                <a:ln>
                  <a:noFill/>
                </a:ln>
                <a:solidFill>
                  <a:schemeClr val="bg1"/>
                </a:solidFill>
                <a:effectLst/>
                <a:uLnTx/>
                <a:uFillTx/>
                <a:latin typeface="Open Sans"/>
                <a:ea typeface="+mn-ea"/>
                <a:cs typeface="+mn-cs"/>
              </a:rPr>
              <a:t>Moving from one-off use cases…</a:t>
            </a:r>
          </a:p>
        </p:txBody>
      </p:sp>
      <p:pic>
        <p:nvPicPr>
          <p:cNvPr id="3" name="Picture 2">
            <a:extLst>
              <a:ext uri="{FF2B5EF4-FFF2-40B4-BE49-F238E27FC236}">
                <a16:creationId xmlns:a16="http://schemas.microsoft.com/office/drawing/2014/main" id="{6A55E4CF-69FC-1912-CBB7-8ED0636A9207}"/>
              </a:ext>
            </a:extLst>
          </p:cNvPr>
          <p:cNvPicPr>
            <a:picLocks noChangeAspect="1"/>
          </p:cNvPicPr>
          <p:nvPr/>
        </p:nvPicPr>
        <p:blipFill>
          <a:blip r:embed="rId3"/>
          <a:stretch>
            <a:fillRect/>
          </a:stretch>
        </p:blipFill>
        <p:spPr>
          <a:xfrm>
            <a:off x="463295" y="1785812"/>
            <a:ext cx="4727830" cy="2531195"/>
          </a:xfrm>
          <a:prstGeom prst="rect">
            <a:avLst/>
          </a:prstGeom>
          <a:ln>
            <a:solidFill>
              <a:schemeClr val="accent5"/>
            </a:solidFill>
          </a:ln>
          <a:effectLst>
            <a:outerShdw blurRad="50800" dist="38100" dir="8100000" algn="tr" rotWithShape="0">
              <a:prstClr val="black">
                <a:alpha val="40000"/>
              </a:prstClr>
            </a:outerShdw>
          </a:effectLst>
        </p:spPr>
      </p:pic>
      <p:sp>
        <p:nvSpPr>
          <p:cNvPr id="10" name="TextBox 9">
            <a:extLst>
              <a:ext uri="{FF2B5EF4-FFF2-40B4-BE49-F238E27FC236}">
                <a16:creationId xmlns:a16="http://schemas.microsoft.com/office/drawing/2014/main" id="{E9F6C559-2C64-C541-A4FA-14F1A6F0AA2F}"/>
              </a:ext>
            </a:extLst>
          </p:cNvPr>
          <p:cNvSpPr txBox="1"/>
          <p:nvPr/>
        </p:nvSpPr>
        <p:spPr>
          <a:xfrm>
            <a:off x="8307314" y="3849116"/>
            <a:ext cx="3208261" cy="538609"/>
          </a:xfrm>
          <a:prstGeom prst="rect">
            <a:avLst/>
          </a:prstGeom>
          <a:noFill/>
        </p:spPr>
        <p:txBody>
          <a:bodyPr wrap="square" lIns="0" tIns="0" rIns="0" bIns="0" rtlCol="0">
            <a:spAutoFit/>
          </a:bodyPr>
          <a:lstStyle>
            <a:defPPr>
              <a:defRPr lang="en-US"/>
            </a:defPPr>
            <a:lvl1pPr marL="171450" indent="-171450">
              <a:spcBef>
                <a:spcPts val="600"/>
              </a:spcBef>
              <a:buSzPct val="100000"/>
              <a:buFont typeface="Arial" panose="020B0604020202020204" pitchFamily="34" charset="0"/>
              <a:buChar char="•"/>
              <a:defRPr sz="1100" i="1">
                <a:solidFill>
                  <a:srgbClr val="313131"/>
                </a:solidFill>
                <a:latin typeface="Open Sans" panose="020B0606030504020204" pitchFamily="34" charset="0"/>
                <a:ea typeface="Open Sans" panose="020B0606030504020204" pitchFamily="34" charset="0"/>
                <a:cs typeface="Open Sans" panose="020B0606030504020204" pitchFamily="34" charset="0"/>
              </a:defRPr>
            </a:lvl1pPr>
          </a:lstStyle>
          <a:p>
            <a:r>
              <a:rPr lang="en-US" sz="1000"/>
              <a:t>Read customer contracts and identify performance obligations for revenue recognition </a:t>
            </a:r>
          </a:p>
          <a:p>
            <a:r>
              <a:rPr lang="en-US" sz="1000"/>
              <a:t>Identify &amp; proactively correct revenue leakage</a:t>
            </a:r>
          </a:p>
        </p:txBody>
      </p:sp>
      <p:sp>
        <p:nvSpPr>
          <p:cNvPr id="11" name="TextBox 10">
            <a:extLst>
              <a:ext uri="{FF2B5EF4-FFF2-40B4-BE49-F238E27FC236}">
                <a16:creationId xmlns:a16="http://schemas.microsoft.com/office/drawing/2014/main" id="{500F762C-BE26-FC0C-465C-CE3749E444B7}"/>
              </a:ext>
            </a:extLst>
          </p:cNvPr>
          <p:cNvSpPr txBox="1"/>
          <p:nvPr/>
        </p:nvSpPr>
        <p:spPr>
          <a:xfrm>
            <a:off x="6864394" y="1996533"/>
            <a:ext cx="1194276" cy="404014"/>
          </a:xfrm>
          <a:prstGeom prst="rect">
            <a:avLst/>
          </a:prstGeom>
          <a:solidFill>
            <a:srgbClr val="9DD4CF"/>
          </a:solidFill>
        </p:spPr>
        <p:txBody>
          <a:bodyPr wrap="square" lIns="0" tIns="0" rIns="0" bIns="0" rtlCol="0" anchor="ctr" anchorCtr="0">
            <a:noAutofit/>
          </a:bodyPr>
          <a:lstStyle/>
          <a:p>
            <a:pPr algn="ctr">
              <a:spcBef>
                <a:spcPts val="600"/>
              </a:spcBef>
              <a:buSzPct val="100000"/>
            </a:pPr>
            <a:r>
              <a:rPr lang="en-US" sz="1200" b="1" i="1">
                <a:solidFill>
                  <a:srgbClr val="0A626C"/>
                </a:solidFill>
                <a:latin typeface="Open Sans" panose="020B0606030504020204" pitchFamily="34" charset="0"/>
                <a:ea typeface="Open Sans" panose="020B0606030504020204" pitchFamily="34" charset="0"/>
                <a:cs typeface="Open Sans" panose="020B0606030504020204" pitchFamily="34" charset="0"/>
              </a:rPr>
              <a:t>ORDER MANAGEMENT</a:t>
            </a:r>
          </a:p>
        </p:txBody>
      </p:sp>
      <p:sp>
        <p:nvSpPr>
          <p:cNvPr id="13" name="TextBox 12">
            <a:extLst>
              <a:ext uri="{FF2B5EF4-FFF2-40B4-BE49-F238E27FC236}">
                <a16:creationId xmlns:a16="http://schemas.microsoft.com/office/drawing/2014/main" id="{E98FD4F9-5898-2EC5-6637-BF561734D3AE}"/>
              </a:ext>
            </a:extLst>
          </p:cNvPr>
          <p:cNvSpPr txBox="1"/>
          <p:nvPr/>
        </p:nvSpPr>
        <p:spPr>
          <a:xfrm>
            <a:off x="6864394" y="2639668"/>
            <a:ext cx="1194276" cy="404014"/>
          </a:xfrm>
          <a:prstGeom prst="rect">
            <a:avLst/>
          </a:prstGeom>
          <a:solidFill>
            <a:srgbClr val="9DD4CF"/>
          </a:solidFill>
        </p:spPr>
        <p:txBody>
          <a:bodyPr wrap="square" lIns="0" tIns="0" rIns="0" bIns="0" rtlCol="0" anchor="ctr" anchorCtr="0">
            <a:noAutofit/>
          </a:bodyPr>
          <a:lstStyle/>
          <a:p>
            <a:pPr algn="ctr">
              <a:spcBef>
                <a:spcPts val="600"/>
              </a:spcBef>
              <a:buSzPct val="100000"/>
            </a:pPr>
            <a:r>
              <a:rPr lang="en-US" sz="1200" b="1" i="1">
                <a:solidFill>
                  <a:srgbClr val="0A626C"/>
                </a:solidFill>
                <a:latin typeface="Open Sans" panose="020B0606030504020204" pitchFamily="34" charset="0"/>
                <a:ea typeface="Open Sans" panose="020B0606030504020204" pitchFamily="34" charset="0"/>
                <a:cs typeface="Open Sans" panose="020B0606030504020204" pitchFamily="34" charset="0"/>
              </a:rPr>
              <a:t>BILLING</a:t>
            </a:r>
          </a:p>
        </p:txBody>
      </p:sp>
      <p:sp>
        <p:nvSpPr>
          <p:cNvPr id="15" name="TextBox 14">
            <a:extLst>
              <a:ext uri="{FF2B5EF4-FFF2-40B4-BE49-F238E27FC236}">
                <a16:creationId xmlns:a16="http://schemas.microsoft.com/office/drawing/2014/main" id="{1AF8A04D-EE7D-2D12-DDCA-0C02A44A57F6}"/>
              </a:ext>
            </a:extLst>
          </p:cNvPr>
          <p:cNvSpPr txBox="1"/>
          <p:nvPr/>
        </p:nvSpPr>
        <p:spPr>
          <a:xfrm>
            <a:off x="6864394" y="3292328"/>
            <a:ext cx="1194276" cy="404014"/>
          </a:xfrm>
          <a:prstGeom prst="rect">
            <a:avLst/>
          </a:prstGeom>
          <a:solidFill>
            <a:srgbClr val="9DD4CF"/>
          </a:solidFill>
        </p:spPr>
        <p:txBody>
          <a:bodyPr wrap="square" lIns="0" tIns="0" rIns="0" bIns="0" rtlCol="0" anchor="ctr" anchorCtr="0">
            <a:noAutofit/>
          </a:bodyPr>
          <a:lstStyle/>
          <a:p>
            <a:pPr algn="ctr">
              <a:spcBef>
                <a:spcPts val="200"/>
              </a:spcBef>
              <a:buSzPct val="100000"/>
            </a:pPr>
            <a:r>
              <a:rPr lang="en-US" sz="1200" b="1" i="1">
                <a:solidFill>
                  <a:srgbClr val="0A626C"/>
                </a:solidFill>
                <a:latin typeface="Open Sans" panose="020B0606030504020204" pitchFamily="34" charset="0"/>
                <a:ea typeface="Open Sans" panose="020B0606030504020204" pitchFamily="34" charset="0"/>
                <a:cs typeface="Open Sans" panose="020B0606030504020204" pitchFamily="34" charset="0"/>
              </a:rPr>
              <a:t>CREDIT &amp; </a:t>
            </a:r>
          </a:p>
          <a:p>
            <a:pPr algn="ctr">
              <a:spcBef>
                <a:spcPts val="200"/>
              </a:spcBef>
              <a:buSzPct val="100000"/>
            </a:pPr>
            <a:r>
              <a:rPr lang="en-US" sz="1200" b="1" i="1">
                <a:solidFill>
                  <a:srgbClr val="0A626C"/>
                </a:solidFill>
                <a:latin typeface="Open Sans" panose="020B0606030504020204" pitchFamily="34" charset="0"/>
                <a:ea typeface="Open Sans" panose="020B0606030504020204" pitchFamily="34" charset="0"/>
                <a:cs typeface="Open Sans" panose="020B0606030504020204" pitchFamily="34" charset="0"/>
              </a:rPr>
              <a:t>CASH APP</a:t>
            </a:r>
          </a:p>
        </p:txBody>
      </p:sp>
      <p:sp>
        <p:nvSpPr>
          <p:cNvPr id="17" name="TextBox 16">
            <a:extLst>
              <a:ext uri="{FF2B5EF4-FFF2-40B4-BE49-F238E27FC236}">
                <a16:creationId xmlns:a16="http://schemas.microsoft.com/office/drawing/2014/main" id="{78E2B691-E567-EB27-15F0-4392978251FD}"/>
              </a:ext>
            </a:extLst>
          </p:cNvPr>
          <p:cNvSpPr txBox="1"/>
          <p:nvPr/>
        </p:nvSpPr>
        <p:spPr>
          <a:xfrm>
            <a:off x="6864394" y="3916414"/>
            <a:ext cx="1194276" cy="404014"/>
          </a:xfrm>
          <a:prstGeom prst="rect">
            <a:avLst/>
          </a:prstGeom>
          <a:solidFill>
            <a:srgbClr val="9DD4CF"/>
          </a:solidFill>
        </p:spPr>
        <p:txBody>
          <a:bodyPr wrap="square" lIns="0" tIns="0" rIns="0" bIns="0" rtlCol="0" anchor="ctr" anchorCtr="0">
            <a:noAutofit/>
          </a:bodyPr>
          <a:lstStyle/>
          <a:p>
            <a:pPr algn="ctr">
              <a:spcBef>
                <a:spcPts val="600"/>
              </a:spcBef>
              <a:buSzPct val="100000"/>
            </a:pPr>
            <a:r>
              <a:rPr lang="en-US" sz="1200" b="1" i="1">
                <a:solidFill>
                  <a:srgbClr val="0A626C"/>
                </a:solidFill>
                <a:latin typeface="Open Sans" panose="020B0606030504020204" pitchFamily="34" charset="0"/>
                <a:ea typeface="Open Sans" panose="020B0606030504020204" pitchFamily="34" charset="0"/>
                <a:cs typeface="Open Sans" panose="020B0606030504020204" pitchFamily="34" charset="0"/>
              </a:rPr>
              <a:t>REVENUE</a:t>
            </a:r>
          </a:p>
        </p:txBody>
      </p:sp>
      <p:sp>
        <p:nvSpPr>
          <p:cNvPr id="52" name="Oval 51">
            <a:extLst>
              <a:ext uri="{FF2B5EF4-FFF2-40B4-BE49-F238E27FC236}">
                <a16:creationId xmlns:a16="http://schemas.microsoft.com/office/drawing/2014/main" id="{57442596-42CC-F399-8041-1F170CADFB8F}"/>
              </a:ext>
            </a:extLst>
          </p:cNvPr>
          <p:cNvSpPr/>
          <p:nvPr/>
        </p:nvSpPr>
        <p:spPr bwMode="gray">
          <a:xfrm>
            <a:off x="6681755" y="1890576"/>
            <a:ext cx="289533" cy="274320"/>
          </a:xfrm>
          <a:prstGeom prst="ellipse">
            <a:avLst/>
          </a:prstGeom>
          <a:solidFill>
            <a:schemeClr val="tx2"/>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600" b="1" i="0" u="none" strike="noStrike" kern="1200" cap="none" spc="0" normalizeH="0" baseline="0" noProof="0">
                <a:ln>
                  <a:noFill/>
                </a:ln>
                <a:solidFill>
                  <a:prstClr val="white"/>
                </a:solidFill>
                <a:effectLst/>
                <a:uLnTx/>
                <a:uFillTx/>
                <a:latin typeface="Calibri"/>
                <a:ea typeface="+mn-ea"/>
                <a:cs typeface="+mn-cs"/>
              </a:rPr>
              <a:t>1</a:t>
            </a:r>
          </a:p>
        </p:txBody>
      </p:sp>
      <p:sp>
        <p:nvSpPr>
          <p:cNvPr id="53" name="Oval 52">
            <a:extLst>
              <a:ext uri="{FF2B5EF4-FFF2-40B4-BE49-F238E27FC236}">
                <a16:creationId xmlns:a16="http://schemas.microsoft.com/office/drawing/2014/main" id="{6344701C-7D91-6754-0F7B-418F89E3A84C}"/>
              </a:ext>
            </a:extLst>
          </p:cNvPr>
          <p:cNvSpPr/>
          <p:nvPr/>
        </p:nvSpPr>
        <p:spPr bwMode="gray">
          <a:xfrm>
            <a:off x="6681755" y="2539413"/>
            <a:ext cx="289533" cy="274320"/>
          </a:xfrm>
          <a:prstGeom prst="ellipse">
            <a:avLst/>
          </a:prstGeom>
          <a:solidFill>
            <a:schemeClr val="tx2"/>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lang="en-US" sz="1600" b="1">
                <a:solidFill>
                  <a:prstClr val="white"/>
                </a:solidFill>
                <a:latin typeface="Calibri"/>
              </a:rPr>
              <a:t>2</a:t>
            </a:r>
            <a:endParaRPr kumimoji="0" lang="en-US" sz="1600" b="1" i="0" u="none" strike="noStrike" kern="1200" cap="none" spc="0" normalizeH="0" baseline="0" noProof="0">
              <a:ln>
                <a:noFill/>
              </a:ln>
              <a:solidFill>
                <a:prstClr val="white"/>
              </a:solidFill>
              <a:effectLst/>
              <a:uLnTx/>
              <a:uFillTx/>
              <a:latin typeface="Calibri"/>
              <a:ea typeface="+mn-ea"/>
              <a:cs typeface="+mn-cs"/>
            </a:endParaRPr>
          </a:p>
        </p:txBody>
      </p:sp>
      <p:sp>
        <p:nvSpPr>
          <p:cNvPr id="54" name="Oval 53">
            <a:extLst>
              <a:ext uri="{FF2B5EF4-FFF2-40B4-BE49-F238E27FC236}">
                <a16:creationId xmlns:a16="http://schemas.microsoft.com/office/drawing/2014/main" id="{D36A2C75-A104-5403-3E8B-F0E8557721A1}"/>
              </a:ext>
            </a:extLst>
          </p:cNvPr>
          <p:cNvSpPr/>
          <p:nvPr/>
        </p:nvSpPr>
        <p:spPr bwMode="gray">
          <a:xfrm>
            <a:off x="6681755" y="3197775"/>
            <a:ext cx="289533" cy="274320"/>
          </a:xfrm>
          <a:prstGeom prst="ellipse">
            <a:avLst/>
          </a:prstGeom>
          <a:solidFill>
            <a:schemeClr val="tx2"/>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600" b="1" i="0" u="none" strike="noStrike" kern="1200" cap="none" spc="0" normalizeH="0" baseline="0" noProof="0">
                <a:ln>
                  <a:noFill/>
                </a:ln>
                <a:solidFill>
                  <a:prstClr val="white"/>
                </a:solidFill>
                <a:effectLst/>
                <a:uLnTx/>
                <a:uFillTx/>
                <a:latin typeface="Calibri"/>
                <a:ea typeface="+mn-ea"/>
                <a:cs typeface="+mn-cs"/>
              </a:rPr>
              <a:t>3</a:t>
            </a:r>
          </a:p>
        </p:txBody>
      </p:sp>
      <p:sp>
        <p:nvSpPr>
          <p:cNvPr id="55" name="Oval 54">
            <a:extLst>
              <a:ext uri="{FF2B5EF4-FFF2-40B4-BE49-F238E27FC236}">
                <a16:creationId xmlns:a16="http://schemas.microsoft.com/office/drawing/2014/main" id="{857EDEB6-E6CD-F2E6-B860-D7E85CCAC243}"/>
              </a:ext>
            </a:extLst>
          </p:cNvPr>
          <p:cNvSpPr/>
          <p:nvPr/>
        </p:nvSpPr>
        <p:spPr bwMode="gray">
          <a:xfrm>
            <a:off x="6681755" y="3827562"/>
            <a:ext cx="289533" cy="274320"/>
          </a:xfrm>
          <a:prstGeom prst="ellipse">
            <a:avLst/>
          </a:prstGeom>
          <a:solidFill>
            <a:schemeClr val="tx2"/>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600" b="1" i="0" u="none" strike="noStrike" kern="1200" cap="none" spc="0" normalizeH="0" baseline="0" noProof="0">
                <a:ln>
                  <a:noFill/>
                </a:ln>
                <a:solidFill>
                  <a:prstClr val="white"/>
                </a:solidFill>
                <a:effectLst/>
                <a:uLnTx/>
                <a:uFillTx/>
                <a:latin typeface="Calibri"/>
                <a:ea typeface="+mn-ea"/>
                <a:cs typeface="+mn-cs"/>
              </a:rPr>
              <a:t>4</a:t>
            </a:r>
          </a:p>
        </p:txBody>
      </p:sp>
      <p:sp>
        <p:nvSpPr>
          <p:cNvPr id="9" name="Rectangle 8">
            <a:extLst>
              <a:ext uri="{FF2B5EF4-FFF2-40B4-BE49-F238E27FC236}">
                <a16:creationId xmlns:a16="http://schemas.microsoft.com/office/drawing/2014/main" id="{7AEEA2A5-4B2C-0968-FB8A-A4928466E571}"/>
              </a:ext>
            </a:extLst>
          </p:cNvPr>
          <p:cNvSpPr/>
          <p:nvPr/>
        </p:nvSpPr>
        <p:spPr bwMode="gray">
          <a:xfrm>
            <a:off x="529470" y="4995734"/>
            <a:ext cx="4572000" cy="780161"/>
          </a:xfrm>
          <a:prstGeom prst="rect">
            <a:avLst/>
          </a:prstGeom>
          <a:solidFill>
            <a:srgbClr val="F9F9F9"/>
          </a:solidFill>
          <a:ln w="19050" algn="ctr">
            <a:solidFill>
              <a:srgbClr val="0A626C"/>
            </a:solidFill>
            <a:miter lim="800000"/>
            <a:headEnd/>
            <a:tailEnd/>
          </a:ln>
          <a:effectLst>
            <a:outerShdw blurRad="50800" dist="38100" dir="8100000" algn="tr" rotWithShape="0">
              <a:prstClr val="black">
                <a:alpha val="40000"/>
              </a:prstClr>
            </a:outerShdw>
          </a:effectLst>
        </p:spPr>
        <p:txBody>
          <a:bodyPr wrap="square" lIns="88900" tIns="88900" rIns="88900" bIns="88900" rtlCol="0" anchor="ctr"/>
          <a:lstStyle/>
          <a:p>
            <a:pPr marL="171450" indent="-171450">
              <a:lnSpc>
                <a:spcPct val="106000"/>
              </a:lnSpc>
              <a:spcAft>
                <a:spcPts val="600"/>
              </a:spcAft>
              <a:buFont typeface="Open Sans" panose="020B0606030504020204" pitchFamily="34" charset="0"/>
              <a:buChar char="x"/>
            </a:pPr>
            <a:r>
              <a:rPr lang="en-US" sz="1100" b="1" i="1">
                <a:latin typeface="Open Sans" panose="020B0606030504020204" pitchFamily="34" charset="0"/>
                <a:ea typeface="Open Sans" panose="020B0606030504020204" pitchFamily="34" charset="0"/>
                <a:cs typeface="Open Sans" panose="020B0606030504020204" pitchFamily="34" charset="0"/>
              </a:rPr>
              <a:t>Use-case scope is narrow </a:t>
            </a:r>
            <a:r>
              <a:rPr lang="en-US" sz="1100" i="1">
                <a:latin typeface="Open Sans" panose="020B0606030504020204" pitchFamily="34" charset="0"/>
                <a:ea typeface="Open Sans" panose="020B0606030504020204" pitchFamily="34" charset="0"/>
                <a:cs typeface="Open Sans" panose="020B0606030504020204" pitchFamily="34" charset="0"/>
              </a:rPr>
              <a:t>and </a:t>
            </a:r>
            <a:r>
              <a:rPr lang="en-US" sz="1100" b="1" i="1">
                <a:latin typeface="Open Sans" panose="020B0606030504020204" pitchFamily="34" charset="0"/>
                <a:ea typeface="Open Sans" panose="020B0606030504020204" pitchFamily="34" charset="0"/>
                <a:cs typeface="Open Sans" panose="020B0606030504020204" pitchFamily="34" charset="0"/>
              </a:rPr>
              <a:t>targets functions in silos</a:t>
            </a:r>
            <a:r>
              <a:rPr lang="en-US" sz="1100" i="1">
                <a:latin typeface="Open Sans" panose="020B0606030504020204" pitchFamily="34" charset="0"/>
                <a:ea typeface="Open Sans" panose="020B0606030504020204" pitchFamily="34" charset="0"/>
                <a:cs typeface="Open Sans" panose="020B0606030504020204" pitchFamily="34" charset="0"/>
              </a:rPr>
              <a:t>,</a:t>
            </a:r>
            <a:r>
              <a:rPr lang="en-US" sz="1100" b="1" i="1">
                <a:latin typeface="Open Sans" panose="020B0606030504020204" pitchFamily="34" charset="0"/>
                <a:ea typeface="Open Sans" panose="020B0606030504020204" pitchFamily="34" charset="0"/>
                <a:cs typeface="Open Sans" panose="020B0606030504020204" pitchFamily="34" charset="0"/>
              </a:rPr>
              <a:t> </a:t>
            </a:r>
            <a:r>
              <a:rPr lang="en-US" sz="1100">
                <a:latin typeface="Open Sans" panose="020B0606030504020204" pitchFamily="34" charset="0"/>
                <a:ea typeface="Open Sans" panose="020B0606030504020204" pitchFamily="34" charset="0"/>
                <a:cs typeface="Open Sans" panose="020B0606030504020204" pitchFamily="34" charset="0"/>
              </a:rPr>
              <a:t>thereby limiting</a:t>
            </a:r>
            <a:r>
              <a:rPr lang="en-US" sz="1100" i="1">
                <a:latin typeface="Open Sans" panose="020B0606030504020204" pitchFamily="34" charset="0"/>
                <a:ea typeface="Open Sans" panose="020B0606030504020204" pitchFamily="34" charset="0"/>
                <a:cs typeface="Open Sans" panose="020B0606030504020204" pitchFamily="34" charset="0"/>
              </a:rPr>
              <a:t> </a:t>
            </a:r>
            <a:r>
              <a:rPr lang="en-US" sz="1100" b="1" i="1">
                <a:latin typeface="Open Sans" panose="020B0606030504020204" pitchFamily="34" charset="0"/>
                <a:ea typeface="Open Sans" panose="020B0606030504020204" pitchFamily="34" charset="0"/>
                <a:cs typeface="Open Sans" panose="020B0606030504020204" pitchFamily="34" charset="0"/>
              </a:rPr>
              <a:t>benefit realization across Finance</a:t>
            </a:r>
          </a:p>
          <a:p>
            <a:pPr marL="171450" indent="-171450">
              <a:lnSpc>
                <a:spcPct val="106000"/>
              </a:lnSpc>
              <a:spcAft>
                <a:spcPts val="600"/>
              </a:spcAft>
              <a:buFont typeface="Open Sans" panose="020B0606030504020204" pitchFamily="34" charset="0"/>
              <a:buChar char="x"/>
            </a:pPr>
            <a:r>
              <a:rPr lang="en-US" sz="1100" b="1" i="1">
                <a:latin typeface="Open Sans" panose="020B0606030504020204" pitchFamily="34" charset="0"/>
                <a:ea typeface="Open Sans" panose="020B0606030504020204" pitchFamily="34" charset="0"/>
                <a:cs typeface="Open Sans" panose="020B0606030504020204" pitchFamily="34" charset="0"/>
              </a:rPr>
              <a:t>Higher cost of ownership </a:t>
            </a:r>
            <a:r>
              <a:rPr lang="en-US" sz="1100" i="1">
                <a:latin typeface="Open Sans" panose="020B0606030504020204" pitchFamily="34" charset="0"/>
                <a:ea typeface="Open Sans" panose="020B0606030504020204" pitchFamily="34" charset="0"/>
                <a:cs typeface="Open Sans" panose="020B0606030504020204" pitchFamily="34" charset="0"/>
              </a:rPr>
              <a:t>for one-off technical efforts</a:t>
            </a:r>
          </a:p>
        </p:txBody>
      </p:sp>
      <p:sp>
        <p:nvSpPr>
          <p:cNvPr id="14" name="TextBox 13">
            <a:extLst>
              <a:ext uri="{FF2B5EF4-FFF2-40B4-BE49-F238E27FC236}">
                <a16:creationId xmlns:a16="http://schemas.microsoft.com/office/drawing/2014/main" id="{01A8E763-035C-18CB-07EA-C0B7DE459F06}"/>
              </a:ext>
            </a:extLst>
          </p:cNvPr>
          <p:cNvSpPr txBox="1"/>
          <p:nvPr/>
        </p:nvSpPr>
        <p:spPr>
          <a:xfrm>
            <a:off x="1028651" y="4692948"/>
            <a:ext cx="3588696" cy="307777"/>
          </a:xfrm>
          <a:prstGeom prst="rect">
            <a:avLst/>
          </a:prstGeom>
          <a:noFill/>
        </p:spPr>
        <p:txBody>
          <a:bodyPr wrap="square">
            <a:spAutoFit/>
          </a:bodyPr>
          <a:lstStyle/>
          <a:p>
            <a:pPr algn="ctr"/>
            <a:r>
              <a:rPr kumimoji="0" lang="en-US" sz="1400" b="1" u="none" strike="noStrike" kern="1200" cap="none" spc="0" normalizeH="0" baseline="0" noProof="0">
                <a:ln>
                  <a:noFill/>
                </a:ln>
                <a:effectLst/>
                <a:uLnTx/>
                <a:uFillTx/>
                <a:latin typeface="Open Sans"/>
                <a:ea typeface="+mn-ea"/>
                <a:cs typeface="+mn-cs"/>
              </a:rPr>
              <a:t>Challenges With One-Off Use Cases</a:t>
            </a:r>
            <a:endParaRPr lang="en-US" sz="1400"/>
          </a:p>
        </p:txBody>
      </p:sp>
      <p:sp>
        <p:nvSpPr>
          <p:cNvPr id="16" name="Rectangle 15">
            <a:extLst>
              <a:ext uri="{FF2B5EF4-FFF2-40B4-BE49-F238E27FC236}">
                <a16:creationId xmlns:a16="http://schemas.microsoft.com/office/drawing/2014/main" id="{B24BEA7D-76D5-5E24-0973-F5E848B71922}"/>
              </a:ext>
            </a:extLst>
          </p:cNvPr>
          <p:cNvSpPr/>
          <p:nvPr/>
        </p:nvSpPr>
        <p:spPr bwMode="gray">
          <a:xfrm>
            <a:off x="6909292" y="4995734"/>
            <a:ext cx="4753237" cy="780161"/>
          </a:xfrm>
          <a:prstGeom prst="rect">
            <a:avLst/>
          </a:prstGeom>
          <a:solidFill>
            <a:srgbClr val="9DD4CF"/>
          </a:solidFill>
          <a:ln w="19050" algn="ctr">
            <a:solidFill>
              <a:srgbClr val="0A626C"/>
            </a:solidFill>
            <a:miter lim="800000"/>
            <a:headEnd/>
            <a:tailEnd/>
          </a:ln>
          <a:effectLst>
            <a:outerShdw blurRad="50800" dist="38100" dir="8100000" algn="tr" rotWithShape="0">
              <a:prstClr val="black">
                <a:alpha val="40000"/>
              </a:prstClr>
            </a:outerShdw>
          </a:effectLst>
        </p:spPr>
        <p:txBody>
          <a:bodyPr wrap="square" lIns="88900" tIns="88900" rIns="88900" bIns="88900" rtlCol="0" anchor="ctr"/>
          <a:lstStyle/>
          <a:p>
            <a:pPr marL="233363" indent="-225425">
              <a:spcAft>
                <a:spcPts val="600"/>
              </a:spcAft>
              <a:buFont typeface="Wingdings" panose="05000000000000000000" pitchFamily="2" charset="2"/>
              <a:buChar char="ü"/>
            </a:pPr>
            <a:r>
              <a:rPr lang="en-US" sz="1100" b="1" i="1">
                <a:latin typeface="Open Sans" panose="020B0606030504020204" pitchFamily="34" charset="0"/>
                <a:ea typeface="Open Sans" panose="020B0606030504020204" pitchFamily="34" charset="0"/>
                <a:cs typeface="Open Sans" panose="020B0606030504020204" pitchFamily="34" charset="0"/>
              </a:rPr>
              <a:t>Broader scope </a:t>
            </a:r>
            <a:r>
              <a:rPr lang="en-US" sz="1100">
                <a:latin typeface="Open Sans" panose="020B0606030504020204" pitchFamily="34" charset="0"/>
                <a:ea typeface="Open Sans" panose="020B0606030504020204" pitchFamily="34" charset="0"/>
                <a:cs typeface="Open Sans" panose="020B0606030504020204" pitchFamily="34" charset="0"/>
              </a:rPr>
              <a:t>across Finance provides opportunity to deliver </a:t>
            </a:r>
            <a:r>
              <a:rPr lang="en-US" sz="1100" b="1" i="1">
                <a:latin typeface="Open Sans" panose="020B0606030504020204" pitchFamily="34" charset="0"/>
                <a:ea typeface="Open Sans" panose="020B0606030504020204" pitchFamily="34" charset="0"/>
                <a:cs typeface="Open Sans" panose="020B0606030504020204" pitchFamily="34" charset="0"/>
              </a:rPr>
              <a:t>higher value transformative solutions </a:t>
            </a:r>
          </a:p>
          <a:p>
            <a:pPr marL="233363" indent="-225425">
              <a:spcAft>
                <a:spcPts val="600"/>
              </a:spcAft>
              <a:buFont typeface="Wingdings" panose="05000000000000000000" pitchFamily="2" charset="2"/>
              <a:buChar char="ü"/>
            </a:pPr>
            <a:r>
              <a:rPr lang="en-US" sz="1100" b="1" i="1">
                <a:latin typeface="Open Sans" panose="020B0606030504020204" pitchFamily="34" charset="0"/>
                <a:ea typeface="Open Sans" panose="020B0606030504020204" pitchFamily="34" charset="0"/>
                <a:cs typeface="Open Sans" panose="020B0606030504020204" pitchFamily="34" charset="0"/>
              </a:rPr>
              <a:t>Provides greater return on investment </a:t>
            </a:r>
            <a:r>
              <a:rPr lang="en-US" sz="1100" i="1">
                <a:latin typeface="Open Sans" panose="020B0606030504020204" pitchFamily="34" charset="0"/>
                <a:ea typeface="Open Sans" panose="020B0606030504020204" pitchFamily="34" charset="0"/>
                <a:cs typeface="Open Sans" panose="020B0606030504020204" pitchFamily="34" charset="0"/>
              </a:rPr>
              <a:t>for client</a:t>
            </a:r>
          </a:p>
        </p:txBody>
      </p:sp>
      <p:sp>
        <p:nvSpPr>
          <p:cNvPr id="18" name="TextBox 17">
            <a:extLst>
              <a:ext uri="{FF2B5EF4-FFF2-40B4-BE49-F238E27FC236}">
                <a16:creationId xmlns:a16="http://schemas.microsoft.com/office/drawing/2014/main" id="{BD9F69F6-ED8E-EFD4-160C-9EA610B3FB40}"/>
              </a:ext>
            </a:extLst>
          </p:cNvPr>
          <p:cNvSpPr txBox="1"/>
          <p:nvPr/>
        </p:nvSpPr>
        <p:spPr>
          <a:xfrm>
            <a:off x="7429713" y="4687957"/>
            <a:ext cx="3712394" cy="307777"/>
          </a:xfrm>
          <a:prstGeom prst="rect">
            <a:avLst/>
          </a:prstGeom>
          <a:noFill/>
        </p:spPr>
        <p:txBody>
          <a:bodyPr wrap="square">
            <a:spAutoFit/>
          </a:bodyPr>
          <a:lstStyle/>
          <a:p>
            <a:r>
              <a:rPr lang="en-US" sz="1400" b="1">
                <a:solidFill>
                  <a:srgbClr val="0D8390"/>
                </a:solidFill>
                <a:latin typeface="Open Sans" panose="020B0606030504020204" pitchFamily="34" charset="0"/>
                <a:ea typeface="Open Sans" panose="020B0606030504020204" pitchFamily="34" charset="0"/>
                <a:cs typeface="Open Sans" panose="020B0606030504020204" pitchFamily="34" charset="0"/>
              </a:rPr>
              <a:t>Advantages of end-to-end AI Solutions</a:t>
            </a:r>
          </a:p>
        </p:txBody>
      </p:sp>
      <p:sp>
        <p:nvSpPr>
          <p:cNvPr id="19" name="Freeform 220">
            <a:extLst>
              <a:ext uri="{FF2B5EF4-FFF2-40B4-BE49-F238E27FC236}">
                <a16:creationId xmlns:a16="http://schemas.microsoft.com/office/drawing/2014/main" id="{A4E16C4E-57E7-6A42-F4B6-2A61438F7F14}"/>
              </a:ext>
            </a:extLst>
          </p:cNvPr>
          <p:cNvSpPr>
            <a:spLocks/>
          </p:cNvSpPr>
          <p:nvPr/>
        </p:nvSpPr>
        <p:spPr bwMode="auto">
          <a:xfrm rot="15856524" flipH="1" flipV="1">
            <a:off x="478482" y="4436557"/>
            <a:ext cx="624001" cy="264373"/>
          </a:xfrm>
          <a:custGeom>
            <a:avLst/>
            <a:gdLst>
              <a:gd name="T0" fmla="*/ 77 w 162"/>
              <a:gd name="T1" fmla="*/ 36 h 51"/>
              <a:gd name="T2" fmla="*/ 61 w 162"/>
              <a:gd name="T3" fmla="*/ 36 h 51"/>
              <a:gd name="T4" fmla="*/ 50 w 162"/>
              <a:gd name="T5" fmla="*/ 35 h 51"/>
              <a:gd name="T6" fmla="*/ 41 w 162"/>
              <a:gd name="T7" fmla="*/ 35 h 51"/>
              <a:gd name="T8" fmla="*/ 14 w 162"/>
              <a:gd name="T9" fmla="*/ 29 h 51"/>
              <a:gd name="T10" fmla="*/ 14 w 162"/>
              <a:gd name="T11" fmla="*/ 29 h 51"/>
              <a:gd name="T12" fmla="*/ 6 w 162"/>
              <a:gd name="T13" fmla="*/ 19 h 51"/>
              <a:gd name="T14" fmla="*/ 11 w 162"/>
              <a:gd name="T15" fmla="*/ 19 h 51"/>
              <a:gd name="T16" fmla="*/ 15 w 162"/>
              <a:gd name="T17" fmla="*/ 21 h 51"/>
              <a:gd name="T18" fmla="*/ 26 w 162"/>
              <a:gd name="T19" fmla="*/ 23 h 51"/>
              <a:gd name="T20" fmla="*/ 41 w 162"/>
              <a:gd name="T21" fmla="*/ 25 h 51"/>
              <a:gd name="T22" fmla="*/ 43 w 162"/>
              <a:gd name="T23" fmla="*/ 26 h 51"/>
              <a:gd name="T24" fmla="*/ 62 w 162"/>
              <a:gd name="T25" fmla="*/ 27 h 51"/>
              <a:gd name="T26" fmla="*/ 63 w 162"/>
              <a:gd name="T27" fmla="*/ 27 h 51"/>
              <a:gd name="T28" fmla="*/ 81 w 162"/>
              <a:gd name="T29" fmla="*/ 27 h 51"/>
              <a:gd name="T30" fmla="*/ 81 w 162"/>
              <a:gd name="T31" fmla="*/ 27 h 51"/>
              <a:gd name="T32" fmla="*/ 105 w 162"/>
              <a:gd name="T33" fmla="*/ 23 h 51"/>
              <a:gd name="T34" fmla="*/ 106 w 162"/>
              <a:gd name="T35" fmla="*/ 23 h 51"/>
              <a:gd name="T36" fmla="*/ 126 w 162"/>
              <a:gd name="T37" fmla="*/ 18 h 51"/>
              <a:gd name="T38" fmla="*/ 108 w 162"/>
              <a:gd name="T39" fmla="*/ 10 h 51"/>
              <a:gd name="T40" fmla="*/ 107 w 162"/>
              <a:gd name="T41" fmla="*/ 8 h 51"/>
              <a:gd name="T42" fmla="*/ 107 w 162"/>
              <a:gd name="T43" fmla="*/ 7 h 51"/>
              <a:gd name="T44" fmla="*/ 113 w 162"/>
              <a:gd name="T45" fmla="*/ 0 h 51"/>
              <a:gd name="T46" fmla="*/ 126 w 162"/>
              <a:gd name="T47" fmla="*/ 4 h 51"/>
              <a:gd name="T48" fmla="*/ 126 w 162"/>
              <a:gd name="T49" fmla="*/ 4 h 51"/>
              <a:gd name="T50" fmla="*/ 137 w 162"/>
              <a:gd name="T51" fmla="*/ 6 h 51"/>
              <a:gd name="T52" fmla="*/ 138 w 162"/>
              <a:gd name="T53" fmla="*/ 6 h 51"/>
              <a:gd name="T54" fmla="*/ 138 w 162"/>
              <a:gd name="T55" fmla="*/ 7 h 51"/>
              <a:gd name="T56" fmla="*/ 156 w 162"/>
              <a:gd name="T57" fmla="*/ 4 h 51"/>
              <a:gd name="T58" fmla="*/ 157 w 162"/>
              <a:gd name="T59" fmla="*/ 4 h 51"/>
              <a:gd name="T60" fmla="*/ 160 w 162"/>
              <a:gd name="T61" fmla="*/ 17 h 51"/>
              <a:gd name="T62" fmla="*/ 160 w 162"/>
              <a:gd name="T63" fmla="*/ 18 h 51"/>
              <a:gd name="T64" fmla="*/ 150 w 162"/>
              <a:gd name="T65" fmla="*/ 24 h 51"/>
              <a:gd name="T66" fmla="*/ 149 w 162"/>
              <a:gd name="T67" fmla="*/ 24 h 51"/>
              <a:gd name="T68" fmla="*/ 127 w 162"/>
              <a:gd name="T69" fmla="*/ 51 h 51"/>
              <a:gd name="T70" fmla="*/ 123 w 162"/>
              <a:gd name="T71" fmla="*/ 46 h 51"/>
              <a:gd name="T72" fmla="*/ 123 w 162"/>
              <a:gd name="T73" fmla="*/ 45 h 51"/>
              <a:gd name="T74" fmla="*/ 124 w 162"/>
              <a:gd name="T75" fmla="*/ 45 h 51"/>
              <a:gd name="T76" fmla="*/ 133 w 162"/>
              <a:gd name="T77" fmla="*/ 26 h 51"/>
              <a:gd name="T78" fmla="*/ 126 w 162"/>
              <a:gd name="T79" fmla="*/ 28 h 51"/>
              <a:gd name="T80" fmla="*/ 126 w 162"/>
              <a:gd name="T81" fmla="*/ 28 h 51"/>
              <a:gd name="T82" fmla="*/ 77 w 162"/>
              <a:gd name="T83" fmla="*/ 36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62" h="51">
                <a:moveTo>
                  <a:pt x="77" y="36"/>
                </a:moveTo>
                <a:cubicBezTo>
                  <a:pt x="73" y="38"/>
                  <a:pt x="68" y="35"/>
                  <a:pt x="61" y="36"/>
                </a:cubicBezTo>
                <a:cubicBezTo>
                  <a:pt x="58" y="34"/>
                  <a:pt x="52" y="35"/>
                  <a:pt x="50" y="35"/>
                </a:cubicBezTo>
                <a:cubicBezTo>
                  <a:pt x="46" y="34"/>
                  <a:pt x="44" y="37"/>
                  <a:pt x="41" y="35"/>
                </a:cubicBezTo>
                <a:cubicBezTo>
                  <a:pt x="33" y="33"/>
                  <a:pt x="21" y="30"/>
                  <a:pt x="14" y="29"/>
                </a:cubicBezTo>
                <a:cubicBezTo>
                  <a:pt x="14" y="29"/>
                  <a:pt x="14" y="29"/>
                  <a:pt x="14" y="29"/>
                </a:cubicBezTo>
                <a:cubicBezTo>
                  <a:pt x="11" y="27"/>
                  <a:pt x="0" y="25"/>
                  <a:pt x="6" y="19"/>
                </a:cubicBezTo>
                <a:cubicBezTo>
                  <a:pt x="8" y="19"/>
                  <a:pt x="9" y="19"/>
                  <a:pt x="11" y="19"/>
                </a:cubicBezTo>
                <a:cubicBezTo>
                  <a:pt x="12" y="21"/>
                  <a:pt x="14" y="21"/>
                  <a:pt x="15" y="21"/>
                </a:cubicBezTo>
                <a:cubicBezTo>
                  <a:pt x="17" y="23"/>
                  <a:pt x="24" y="24"/>
                  <a:pt x="26" y="23"/>
                </a:cubicBezTo>
                <a:cubicBezTo>
                  <a:pt x="32" y="23"/>
                  <a:pt x="37" y="26"/>
                  <a:pt x="41" y="25"/>
                </a:cubicBezTo>
                <a:cubicBezTo>
                  <a:pt x="41" y="26"/>
                  <a:pt x="42" y="26"/>
                  <a:pt x="43" y="26"/>
                </a:cubicBezTo>
                <a:cubicBezTo>
                  <a:pt x="50" y="27"/>
                  <a:pt x="56" y="28"/>
                  <a:pt x="62" y="27"/>
                </a:cubicBezTo>
                <a:cubicBezTo>
                  <a:pt x="63" y="27"/>
                  <a:pt x="63" y="27"/>
                  <a:pt x="63" y="27"/>
                </a:cubicBezTo>
                <a:cubicBezTo>
                  <a:pt x="67" y="28"/>
                  <a:pt x="77" y="28"/>
                  <a:pt x="81" y="27"/>
                </a:cubicBezTo>
                <a:cubicBezTo>
                  <a:pt x="81" y="27"/>
                  <a:pt x="81" y="27"/>
                  <a:pt x="81" y="27"/>
                </a:cubicBezTo>
                <a:cubicBezTo>
                  <a:pt x="87" y="27"/>
                  <a:pt x="99" y="25"/>
                  <a:pt x="105" y="23"/>
                </a:cubicBezTo>
                <a:cubicBezTo>
                  <a:pt x="106" y="23"/>
                  <a:pt x="106" y="23"/>
                  <a:pt x="106" y="23"/>
                </a:cubicBezTo>
                <a:cubicBezTo>
                  <a:pt x="113" y="23"/>
                  <a:pt x="120" y="20"/>
                  <a:pt x="126" y="18"/>
                </a:cubicBezTo>
                <a:cubicBezTo>
                  <a:pt x="122" y="13"/>
                  <a:pt x="114" y="13"/>
                  <a:pt x="108" y="10"/>
                </a:cubicBezTo>
                <a:cubicBezTo>
                  <a:pt x="108" y="10"/>
                  <a:pt x="108" y="8"/>
                  <a:pt x="107" y="8"/>
                </a:cubicBezTo>
                <a:cubicBezTo>
                  <a:pt x="107" y="8"/>
                  <a:pt x="107" y="8"/>
                  <a:pt x="107" y="7"/>
                </a:cubicBezTo>
                <a:cubicBezTo>
                  <a:pt x="110" y="6"/>
                  <a:pt x="107" y="0"/>
                  <a:pt x="113" y="0"/>
                </a:cubicBezTo>
                <a:cubicBezTo>
                  <a:pt x="116" y="2"/>
                  <a:pt x="123" y="4"/>
                  <a:pt x="126" y="4"/>
                </a:cubicBezTo>
                <a:cubicBezTo>
                  <a:pt x="126" y="4"/>
                  <a:pt x="126" y="4"/>
                  <a:pt x="126" y="4"/>
                </a:cubicBezTo>
                <a:cubicBezTo>
                  <a:pt x="129" y="5"/>
                  <a:pt x="136" y="6"/>
                  <a:pt x="137" y="6"/>
                </a:cubicBezTo>
                <a:cubicBezTo>
                  <a:pt x="138" y="6"/>
                  <a:pt x="138" y="6"/>
                  <a:pt x="138" y="6"/>
                </a:cubicBezTo>
                <a:cubicBezTo>
                  <a:pt x="138" y="6"/>
                  <a:pt x="138" y="6"/>
                  <a:pt x="138" y="7"/>
                </a:cubicBezTo>
                <a:cubicBezTo>
                  <a:pt x="146" y="5"/>
                  <a:pt x="150" y="7"/>
                  <a:pt x="156" y="4"/>
                </a:cubicBezTo>
                <a:cubicBezTo>
                  <a:pt x="156" y="4"/>
                  <a:pt x="156" y="4"/>
                  <a:pt x="157" y="4"/>
                </a:cubicBezTo>
                <a:cubicBezTo>
                  <a:pt x="162" y="5"/>
                  <a:pt x="159" y="14"/>
                  <a:pt x="160" y="17"/>
                </a:cubicBezTo>
                <a:cubicBezTo>
                  <a:pt x="160" y="17"/>
                  <a:pt x="160" y="17"/>
                  <a:pt x="160" y="18"/>
                </a:cubicBezTo>
                <a:cubicBezTo>
                  <a:pt x="157" y="20"/>
                  <a:pt x="152" y="20"/>
                  <a:pt x="150" y="24"/>
                </a:cubicBezTo>
                <a:cubicBezTo>
                  <a:pt x="150" y="24"/>
                  <a:pt x="150" y="24"/>
                  <a:pt x="149" y="24"/>
                </a:cubicBezTo>
                <a:cubicBezTo>
                  <a:pt x="141" y="28"/>
                  <a:pt x="137" y="44"/>
                  <a:pt x="127" y="51"/>
                </a:cubicBezTo>
                <a:cubicBezTo>
                  <a:pt x="125" y="50"/>
                  <a:pt x="124" y="47"/>
                  <a:pt x="123" y="46"/>
                </a:cubicBezTo>
                <a:cubicBezTo>
                  <a:pt x="123" y="46"/>
                  <a:pt x="123" y="45"/>
                  <a:pt x="123" y="45"/>
                </a:cubicBezTo>
                <a:cubicBezTo>
                  <a:pt x="123" y="45"/>
                  <a:pt x="123" y="45"/>
                  <a:pt x="124" y="45"/>
                </a:cubicBezTo>
                <a:cubicBezTo>
                  <a:pt x="127" y="39"/>
                  <a:pt x="133" y="32"/>
                  <a:pt x="133" y="26"/>
                </a:cubicBezTo>
                <a:cubicBezTo>
                  <a:pt x="131" y="26"/>
                  <a:pt x="128" y="26"/>
                  <a:pt x="126" y="28"/>
                </a:cubicBezTo>
                <a:cubicBezTo>
                  <a:pt x="126" y="28"/>
                  <a:pt x="126" y="28"/>
                  <a:pt x="126" y="28"/>
                </a:cubicBezTo>
                <a:cubicBezTo>
                  <a:pt x="113" y="31"/>
                  <a:pt x="92" y="35"/>
                  <a:pt x="77" y="36"/>
                </a:cubicBezTo>
                <a:close/>
              </a:path>
            </a:pathLst>
          </a:custGeom>
          <a:solidFill>
            <a:schemeClr val="bg1">
              <a:lumMod val="6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41F41"/>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8" name="Rectangle: Rounded Corners 7">
            <a:extLst>
              <a:ext uri="{FF2B5EF4-FFF2-40B4-BE49-F238E27FC236}">
                <a16:creationId xmlns:a16="http://schemas.microsoft.com/office/drawing/2014/main" id="{71B8E1E5-92BD-484F-F3D7-5D82991CEE0C}"/>
              </a:ext>
            </a:extLst>
          </p:cNvPr>
          <p:cNvSpPr/>
          <p:nvPr/>
        </p:nvSpPr>
        <p:spPr bwMode="gray">
          <a:xfrm>
            <a:off x="618928" y="5991020"/>
            <a:ext cx="10954145" cy="360781"/>
          </a:xfrm>
          <a:prstGeom prst="roundRect">
            <a:avLst/>
          </a:prstGeom>
          <a:solidFill>
            <a:srgbClr val="0D8390"/>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lang="en-US" sz="1200" b="1" dirty="0">
                <a:solidFill>
                  <a:prstClr val="white"/>
                </a:solidFill>
                <a:latin typeface="Open Sans" panose="020B0606030504020204" pitchFamily="34" charset="0"/>
                <a:ea typeface="Open Sans" panose="020B0606030504020204" pitchFamily="34" charset="0"/>
                <a:cs typeface="Open Sans" panose="020B0606030504020204" pitchFamily="34" charset="0"/>
              </a:rPr>
              <a:t>As part of our Global Use Case Repository we will begin to align to the end-to-end solution structure. </a:t>
            </a:r>
            <a:endParaRPr kumimoji="0" lang="en-US" sz="1200" b="0" i="0" u="none" strike="noStrike" kern="1200" cap="none" spc="0" normalizeH="0" baseline="0" noProof="0" dirty="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29039310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6E57D3A-1134-F45E-90A8-B67C712B1219}"/>
              </a:ext>
            </a:extLst>
          </p:cNvPr>
          <p:cNvSpPr>
            <a:spLocks noGrp="1"/>
          </p:cNvSpPr>
          <p:nvPr>
            <p:ph type="body" sz="quarter" idx="22"/>
          </p:nvPr>
        </p:nvSpPr>
        <p:spPr>
          <a:xfrm>
            <a:off x="463295" y="849559"/>
            <a:ext cx="11277600" cy="757255"/>
          </a:xfrm>
        </p:spPr>
        <p:txBody>
          <a:bodyPr/>
          <a:lstStyle/>
          <a:p>
            <a:r>
              <a:rPr lang="en-US" sz="1600"/>
              <a:t>&lt;&gt;</a:t>
            </a:r>
            <a:endParaRPr lang="en-US"/>
          </a:p>
        </p:txBody>
      </p:sp>
      <p:sp>
        <p:nvSpPr>
          <p:cNvPr id="3" name="Title 2">
            <a:extLst>
              <a:ext uri="{FF2B5EF4-FFF2-40B4-BE49-F238E27FC236}">
                <a16:creationId xmlns:a16="http://schemas.microsoft.com/office/drawing/2014/main" id="{773DC583-6E04-2E06-708B-1BFE64677C4A}"/>
              </a:ext>
            </a:extLst>
          </p:cNvPr>
          <p:cNvSpPr>
            <a:spLocks noGrp="1"/>
          </p:cNvSpPr>
          <p:nvPr>
            <p:ph type="title"/>
          </p:nvPr>
        </p:nvSpPr>
        <p:spPr>
          <a:xfrm>
            <a:off x="463295" y="506199"/>
            <a:ext cx="11277600" cy="334099"/>
          </a:xfrm>
        </p:spPr>
        <p:txBody>
          <a:bodyPr/>
          <a:lstStyle/>
          <a:p>
            <a:r>
              <a:rPr lang="en-US"/>
              <a:t>Finance Use Cases (1 of 2)</a:t>
            </a:r>
          </a:p>
        </p:txBody>
      </p:sp>
      <p:sp>
        <p:nvSpPr>
          <p:cNvPr id="4" name="Isosceles Triangle 3">
            <a:extLst>
              <a:ext uri="{FF2B5EF4-FFF2-40B4-BE49-F238E27FC236}">
                <a16:creationId xmlns:a16="http://schemas.microsoft.com/office/drawing/2014/main" id="{70DBA1CA-5CF1-D21D-316C-9083D3AA6D8C}"/>
              </a:ext>
            </a:extLst>
          </p:cNvPr>
          <p:cNvSpPr/>
          <p:nvPr/>
        </p:nvSpPr>
        <p:spPr bwMode="gray">
          <a:xfrm rot="10800000">
            <a:off x="7033503" y="5206554"/>
            <a:ext cx="1204507" cy="1651446"/>
          </a:xfrm>
          <a:prstGeom prst="triangle">
            <a:avLst>
              <a:gd name="adj" fmla="val 100000"/>
            </a:avLst>
          </a:prstGeom>
          <a:solidFill>
            <a:schemeClr val="bg1">
              <a:lumMod val="95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Open Sans"/>
              <a:ea typeface="+mn-ea"/>
              <a:cs typeface="+mn-cs"/>
            </a:endParaRPr>
          </a:p>
        </p:txBody>
      </p:sp>
      <p:graphicFrame>
        <p:nvGraphicFramePr>
          <p:cNvPr id="7" name="Table 6">
            <a:extLst>
              <a:ext uri="{FF2B5EF4-FFF2-40B4-BE49-F238E27FC236}">
                <a16:creationId xmlns:a16="http://schemas.microsoft.com/office/drawing/2014/main" id="{5DF423E3-1A03-95EF-CCF2-C0354BFCE3CA}"/>
              </a:ext>
            </a:extLst>
          </p:cNvPr>
          <p:cNvGraphicFramePr>
            <a:graphicFrameLocks noGrp="1"/>
          </p:cNvGraphicFramePr>
          <p:nvPr>
            <p:extLst>
              <p:ext uri="{D42A27DB-BD31-4B8C-83A1-F6EECF244321}">
                <p14:modId xmlns:p14="http://schemas.microsoft.com/office/powerpoint/2010/main" val="3421227569"/>
              </p:ext>
            </p:extLst>
          </p:nvPr>
        </p:nvGraphicFramePr>
        <p:xfrm>
          <a:off x="451105" y="1228185"/>
          <a:ext cx="11265410" cy="4738878"/>
        </p:xfrm>
        <a:graphic>
          <a:graphicData uri="http://schemas.openxmlformats.org/drawingml/2006/table">
            <a:tbl>
              <a:tblPr firstRow="1" bandRow="1">
                <a:tableStyleId>{5C22544A-7EE6-4342-B048-85BDC9FD1C3A}</a:tableStyleId>
              </a:tblPr>
              <a:tblGrid>
                <a:gridCol w="775923">
                  <a:extLst>
                    <a:ext uri="{9D8B030D-6E8A-4147-A177-3AD203B41FA5}">
                      <a16:colId xmlns:a16="http://schemas.microsoft.com/office/drawing/2014/main" val="2590906525"/>
                    </a:ext>
                  </a:extLst>
                </a:gridCol>
                <a:gridCol w="1176706">
                  <a:extLst>
                    <a:ext uri="{9D8B030D-6E8A-4147-A177-3AD203B41FA5}">
                      <a16:colId xmlns:a16="http://schemas.microsoft.com/office/drawing/2014/main" val="3232741869"/>
                    </a:ext>
                  </a:extLst>
                </a:gridCol>
                <a:gridCol w="3677932">
                  <a:extLst>
                    <a:ext uri="{9D8B030D-6E8A-4147-A177-3AD203B41FA5}">
                      <a16:colId xmlns:a16="http://schemas.microsoft.com/office/drawing/2014/main" val="93509776"/>
                    </a:ext>
                  </a:extLst>
                </a:gridCol>
                <a:gridCol w="3207529">
                  <a:extLst>
                    <a:ext uri="{9D8B030D-6E8A-4147-A177-3AD203B41FA5}">
                      <a16:colId xmlns:a16="http://schemas.microsoft.com/office/drawing/2014/main" val="609057538"/>
                    </a:ext>
                  </a:extLst>
                </a:gridCol>
                <a:gridCol w="1213660">
                  <a:extLst>
                    <a:ext uri="{9D8B030D-6E8A-4147-A177-3AD203B41FA5}">
                      <a16:colId xmlns:a16="http://schemas.microsoft.com/office/drawing/2014/main" val="600834133"/>
                    </a:ext>
                  </a:extLst>
                </a:gridCol>
                <a:gridCol w="1213660">
                  <a:extLst>
                    <a:ext uri="{9D8B030D-6E8A-4147-A177-3AD203B41FA5}">
                      <a16:colId xmlns:a16="http://schemas.microsoft.com/office/drawing/2014/main" val="1478856389"/>
                    </a:ext>
                  </a:extLst>
                </a:gridCol>
              </a:tblGrid>
              <a:tr h="36576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a:ln>
                            <a:noFill/>
                          </a:ln>
                          <a:solidFill>
                            <a:schemeClr val="bg1"/>
                          </a:solidFill>
                          <a:effectLst/>
                          <a:uLnTx/>
                          <a:uFillTx/>
                          <a:latin typeface="+mn-lt"/>
                          <a:ea typeface="+mn-ea"/>
                          <a:cs typeface="+mn-cs"/>
                        </a:rPr>
                        <a:t>Process Area</a:t>
                      </a:r>
                    </a:p>
                  </a:txBody>
                  <a:tcPr marT="0" marB="0" anchor="ctr">
                    <a:lnL w="12700" cmpd="sng">
                      <a:noFill/>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solidFill>
                      <a:srgbClr val="0A626C"/>
                    </a:solidFill>
                  </a:tcPr>
                </a:tc>
                <a:tc>
                  <a:txBody>
                    <a:bodyPr/>
                    <a:lstStyle/>
                    <a:p>
                      <a:pPr marL="0" indent="0" algn="ctr" defTabSz="1219170" rtl="0" eaLnBrk="1" latinLnBrk="0" hangingPunct="1">
                        <a:lnSpc>
                          <a:spcPct val="110000"/>
                        </a:lnSpc>
                        <a:spcBef>
                          <a:spcPts val="300"/>
                        </a:spcBef>
                        <a:spcAft>
                          <a:spcPts val="400"/>
                        </a:spcAft>
                        <a:buFont typeface="Arial" panose="020B0604020202020204" pitchFamily="34" charset="0"/>
                        <a:buNone/>
                      </a:pPr>
                      <a:r>
                        <a:rPr lang="en-US" sz="1000" b="1" kern="1200">
                          <a:solidFill>
                            <a:schemeClr val="bg1"/>
                          </a:solidFill>
                          <a:latin typeface="+mn-lt"/>
                          <a:ea typeface="+mn-ea"/>
                          <a:cs typeface="+mn-cs"/>
                        </a:rPr>
                        <a:t>Use Case Description</a:t>
                      </a:r>
                    </a:p>
                  </a:txBody>
                  <a:tcPr marL="45720" marR="45720" anchor="ctr">
                    <a:lnL w="6350" cap="flat" cmpd="sng" algn="ctr">
                      <a:noFill/>
                      <a:prstDash val="solid"/>
                      <a:round/>
                      <a:headEnd type="none" w="med" len="med"/>
                      <a:tailEnd type="none" w="med" len="med"/>
                    </a:lnL>
                    <a:lnR w="6350" cap="flat" cmpd="sng" algn="ctr">
                      <a:noFill/>
                      <a:prstDash val="sysDot"/>
                      <a:round/>
                      <a:headEnd type="none" w="med" len="med"/>
                      <a:tailEnd type="none" w="med" len="med"/>
                    </a:lnR>
                    <a:lnT w="6350" cap="flat" cmpd="sng" algn="ctr">
                      <a:noFill/>
                      <a:prstDash val="solid"/>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solidFill>
                      <a:srgbClr val="0A626C"/>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bg1"/>
                          </a:solidFill>
                          <a:effectLst/>
                          <a:uLnTx/>
                          <a:uFillTx/>
                          <a:latin typeface="+mn-lt"/>
                          <a:ea typeface="+mn-ea"/>
                          <a:cs typeface="+mn-cs"/>
                        </a:rPr>
                        <a:t>Capabilities</a:t>
                      </a:r>
                    </a:p>
                  </a:txBody>
                  <a:tcPr marL="45720" marR="45720" anchor="ctr">
                    <a:lnL w="6350" cap="flat" cmpd="sng" algn="ctr">
                      <a:noFill/>
                      <a:prstDash val="sysDot"/>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solidFill>
                      <a:srgbClr val="0A626C"/>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bg1"/>
                          </a:solidFill>
                          <a:effectLst/>
                          <a:uLnTx/>
                          <a:uFillTx/>
                          <a:latin typeface="+mn-lt"/>
                          <a:ea typeface="+mn-ea"/>
                          <a:cs typeface="+mn-cs"/>
                        </a:rPr>
                        <a:t>AI Technology</a:t>
                      </a:r>
                    </a:p>
                  </a:txBody>
                  <a:tcPr marL="45720" marR="45720" anchor="ctr">
                    <a:lnL w="6350" cap="flat" cmpd="sng" algn="ctr">
                      <a:noFill/>
                      <a:prstDash val="sysDot"/>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solidFill>
                      <a:srgbClr val="0A626C"/>
                    </a:solidFill>
                  </a:tcPr>
                </a:tc>
                <a:tc gridSpan="2">
                  <a:txBody>
                    <a:bodyPr/>
                    <a:lstStyle/>
                    <a:p>
                      <a:pPr marL="0" indent="0" algn="ctr" defTabSz="1219170" rtl="0" eaLnBrk="1" latinLnBrk="0" hangingPunct="1">
                        <a:lnSpc>
                          <a:spcPct val="110000"/>
                        </a:lnSpc>
                        <a:spcBef>
                          <a:spcPts val="300"/>
                        </a:spcBef>
                        <a:spcAft>
                          <a:spcPts val="400"/>
                        </a:spcAft>
                        <a:buFont typeface="Arial" panose="020B0604020202020204" pitchFamily="34" charset="0"/>
                        <a:buNone/>
                      </a:pPr>
                      <a:r>
                        <a:rPr lang="en-US" sz="1000" b="1" kern="1200">
                          <a:solidFill>
                            <a:schemeClr val="bg1"/>
                          </a:solidFill>
                          <a:latin typeface="+mn-lt"/>
                          <a:ea typeface="+mn-ea"/>
                          <a:cs typeface="+mn-cs"/>
                        </a:rPr>
                        <a:t>Finance Functions Impacted</a:t>
                      </a:r>
                    </a:p>
                  </a:txBody>
                  <a:tcPr marL="45720" marR="45720" anchor="ctr">
                    <a:lnL w="6350" cap="flat" cmpd="sng" algn="ctr">
                      <a:noFill/>
                      <a:prstDash val="sysDot"/>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solidFill>
                      <a:srgbClr val="0A626C"/>
                    </a:solidFill>
                  </a:tcPr>
                </a:tc>
                <a:tc hMerge="1">
                  <a:txBody>
                    <a:bodyPr/>
                    <a:lstStyle/>
                    <a:p>
                      <a:pPr marL="0" indent="0" algn="ctr" defTabSz="1219170" rtl="0" eaLnBrk="1" latinLnBrk="0" hangingPunct="1">
                        <a:lnSpc>
                          <a:spcPct val="110000"/>
                        </a:lnSpc>
                        <a:spcBef>
                          <a:spcPts val="300"/>
                        </a:spcBef>
                        <a:spcAft>
                          <a:spcPts val="400"/>
                        </a:spcAft>
                        <a:buFont typeface="Arial" panose="020B0604020202020204" pitchFamily="34" charset="0"/>
                        <a:buNone/>
                      </a:pPr>
                      <a:endParaRPr lang="en-US" sz="1200" b="1" kern="1200">
                        <a:solidFill>
                          <a:schemeClr val="bg1"/>
                        </a:solidFill>
                        <a:latin typeface="+mn-lt"/>
                        <a:ea typeface="+mn-ea"/>
                        <a:cs typeface="+mn-cs"/>
                      </a:endParaRPr>
                    </a:p>
                  </a:txBody>
                  <a:tcPr marL="45720" marR="45720" anchor="ctr">
                    <a:lnL w="6350" cap="flat" cmpd="sng" algn="ctr">
                      <a:noFill/>
                      <a:prstDash val="sysDot"/>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solidFill>
                      <a:srgbClr val="0A626C"/>
                    </a:solidFill>
                  </a:tcPr>
                </a:tc>
                <a:extLst>
                  <a:ext uri="{0D108BD9-81ED-4DB2-BD59-A6C34878D82A}">
                    <a16:rowId xmlns:a16="http://schemas.microsoft.com/office/drawing/2014/main" val="309017078"/>
                  </a:ext>
                </a:extLst>
              </a:tr>
              <a:tr h="182880">
                <a:tc rowSpan="3">
                  <a:txBody>
                    <a:bodyPr/>
                    <a:lstStyle/>
                    <a:p>
                      <a:pPr marL="0" marR="0" lvl="0" indent="0" algn="ctr" defTabSz="1219170" rtl="0" eaLnBrk="1" fontAlgn="auto" latinLnBrk="0" hangingPunct="1">
                        <a:lnSpc>
                          <a:spcPct val="100000"/>
                        </a:lnSpc>
                        <a:spcBef>
                          <a:spcPts val="300"/>
                        </a:spcBef>
                        <a:spcAft>
                          <a:spcPts val="0"/>
                        </a:spcAft>
                        <a:buClrTx/>
                        <a:buSzTx/>
                        <a:buFont typeface="+mj-lt"/>
                        <a:buNone/>
                        <a:tabLst/>
                        <a:defRPr/>
                      </a:pPr>
                      <a:r>
                        <a:rPr lang="en-US" sz="1000" b="1" kern="1200">
                          <a:solidFill>
                            <a:schemeClr val="tx1"/>
                          </a:solidFill>
                          <a:latin typeface="+mn-lt"/>
                          <a:ea typeface="+mn-ea"/>
                          <a:cs typeface="+mn-cs"/>
                        </a:rPr>
                        <a:t>Quote-to-Cash</a:t>
                      </a:r>
                    </a:p>
                  </a:txBody>
                  <a:tcPr marT="73152" marB="73152" vert="vert270" anchor="ctr">
                    <a:lnL w="12700" cmpd="sng">
                      <a:noFill/>
                    </a:lnL>
                    <a:lnR w="6350" cap="flat" cmpd="sng" algn="ctr">
                      <a:noFill/>
                      <a:prstDash val="solid"/>
                      <a:round/>
                      <a:headEnd type="none" w="med" len="med"/>
                      <a:tailEnd type="none" w="med" len="med"/>
                    </a:lnR>
                    <a:lnT w="6350" cap="flat" cmpd="sng" algn="ctr">
                      <a:noFill/>
                      <a:prstDash val="sysDot"/>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rowSpan="3">
                  <a:txBody>
                    <a:bodyPr/>
                    <a:lstStyle/>
                    <a:p>
                      <a:pPr marL="0" marR="0" lvl="0" indent="0" algn="ctr" defTabSz="914400" rtl="0" eaLnBrk="1" fontAlgn="auto" latinLnBrk="0" hangingPunct="1">
                        <a:lnSpc>
                          <a:spcPct val="110000"/>
                        </a:lnSpc>
                        <a:spcBef>
                          <a:spcPts val="0"/>
                        </a:spcBef>
                        <a:spcAft>
                          <a:spcPts val="0"/>
                        </a:spcAft>
                        <a:buClrTx/>
                        <a:buSzTx/>
                        <a:buFont typeface="Arial" panose="020B0604020202020204" pitchFamily="34" charset="0"/>
                        <a:buNone/>
                        <a:tabLst/>
                        <a:defRPr/>
                      </a:pPr>
                      <a:r>
                        <a:rPr kumimoji="0" lang="en-US" sz="1000" b="0" i="0" u="none" strike="noStrike" kern="1200" cap="none" spc="0" normalizeH="0" baseline="0" noProof="0">
                          <a:ln>
                            <a:noFill/>
                          </a:ln>
                          <a:solidFill>
                            <a:prstClr val="black"/>
                          </a:solidFill>
                          <a:effectLst/>
                          <a:uLnTx/>
                          <a:uFillTx/>
                          <a:latin typeface="+mn-lt"/>
                          <a:ea typeface="+mn-ea"/>
                          <a:cs typeface="+mn-cs"/>
                        </a:rPr>
                        <a:t>Invoice and Collections Standardization</a:t>
                      </a:r>
                    </a:p>
                  </a:txBody>
                  <a:tcPr anchor="ctr">
                    <a:lnL w="6350" cap="flat" cmpd="sng" algn="ctr">
                      <a:noFill/>
                      <a:prstDash val="solid"/>
                      <a:round/>
                      <a:headEnd type="none" w="med" len="med"/>
                      <a:tailEnd type="none" w="med" len="med"/>
                    </a:lnL>
                    <a:lnR w="6350" cap="flat" cmpd="sng" algn="ctr">
                      <a:noFill/>
                      <a:prstDash val="sysDot"/>
                      <a:round/>
                      <a:headEnd type="none" w="med" len="med"/>
                      <a:tailEnd type="none" w="med" len="med"/>
                    </a:lnR>
                    <a:lnT w="6350" cap="flat" cmpd="sng" algn="ctr">
                      <a:noFill/>
                      <a:prstDash val="sysDot"/>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69863" marR="0" lvl="0" indent="-169863"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mn-lt"/>
                          <a:ea typeface="+mn-ea"/>
                          <a:cs typeface="+mn-cs"/>
                        </a:rPr>
                        <a:t>Automated invoice error detection &amp; correction</a:t>
                      </a:r>
                    </a:p>
                  </a:txBody>
                  <a:tcPr anchor="ctr">
                    <a:lnL w="6350" cap="flat" cmpd="sng" algn="ctr">
                      <a:noFill/>
                      <a:prstDash val="sysDot"/>
                      <a:round/>
                      <a:headEnd type="none" w="med" len="med"/>
                      <a:tailEnd type="none" w="med" len="med"/>
                    </a:lnL>
                    <a:lnR w="6350" cap="flat" cmpd="sng" algn="ctr">
                      <a:noFill/>
                      <a:prstDash val="solid"/>
                      <a:round/>
                      <a:headEnd type="none" w="med" len="med"/>
                      <a:tailEnd type="none" w="med" len="med"/>
                    </a:lnR>
                    <a:lnT w="6350" cap="flat" cmpd="sng" algn="ctr">
                      <a:noFill/>
                      <a:prstDash val="sysDot"/>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69863" marR="0" lvl="0" indent="-169863"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mn-lt"/>
                          <a:ea typeface="+mn-ea"/>
                          <a:cs typeface="+mn-cs"/>
                        </a:rPr>
                        <a:t>ML Predictive + </a:t>
                      </a:r>
                      <a:r>
                        <a:rPr kumimoji="0" lang="en-US" sz="1000" b="0" i="0" u="none" strike="noStrike" kern="1200" cap="none" spc="0" normalizeH="0" baseline="0" noProof="0" err="1">
                          <a:ln>
                            <a:noFill/>
                          </a:ln>
                          <a:solidFill>
                            <a:prstClr val="black"/>
                          </a:solidFill>
                          <a:effectLst/>
                          <a:uLnTx/>
                          <a:uFillTx/>
                          <a:latin typeface="+mn-lt"/>
                          <a:ea typeface="+mn-ea"/>
                          <a:cs typeface="+mn-cs"/>
                        </a:rPr>
                        <a:t>GenAI</a:t>
                      </a:r>
                      <a:endParaRPr kumimoji="0" lang="en-US" sz="1000" b="0" i="0" u="none" strike="noStrike" kern="1200" cap="none" spc="0" normalizeH="0" baseline="0" noProof="0">
                        <a:ln>
                          <a:noFill/>
                        </a:ln>
                        <a:solidFill>
                          <a:prstClr val="black"/>
                        </a:solidFill>
                        <a:effectLst/>
                        <a:uLnTx/>
                        <a:uFillTx/>
                        <a:latin typeface="+mn-lt"/>
                        <a:ea typeface="+mn-ea"/>
                        <a:cs typeface="+mn-cs"/>
                      </a:endParaRPr>
                    </a:p>
                  </a:txBody>
                  <a:tcPr>
                    <a:lnL w="6350" cap="flat" cmpd="sng" algn="ctr">
                      <a:noFill/>
                      <a:prstDash val="sysDot"/>
                      <a:round/>
                      <a:headEnd type="none" w="med" len="med"/>
                      <a:tailEnd type="none" w="med" len="med"/>
                    </a:lnL>
                    <a:lnR w="6350" cap="flat" cmpd="sng" algn="ctr">
                      <a:noFill/>
                      <a:prstDash val="solid"/>
                      <a:round/>
                      <a:headEnd type="none" w="med" len="med"/>
                      <a:tailEnd type="none" w="med" len="med"/>
                    </a:lnR>
                    <a:lnT w="6350" cap="flat" cmpd="sng" algn="ctr">
                      <a:noFill/>
                      <a:prstDash val="sysDot"/>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3">
                  <a:txBody>
                    <a:bodyPr/>
                    <a:lstStyle/>
                    <a:p>
                      <a:pPr marL="169863" marR="0" lvl="0" indent="-169863"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mn-lt"/>
                          <a:ea typeface="+mn-ea"/>
                          <a:cs typeface="+mn-cs"/>
                        </a:rPr>
                        <a:t>AR</a:t>
                      </a:r>
                    </a:p>
                    <a:p>
                      <a:pPr marL="169863" marR="0" lvl="0" indent="-169863"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mn-lt"/>
                          <a:ea typeface="+mn-ea"/>
                          <a:cs typeface="+mn-cs"/>
                        </a:rPr>
                        <a:t>Revenue Accounting</a:t>
                      </a:r>
                    </a:p>
                    <a:p>
                      <a:pPr marL="169863" marR="0" lvl="0" indent="-169863"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mn-lt"/>
                          <a:ea typeface="+mn-ea"/>
                          <a:cs typeface="+mn-cs"/>
                        </a:rPr>
                        <a:t>GL</a:t>
                      </a:r>
                    </a:p>
                  </a:txBody>
                  <a:tcPr>
                    <a:lnL w="6350" cap="flat" cmpd="sng" algn="ctr">
                      <a:noFill/>
                      <a:prstDash val="sysDot"/>
                      <a:round/>
                      <a:headEnd type="none" w="med" len="med"/>
                      <a:tailEnd type="none" w="med" len="med"/>
                    </a:lnL>
                    <a:lnR w="6350" cap="flat" cmpd="sng" algn="ctr">
                      <a:noFill/>
                      <a:prstDash val="solid"/>
                      <a:round/>
                      <a:headEnd type="none" w="med" len="med"/>
                      <a:tailEnd type="none" w="med" len="med"/>
                    </a:lnR>
                    <a:lnT w="6350" cap="flat" cmpd="sng" algn="ctr">
                      <a:noFill/>
                      <a:prstDash val="sysDot"/>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3">
                  <a:txBody>
                    <a:bodyPr/>
                    <a:lstStyle/>
                    <a:p>
                      <a:pPr marL="169863" marR="0" lvl="0" indent="-169863"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mn-lt"/>
                          <a:ea typeface="+mn-ea"/>
                          <a:cs typeface="+mn-cs"/>
                        </a:rPr>
                        <a:t>Transactional Finance</a:t>
                      </a:r>
                    </a:p>
                    <a:p>
                      <a:pPr marL="169863" marR="0" lvl="0" indent="-169863"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mn-lt"/>
                          <a:ea typeface="+mn-ea"/>
                          <a:cs typeface="+mn-cs"/>
                        </a:rPr>
                        <a:t>Tax</a:t>
                      </a:r>
                    </a:p>
                  </a:txBody>
                  <a:tcPr>
                    <a:lnL w="6350" cap="flat" cmpd="sng" algn="ctr">
                      <a:noFill/>
                      <a:prstDash val="sysDot"/>
                      <a:round/>
                      <a:headEnd type="none" w="med" len="med"/>
                      <a:tailEnd type="none" w="med" len="med"/>
                    </a:lnL>
                    <a:lnR w="6350" cap="flat" cmpd="sng" algn="ctr">
                      <a:noFill/>
                      <a:prstDash val="solid"/>
                      <a:round/>
                      <a:headEnd type="none" w="med" len="med"/>
                      <a:tailEnd type="none" w="med" len="med"/>
                    </a:lnR>
                    <a:lnT w="6350" cap="flat" cmpd="sng" algn="ctr">
                      <a:noFill/>
                      <a:prstDash val="sysDot"/>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900119691"/>
                  </a:ext>
                </a:extLst>
              </a:tr>
              <a:tr h="182880">
                <a:tc vMerge="1">
                  <a:txBody>
                    <a:bodyPr/>
                    <a:lstStyle/>
                    <a:p>
                      <a:pPr marL="0" marR="0" lvl="0" indent="0" algn="ctr" defTabSz="1219170" rtl="0" eaLnBrk="1" fontAlgn="auto" latinLnBrk="0" hangingPunct="1">
                        <a:lnSpc>
                          <a:spcPct val="100000"/>
                        </a:lnSpc>
                        <a:spcBef>
                          <a:spcPts val="300"/>
                        </a:spcBef>
                        <a:spcAft>
                          <a:spcPts val="0"/>
                        </a:spcAft>
                        <a:buClrTx/>
                        <a:buSzTx/>
                        <a:buFont typeface="+mj-lt"/>
                        <a:buNone/>
                        <a:tabLst/>
                        <a:defRPr/>
                      </a:pPr>
                      <a:endParaRPr lang="en-US" sz="1050" b="1" kern="1200">
                        <a:solidFill>
                          <a:schemeClr val="tx1"/>
                        </a:solidFill>
                        <a:latin typeface="+mn-lt"/>
                        <a:ea typeface="+mn-ea"/>
                        <a:cs typeface="+mn-cs"/>
                      </a:endParaRPr>
                    </a:p>
                  </a:txBody>
                  <a:tcPr marT="73152" marB="73152" anchor="ctr">
                    <a:lnL w="12700" cmpd="sng">
                      <a:noFill/>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vMerge="1">
                  <a:txBody>
                    <a:bodyPr/>
                    <a:lstStyle/>
                    <a:p>
                      <a:pPr marL="169863" marR="0" lvl="0" indent="-169863"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endParaRPr kumimoji="0" lang="en-US" sz="900" b="0" i="0" u="none" strike="noStrike" kern="1200" cap="none" spc="0" normalizeH="0" baseline="0" noProof="0">
                        <a:ln>
                          <a:noFill/>
                        </a:ln>
                        <a:solidFill>
                          <a:prstClr val="black"/>
                        </a:solidFill>
                        <a:effectLst/>
                        <a:uLnTx/>
                        <a:uFillTx/>
                        <a:latin typeface="Calibri"/>
                        <a:ea typeface="+mn-ea"/>
                        <a:cs typeface="+mn-cs"/>
                      </a:endParaRPr>
                    </a:p>
                  </a:txBody>
                  <a:tcPr>
                    <a:lnL w="6350" cap="flat" cmpd="sng" algn="ctr">
                      <a:noFill/>
                      <a:prstDash val="solid"/>
                      <a:round/>
                      <a:headEnd type="none" w="med" len="med"/>
                      <a:tailEnd type="none" w="med" len="med"/>
                    </a:lnL>
                    <a:lnR w="6350" cap="flat" cmpd="sng" algn="ctr">
                      <a:noFill/>
                      <a:prstDash val="sysDot"/>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69863" marR="0" lvl="0" indent="-169863"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mn-lt"/>
                          <a:ea typeface="+mn-ea"/>
                          <a:cs typeface="+mn-cs"/>
                        </a:rPr>
                        <a:t>Generate customized invoices for nonstandard customer orders</a:t>
                      </a:r>
                    </a:p>
                  </a:txBody>
                  <a:tcPr anchor="ctr">
                    <a:lnL w="6350" cap="flat" cmpd="sng" algn="ctr">
                      <a:noFill/>
                      <a:prstDash val="sysDot"/>
                      <a:round/>
                      <a:headEnd type="none" w="med" len="med"/>
                      <a:tailEnd type="none" w="med" len="med"/>
                    </a:lnL>
                    <a:lnR w="6350" cap="flat" cmpd="sng" algn="ctr">
                      <a:no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69863" marR="0" lvl="0" indent="-169863"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err="1">
                          <a:ln>
                            <a:noFill/>
                          </a:ln>
                          <a:solidFill>
                            <a:prstClr val="black"/>
                          </a:solidFill>
                          <a:effectLst/>
                          <a:uLnTx/>
                          <a:uFillTx/>
                          <a:latin typeface="+mn-lt"/>
                          <a:ea typeface="+mn-ea"/>
                          <a:cs typeface="+mn-cs"/>
                        </a:rPr>
                        <a:t>GenAI</a:t>
                      </a:r>
                      <a:endParaRPr kumimoji="0" lang="en-US" sz="1000" b="0" i="0" u="none" strike="noStrike" kern="1200" cap="none" spc="0" normalizeH="0" baseline="0" noProof="0">
                        <a:ln>
                          <a:noFill/>
                        </a:ln>
                        <a:solidFill>
                          <a:prstClr val="black"/>
                        </a:solidFill>
                        <a:effectLst/>
                        <a:uLnTx/>
                        <a:uFillTx/>
                        <a:latin typeface="+mn-lt"/>
                        <a:ea typeface="+mn-ea"/>
                        <a:cs typeface="+mn-cs"/>
                      </a:endParaRPr>
                    </a:p>
                  </a:txBody>
                  <a:tcPr>
                    <a:lnL w="6350" cap="flat" cmpd="sng" algn="ctr">
                      <a:noFill/>
                      <a:prstDash val="sysDot"/>
                      <a:round/>
                      <a:headEnd type="none" w="med" len="med"/>
                      <a:tailEnd type="none" w="med" len="med"/>
                    </a:lnL>
                    <a:lnR w="6350" cap="flat" cmpd="sng" algn="ctr">
                      <a:no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marL="169863" marR="0" lvl="0" indent="-169863"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endParaRPr kumimoji="0" lang="en-US" sz="900" b="0" i="0" u="none" strike="noStrike" kern="1200" cap="none" spc="0" normalizeH="0" baseline="0" noProof="0">
                        <a:ln>
                          <a:noFill/>
                        </a:ln>
                        <a:solidFill>
                          <a:prstClr val="black"/>
                        </a:solidFill>
                        <a:effectLst/>
                        <a:uLnTx/>
                        <a:uFillTx/>
                        <a:latin typeface="Calibri"/>
                        <a:ea typeface="+mn-ea"/>
                        <a:cs typeface="+mn-cs"/>
                      </a:endParaRPr>
                    </a:p>
                  </a:txBody>
                  <a:tcPr>
                    <a:lnL w="6350" cap="flat" cmpd="sng" algn="ctr">
                      <a:noFill/>
                      <a:prstDash val="sysDot"/>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marL="169863" marR="0" lvl="0" indent="-169863"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endParaRPr kumimoji="0" lang="en-US" sz="900" b="0" i="0" u="none" strike="noStrike" kern="1200" cap="none" spc="0" normalizeH="0" baseline="0" noProof="0">
                        <a:ln>
                          <a:noFill/>
                        </a:ln>
                        <a:solidFill>
                          <a:prstClr val="black"/>
                        </a:solidFill>
                        <a:effectLst/>
                        <a:uLnTx/>
                        <a:uFillTx/>
                        <a:latin typeface="Calibri"/>
                        <a:ea typeface="+mn-ea"/>
                        <a:cs typeface="+mn-cs"/>
                      </a:endParaRPr>
                    </a:p>
                  </a:txBody>
                  <a:tcPr>
                    <a:lnL w="6350" cap="flat" cmpd="sng" algn="ctr">
                      <a:noFill/>
                      <a:prstDash val="sysDot"/>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04989361"/>
                  </a:ext>
                </a:extLst>
              </a:tr>
              <a:tr h="365760">
                <a:tc vMerge="1">
                  <a:txBody>
                    <a:bodyPr/>
                    <a:lstStyle/>
                    <a:p>
                      <a:pPr marL="0" marR="0" lvl="0" indent="0" algn="ctr" defTabSz="1219170" rtl="0" eaLnBrk="1" fontAlgn="auto" latinLnBrk="0" hangingPunct="1">
                        <a:lnSpc>
                          <a:spcPct val="100000"/>
                        </a:lnSpc>
                        <a:spcBef>
                          <a:spcPts val="300"/>
                        </a:spcBef>
                        <a:spcAft>
                          <a:spcPts val="0"/>
                        </a:spcAft>
                        <a:buClrTx/>
                        <a:buSzTx/>
                        <a:buFont typeface="+mj-lt"/>
                        <a:buNone/>
                        <a:tabLst/>
                        <a:defRPr/>
                      </a:pPr>
                      <a:endParaRPr lang="en-US" sz="1050" b="1" kern="1200">
                        <a:solidFill>
                          <a:schemeClr val="tx1"/>
                        </a:solidFill>
                        <a:latin typeface="+mn-lt"/>
                        <a:ea typeface="+mn-ea"/>
                        <a:cs typeface="+mn-cs"/>
                      </a:endParaRPr>
                    </a:p>
                  </a:txBody>
                  <a:tcPr marT="73152" marB="73152" anchor="ctr">
                    <a:lnL w="12700" cmpd="sng">
                      <a:noFill/>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vMerge="1">
                  <a:txBody>
                    <a:bodyPr/>
                    <a:lstStyle/>
                    <a:p>
                      <a:pPr marL="169863" marR="0" lvl="0" indent="-169863"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endParaRPr kumimoji="0" lang="en-US" sz="900" b="0" i="0" u="none" strike="noStrike" kern="1200" cap="none" spc="0" normalizeH="0" baseline="0" noProof="0">
                        <a:ln>
                          <a:noFill/>
                        </a:ln>
                        <a:solidFill>
                          <a:prstClr val="black"/>
                        </a:solidFill>
                        <a:effectLst/>
                        <a:uLnTx/>
                        <a:uFillTx/>
                        <a:latin typeface="Calibri"/>
                        <a:ea typeface="+mn-ea"/>
                        <a:cs typeface="+mn-cs"/>
                      </a:endParaRPr>
                    </a:p>
                  </a:txBody>
                  <a:tcPr>
                    <a:lnL w="6350" cap="flat" cmpd="sng" algn="ctr">
                      <a:noFill/>
                      <a:prstDash val="solid"/>
                      <a:round/>
                      <a:headEnd type="none" w="med" len="med"/>
                      <a:tailEnd type="none" w="med" len="med"/>
                    </a:lnL>
                    <a:lnR w="6350" cap="flat" cmpd="sng" algn="ctr">
                      <a:noFill/>
                      <a:prstDash val="sysDot"/>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69863" marR="0" lvl="0" indent="-169863"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mn-lt"/>
                          <a:ea typeface="+mn-ea"/>
                          <a:cs typeface="+mn-cs"/>
                        </a:rPr>
                        <a:t>Facilitate payment collection to identify collections gaps and automate outreach and processing</a:t>
                      </a:r>
                    </a:p>
                  </a:txBody>
                  <a:tcPr anchor="ctr">
                    <a:lnL w="6350" cap="flat" cmpd="sng" algn="ctr">
                      <a:noFill/>
                      <a:prstDash val="sysDot"/>
                      <a:round/>
                      <a:headEnd type="none" w="med" len="med"/>
                      <a:tailEnd type="none" w="med" len="med"/>
                    </a:lnL>
                    <a:lnR w="6350" cap="flat" cmpd="sng" algn="ctr">
                      <a:no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69863" marR="0" lvl="0" indent="-169863"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err="1">
                          <a:ln>
                            <a:noFill/>
                          </a:ln>
                          <a:solidFill>
                            <a:prstClr val="black"/>
                          </a:solidFill>
                          <a:effectLst/>
                          <a:uLnTx/>
                          <a:uFillTx/>
                          <a:latin typeface="+mn-lt"/>
                          <a:ea typeface="+mn-ea"/>
                          <a:cs typeface="+mn-cs"/>
                        </a:rPr>
                        <a:t>GenAI</a:t>
                      </a:r>
                      <a:r>
                        <a:rPr kumimoji="0" lang="en-US" sz="1000" b="0" i="0" u="none" strike="noStrike" kern="1200" cap="none" spc="0" normalizeH="0" baseline="0" noProof="0">
                          <a:ln>
                            <a:noFill/>
                          </a:ln>
                          <a:solidFill>
                            <a:prstClr val="black"/>
                          </a:solidFill>
                          <a:effectLst/>
                          <a:uLnTx/>
                          <a:uFillTx/>
                          <a:latin typeface="+mn-lt"/>
                          <a:ea typeface="+mn-ea"/>
                          <a:cs typeface="+mn-cs"/>
                        </a:rPr>
                        <a:t>-enabled “virtual assistant” </a:t>
                      </a:r>
                    </a:p>
                  </a:txBody>
                  <a:tcPr>
                    <a:lnL w="6350" cap="flat" cmpd="sng" algn="ctr">
                      <a:noFill/>
                      <a:prstDash val="sysDot"/>
                      <a:round/>
                      <a:headEnd type="none" w="med" len="med"/>
                      <a:tailEnd type="none" w="med" len="med"/>
                    </a:lnL>
                    <a:lnR w="6350" cap="flat" cmpd="sng" algn="ctr">
                      <a:no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marL="169863" marR="0" lvl="0" indent="-169863"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endParaRPr kumimoji="0" lang="en-US" sz="900" b="0" i="0" u="none" strike="noStrike" kern="1200" cap="none" spc="0" normalizeH="0" baseline="0" noProof="0">
                        <a:ln>
                          <a:noFill/>
                        </a:ln>
                        <a:solidFill>
                          <a:prstClr val="black"/>
                        </a:solidFill>
                        <a:effectLst/>
                        <a:uLnTx/>
                        <a:uFillTx/>
                        <a:latin typeface="Calibri"/>
                        <a:ea typeface="+mn-ea"/>
                        <a:cs typeface="+mn-cs"/>
                      </a:endParaRPr>
                    </a:p>
                  </a:txBody>
                  <a:tcPr>
                    <a:lnL w="6350" cap="flat" cmpd="sng" algn="ctr">
                      <a:noFill/>
                      <a:prstDash val="sysDot"/>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marL="169863" marR="0" lvl="0" indent="-169863"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endParaRPr kumimoji="0" lang="en-US" sz="900" b="0" i="0" u="none" strike="noStrike" kern="1200" cap="none" spc="0" normalizeH="0" baseline="0" noProof="0">
                        <a:ln>
                          <a:noFill/>
                        </a:ln>
                        <a:solidFill>
                          <a:prstClr val="black"/>
                        </a:solidFill>
                        <a:effectLst/>
                        <a:uLnTx/>
                        <a:uFillTx/>
                        <a:latin typeface="Calibri"/>
                        <a:ea typeface="+mn-ea"/>
                        <a:cs typeface="+mn-cs"/>
                      </a:endParaRPr>
                    </a:p>
                  </a:txBody>
                  <a:tcPr>
                    <a:lnL w="6350" cap="flat" cmpd="sng" algn="ctr">
                      <a:noFill/>
                      <a:prstDash val="sysDot"/>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4927236"/>
                  </a:ext>
                </a:extLst>
              </a:tr>
              <a:tr h="365760">
                <a:tc rowSpan="3">
                  <a:txBody>
                    <a:bodyPr/>
                    <a:lstStyle/>
                    <a:p>
                      <a:pPr marL="0" marR="0" lvl="0" indent="0" algn="ctr" defTabSz="1219170" rtl="0" eaLnBrk="1" fontAlgn="auto" latinLnBrk="0" hangingPunct="1">
                        <a:lnSpc>
                          <a:spcPct val="100000"/>
                        </a:lnSpc>
                        <a:spcBef>
                          <a:spcPts val="300"/>
                        </a:spcBef>
                        <a:spcAft>
                          <a:spcPts val="0"/>
                        </a:spcAft>
                        <a:buClrTx/>
                        <a:buSzTx/>
                        <a:buFont typeface="+mj-lt"/>
                        <a:buNone/>
                        <a:tabLst/>
                        <a:defRPr/>
                      </a:pPr>
                      <a:r>
                        <a:rPr lang="en-US" sz="1000" b="1" kern="1200">
                          <a:solidFill>
                            <a:schemeClr val="tx1"/>
                          </a:solidFill>
                          <a:latin typeface="+mn-lt"/>
                          <a:ea typeface="+mn-ea"/>
                          <a:cs typeface="+mn-cs"/>
                        </a:rPr>
                        <a:t>Procure-to-Pay</a:t>
                      </a:r>
                    </a:p>
                  </a:txBody>
                  <a:tcPr marT="73152" marB="73152" vert="vert270" anchor="ctr">
                    <a:lnL w="12700" cmpd="sng">
                      <a:noFill/>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rowSpan="3">
                  <a:txBody>
                    <a:bodyPr/>
                    <a:lstStyle/>
                    <a:p>
                      <a:pPr marL="0" marR="0" lvl="0" indent="0" algn="ctr" defTabSz="914400" rtl="0" eaLnBrk="1" fontAlgn="auto" latinLnBrk="0" hangingPunct="1">
                        <a:lnSpc>
                          <a:spcPct val="110000"/>
                        </a:lnSpc>
                        <a:spcBef>
                          <a:spcPts val="0"/>
                        </a:spcBef>
                        <a:spcAft>
                          <a:spcPts val="0"/>
                        </a:spcAft>
                        <a:buClrTx/>
                        <a:buSzTx/>
                        <a:buFont typeface="Arial" panose="020B0604020202020204" pitchFamily="34" charset="0"/>
                        <a:buNone/>
                        <a:tabLst/>
                        <a:defRPr/>
                      </a:pPr>
                      <a:r>
                        <a:rPr kumimoji="0" lang="en-US" sz="1000" b="0" i="0" u="none" strike="noStrike" kern="1200" cap="none" spc="0" normalizeH="0" baseline="0" noProof="0">
                          <a:ln>
                            <a:noFill/>
                          </a:ln>
                          <a:solidFill>
                            <a:prstClr val="black"/>
                          </a:solidFill>
                          <a:effectLst/>
                          <a:uLnTx/>
                          <a:uFillTx/>
                          <a:latin typeface="+mn-lt"/>
                          <a:ea typeface="+mn-ea"/>
                          <a:cs typeface="+mn-cs"/>
                        </a:rPr>
                        <a:t>Expense and Profitability Management</a:t>
                      </a:r>
                    </a:p>
                  </a:txBody>
                  <a:tcPr anchor="ctr">
                    <a:lnL w="6350" cap="flat" cmpd="sng" algn="ctr">
                      <a:noFill/>
                      <a:prstDash val="solid"/>
                      <a:round/>
                      <a:headEnd type="none" w="med" len="med"/>
                      <a:tailEnd type="none" w="med" len="med"/>
                    </a:lnL>
                    <a:lnR w="6350" cap="flat" cmpd="sng" algn="ctr">
                      <a:noFill/>
                      <a:prstDash val="sysDot"/>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69863" marR="0" lvl="0" indent="-169863"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prstClr val="black"/>
                          </a:solidFill>
                          <a:effectLst/>
                          <a:uLnTx/>
                          <a:uFillTx/>
                          <a:latin typeface="+mn-lt"/>
                          <a:ea typeface="+mn-ea"/>
                          <a:cs typeface="+mn-cs"/>
                        </a:rPr>
                        <a:t>Using data from contract management system, forecast monthly expense for all third-party contracts</a:t>
                      </a:r>
                    </a:p>
                  </a:txBody>
                  <a:tcPr anchor="ctr">
                    <a:lnL w="6350" cap="flat" cmpd="sng" algn="ctr">
                      <a:noFill/>
                      <a:prstDash val="sysDot"/>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69863" marR="0" lvl="0" indent="-169863"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mn-lt"/>
                          <a:ea typeface="+mn-ea"/>
                          <a:cs typeface="+mn-cs"/>
                        </a:rPr>
                        <a:t>Predictive Analysis</a:t>
                      </a:r>
                    </a:p>
                  </a:txBody>
                  <a:tcPr>
                    <a:lnL w="6350" cap="flat" cmpd="sng" algn="ctr">
                      <a:noFill/>
                      <a:prstDash val="sysDot"/>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3">
                  <a:txBody>
                    <a:bodyPr/>
                    <a:lstStyle/>
                    <a:p>
                      <a:pPr marL="169863" marR="0" lvl="0" indent="-169863"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mn-lt"/>
                          <a:ea typeface="+mn-ea"/>
                          <a:cs typeface="+mn-cs"/>
                        </a:rPr>
                        <a:t>Expense Management</a:t>
                      </a:r>
                    </a:p>
                    <a:p>
                      <a:pPr marL="169863" marR="0" lvl="0" indent="-169863"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mn-lt"/>
                          <a:ea typeface="+mn-ea"/>
                          <a:cs typeface="+mn-cs"/>
                        </a:rPr>
                        <a:t>Revenue Accounting</a:t>
                      </a:r>
                    </a:p>
                    <a:p>
                      <a:pPr marL="169863" marR="0" lvl="0" indent="-169863"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mn-lt"/>
                          <a:ea typeface="+mn-ea"/>
                          <a:cs typeface="+mn-cs"/>
                        </a:rPr>
                        <a:t>FRM</a:t>
                      </a:r>
                    </a:p>
                  </a:txBody>
                  <a:tcPr>
                    <a:lnL w="6350" cap="flat" cmpd="sng" algn="ctr">
                      <a:noFill/>
                      <a:prstDash val="sysDot"/>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3">
                  <a:txBody>
                    <a:bodyPr/>
                    <a:lstStyle/>
                    <a:p>
                      <a:pPr marL="169863" marR="0" lvl="0" indent="-169863"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mn-lt"/>
                          <a:ea typeface="+mn-ea"/>
                          <a:cs typeface="+mn-cs"/>
                        </a:rPr>
                        <a:t>Control &amp; Compliance</a:t>
                      </a:r>
                    </a:p>
                    <a:p>
                      <a:pPr marL="169863" marR="0" lvl="0" indent="-169863"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mn-lt"/>
                          <a:ea typeface="+mn-ea"/>
                          <a:cs typeface="+mn-cs"/>
                        </a:rPr>
                        <a:t>Debt &amp; Capital Markets</a:t>
                      </a:r>
                    </a:p>
                  </a:txBody>
                  <a:tcPr>
                    <a:lnL w="6350" cap="flat" cmpd="sng" algn="ctr">
                      <a:noFill/>
                      <a:prstDash val="sysDot"/>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07994083"/>
                  </a:ext>
                </a:extLst>
              </a:tr>
              <a:tr h="365760">
                <a:tc vMerge="1">
                  <a:txBody>
                    <a:bodyPr/>
                    <a:lstStyle/>
                    <a:p>
                      <a:pPr marL="0" marR="0" lvl="0" indent="0" algn="ctr" defTabSz="1219170" rtl="0" eaLnBrk="1" fontAlgn="auto" latinLnBrk="0" hangingPunct="1">
                        <a:lnSpc>
                          <a:spcPct val="100000"/>
                        </a:lnSpc>
                        <a:spcBef>
                          <a:spcPts val="300"/>
                        </a:spcBef>
                        <a:spcAft>
                          <a:spcPts val="0"/>
                        </a:spcAft>
                        <a:buClrTx/>
                        <a:buSzTx/>
                        <a:buFont typeface="+mj-lt"/>
                        <a:buNone/>
                        <a:tabLst/>
                        <a:defRPr/>
                      </a:pPr>
                      <a:endParaRPr lang="en-US" sz="800" b="1" kern="1200">
                        <a:solidFill>
                          <a:schemeClr val="tx1"/>
                        </a:solidFill>
                        <a:latin typeface="+mn-lt"/>
                        <a:ea typeface="+mn-ea"/>
                        <a:cs typeface="+mn-cs"/>
                      </a:endParaRPr>
                    </a:p>
                  </a:txBody>
                  <a:tcPr marT="73152" marB="73152" anchor="ctr">
                    <a:lnL w="12700" cmpd="sng">
                      <a:noFill/>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vMerge="1">
                  <a:txBody>
                    <a:bodyPr/>
                    <a:lstStyle/>
                    <a:p>
                      <a:pPr marL="169863" marR="0" lvl="0" indent="-169863"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endParaRPr kumimoji="0" lang="en-US" sz="800" b="0" i="0" u="none" strike="noStrike" kern="1200" cap="none" spc="0" normalizeH="0" baseline="0" noProof="0">
                        <a:ln>
                          <a:noFill/>
                        </a:ln>
                        <a:solidFill>
                          <a:prstClr val="black"/>
                        </a:solidFill>
                        <a:effectLst/>
                        <a:uLnTx/>
                        <a:uFillTx/>
                        <a:latin typeface="Calibri"/>
                        <a:ea typeface="+mn-ea"/>
                        <a:cs typeface="+mn-cs"/>
                      </a:endParaRPr>
                    </a:p>
                  </a:txBody>
                  <a:tcPr>
                    <a:lnL w="6350" cap="flat" cmpd="sng" algn="ctr">
                      <a:noFill/>
                      <a:prstDash val="solid"/>
                      <a:round/>
                      <a:headEnd type="none" w="med" len="med"/>
                      <a:tailEnd type="none" w="med" len="med"/>
                    </a:lnL>
                    <a:lnR w="6350" cap="flat" cmpd="sng" algn="ctr">
                      <a:noFill/>
                      <a:prstDash val="sysDot"/>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69863" marR="0" lvl="0" indent="-169863"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prstClr val="black"/>
                          </a:solidFill>
                          <a:effectLst/>
                          <a:uLnTx/>
                          <a:uFillTx/>
                          <a:latin typeface="+mn-lt"/>
                          <a:ea typeface="+mn-ea"/>
                          <a:cs typeface="+mn-cs"/>
                        </a:rPr>
                        <a:t>Capture all variations and exceptions in P2P and O2C, enabling a touchless financial close</a:t>
                      </a:r>
                    </a:p>
                  </a:txBody>
                  <a:tcPr anchor="ctr">
                    <a:lnL w="6350" cap="flat" cmpd="sng" algn="ctr">
                      <a:noFill/>
                      <a:prstDash val="sysDot"/>
                      <a:round/>
                      <a:headEnd type="none" w="med" len="med"/>
                      <a:tailEnd type="none" w="med" len="med"/>
                    </a:lnL>
                    <a:lnR w="6350" cap="flat" cmpd="sng" algn="ctr">
                      <a:no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69863" marR="0" lvl="0" indent="-169863"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mn-lt"/>
                          <a:ea typeface="+mn-ea"/>
                          <a:cs typeface="+mn-cs"/>
                        </a:rPr>
                        <a:t>AI-enabled process mining </a:t>
                      </a:r>
                    </a:p>
                    <a:p>
                      <a:pPr marL="169863" marR="0" lvl="0" indent="-169863"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endParaRPr kumimoji="0" lang="en-US" sz="1000" b="0" i="0" u="none" strike="noStrike" kern="1200" cap="none" spc="0" normalizeH="0" baseline="0" noProof="0">
                        <a:ln>
                          <a:noFill/>
                        </a:ln>
                        <a:solidFill>
                          <a:prstClr val="black"/>
                        </a:solidFill>
                        <a:effectLst/>
                        <a:uLnTx/>
                        <a:uFillTx/>
                        <a:latin typeface="+mn-lt"/>
                        <a:ea typeface="+mn-ea"/>
                        <a:cs typeface="+mn-cs"/>
                      </a:endParaRPr>
                    </a:p>
                  </a:txBody>
                  <a:tcPr>
                    <a:lnL w="6350" cap="flat" cmpd="sng" algn="ctr">
                      <a:noFill/>
                      <a:prstDash val="sysDot"/>
                      <a:round/>
                      <a:headEnd type="none" w="med" len="med"/>
                      <a:tailEnd type="none" w="med" len="med"/>
                    </a:lnL>
                    <a:lnR w="6350" cap="flat" cmpd="sng" algn="ctr">
                      <a:no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marL="169863" marR="0" lvl="0" indent="-169863"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endParaRPr kumimoji="0" lang="en-US" sz="800" b="0" i="0" u="none" strike="noStrike" kern="1200" cap="none" spc="0" normalizeH="0" baseline="0" noProof="0">
                        <a:ln>
                          <a:noFill/>
                        </a:ln>
                        <a:solidFill>
                          <a:prstClr val="black"/>
                        </a:solidFill>
                        <a:effectLst/>
                        <a:uLnTx/>
                        <a:uFillTx/>
                        <a:latin typeface="Calibri"/>
                        <a:ea typeface="+mn-ea"/>
                        <a:cs typeface="+mn-cs"/>
                      </a:endParaRPr>
                    </a:p>
                  </a:txBody>
                  <a:tcPr>
                    <a:lnL w="6350" cap="flat" cmpd="sng" algn="ctr">
                      <a:noFill/>
                      <a:prstDash val="sysDot"/>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marL="169863" marR="0" lvl="0" indent="-169863"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endParaRPr kumimoji="0" lang="en-US" sz="800" b="0" i="0" u="none" strike="noStrike" kern="1200" cap="none" spc="0" normalizeH="0" baseline="0" noProof="0">
                        <a:ln>
                          <a:noFill/>
                        </a:ln>
                        <a:solidFill>
                          <a:prstClr val="black"/>
                        </a:solidFill>
                        <a:effectLst/>
                        <a:uLnTx/>
                        <a:uFillTx/>
                        <a:latin typeface="Calibri"/>
                        <a:ea typeface="+mn-ea"/>
                        <a:cs typeface="+mn-cs"/>
                      </a:endParaRPr>
                    </a:p>
                  </a:txBody>
                  <a:tcPr>
                    <a:lnL w="6350" cap="flat" cmpd="sng" algn="ctr">
                      <a:noFill/>
                      <a:prstDash val="sysDot"/>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10716551"/>
                  </a:ext>
                </a:extLst>
              </a:tr>
              <a:tr h="548640">
                <a:tc vMerge="1">
                  <a:txBody>
                    <a:bodyPr/>
                    <a:lstStyle/>
                    <a:p>
                      <a:pPr marL="0" marR="0" lvl="0" indent="0" algn="ctr" defTabSz="1219170" rtl="0" eaLnBrk="1" fontAlgn="auto" latinLnBrk="0" hangingPunct="1">
                        <a:lnSpc>
                          <a:spcPct val="100000"/>
                        </a:lnSpc>
                        <a:spcBef>
                          <a:spcPts val="300"/>
                        </a:spcBef>
                        <a:spcAft>
                          <a:spcPts val="0"/>
                        </a:spcAft>
                        <a:buClrTx/>
                        <a:buSzTx/>
                        <a:buFont typeface="+mj-lt"/>
                        <a:buNone/>
                        <a:tabLst/>
                        <a:defRPr/>
                      </a:pPr>
                      <a:endParaRPr lang="en-US" sz="800" b="1" kern="1200">
                        <a:solidFill>
                          <a:schemeClr val="tx1"/>
                        </a:solidFill>
                        <a:latin typeface="+mn-lt"/>
                        <a:ea typeface="+mn-ea"/>
                        <a:cs typeface="+mn-cs"/>
                      </a:endParaRPr>
                    </a:p>
                  </a:txBody>
                  <a:tcPr marT="73152" marB="73152" anchor="ctr">
                    <a:lnL w="12700" cmpd="sng">
                      <a:noFill/>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vMerge="1">
                  <a:txBody>
                    <a:bodyPr/>
                    <a:lstStyle/>
                    <a:p>
                      <a:pPr marL="169863" marR="0" lvl="0" indent="-169863"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endParaRPr kumimoji="0" lang="en-US" sz="800" b="0" i="0" u="none" strike="noStrike" kern="1200" cap="none" spc="0" normalizeH="0" baseline="0" noProof="0">
                        <a:ln>
                          <a:noFill/>
                        </a:ln>
                        <a:solidFill>
                          <a:prstClr val="black"/>
                        </a:solidFill>
                        <a:effectLst/>
                        <a:uLnTx/>
                        <a:uFillTx/>
                        <a:latin typeface="Calibri"/>
                        <a:ea typeface="+mn-ea"/>
                        <a:cs typeface="+mn-cs"/>
                      </a:endParaRPr>
                    </a:p>
                  </a:txBody>
                  <a:tcPr>
                    <a:lnL w="6350" cap="flat" cmpd="sng" algn="ctr">
                      <a:noFill/>
                      <a:prstDash val="solid"/>
                      <a:round/>
                      <a:headEnd type="none" w="med" len="med"/>
                      <a:tailEnd type="none" w="med" len="med"/>
                    </a:lnL>
                    <a:lnR w="6350" cap="flat" cmpd="sng" algn="ctr">
                      <a:noFill/>
                      <a:prstDash val="sysDot"/>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69863" marR="0" lvl="0" indent="-169863"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mn-lt"/>
                          <a:ea typeface="+mn-ea"/>
                          <a:cs typeface="+mn-cs"/>
                        </a:rPr>
                        <a:t>Examine market trends, supplier behavior, and other relevant factors to determine optimal prices, make pricing adjustments, and maximize profitability</a:t>
                      </a:r>
                    </a:p>
                  </a:txBody>
                  <a:tcPr anchor="ctr">
                    <a:lnL w="6350" cap="flat" cmpd="sng" algn="ctr">
                      <a:noFill/>
                      <a:prstDash val="sysDot"/>
                      <a:round/>
                      <a:headEnd type="none" w="med" len="med"/>
                      <a:tailEnd type="none" w="med" len="med"/>
                    </a:lnL>
                    <a:lnR w="6350" cap="flat" cmpd="sng" algn="ctr">
                      <a:no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69863" marR="0" lvl="0" indent="-169863"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mn-lt"/>
                          <a:ea typeface="+mn-ea"/>
                          <a:cs typeface="+mn-cs"/>
                        </a:rPr>
                        <a:t>Predictive Analysis + </a:t>
                      </a:r>
                      <a:r>
                        <a:rPr kumimoji="0" lang="en-US" sz="1000" b="0" i="0" u="none" strike="noStrike" kern="1200" cap="none" spc="0" normalizeH="0" baseline="0" noProof="0" err="1">
                          <a:ln>
                            <a:noFill/>
                          </a:ln>
                          <a:solidFill>
                            <a:prstClr val="black"/>
                          </a:solidFill>
                          <a:effectLst/>
                          <a:uLnTx/>
                          <a:uFillTx/>
                          <a:latin typeface="+mn-lt"/>
                          <a:ea typeface="+mn-ea"/>
                          <a:cs typeface="+mn-cs"/>
                        </a:rPr>
                        <a:t>GenAI</a:t>
                      </a:r>
                      <a:endParaRPr kumimoji="0" lang="en-US" sz="1000" b="0" i="0" u="none" strike="noStrike" kern="1200" cap="none" spc="0" normalizeH="0" baseline="0" noProof="0">
                        <a:ln>
                          <a:noFill/>
                        </a:ln>
                        <a:solidFill>
                          <a:prstClr val="black"/>
                        </a:solidFill>
                        <a:effectLst/>
                        <a:uLnTx/>
                        <a:uFillTx/>
                        <a:latin typeface="+mn-lt"/>
                        <a:ea typeface="+mn-ea"/>
                        <a:cs typeface="+mn-cs"/>
                      </a:endParaRPr>
                    </a:p>
                  </a:txBody>
                  <a:tcPr>
                    <a:lnL w="6350" cap="flat" cmpd="sng" algn="ctr">
                      <a:noFill/>
                      <a:prstDash val="sysDot"/>
                      <a:round/>
                      <a:headEnd type="none" w="med" len="med"/>
                      <a:tailEnd type="none" w="med" len="med"/>
                    </a:lnL>
                    <a:lnR w="6350" cap="flat" cmpd="sng" algn="ctr">
                      <a:no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marL="169863" marR="0" lvl="0" indent="-169863"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endParaRPr kumimoji="0" lang="en-US" sz="800" b="0" i="0" u="none" strike="noStrike" kern="1200" cap="none" spc="0" normalizeH="0" baseline="0" noProof="0">
                        <a:ln>
                          <a:noFill/>
                        </a:ln>
                        <a:solidFill>
                          <a:prstClr val="black"/>
                        </a:solidFill>
                        <a:effectLst/>
                        <a:uLnTx/>
                        <a:uFillTx/>
                        <a:latin typeface="Calibri"/>
                        <a:ea typeface="+mn-ea"/>
                        <a:cs typeface="+mn-cs"/>
                      </a:endParaRPr>
                    </a:p>
                  </a:txBody>
                  <a:tcPr>
                    <a:lnL w="6350" cap="flat" cmpd="sng" algn="ctr">
                      <a:noFill/>
                      <a:prstDash val="sysDot"/>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marL="169863" marR="0" lvl="0" indent="-169863"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endParaRPr kumimoji="0" lang="en-US" sz="800" b="0" i="0" u="none" strike="noStrike" kern="1200" cap="none" spc="0" normalizeH="0" baseline="0" noProof="0">
                        <a:ln>
                          <a:noFill/>
                        </a:ln>
                        <a:solidFill>
                          <a:prstClr val="black"/>
                        </a:solidFill>
                        <a:effectLst/>
                        <a:uLnTx/>
                        <a:uFillTx/>
                        <a:latin typeface="Calibri"/>
                        <a:ea typeface="+mn-ea"/>
                        <a:cs typeface="+mn-cs"/>
                      </a:endParaRPr>
                    </a:p>
                  </a:txBody>
                  <a:tcPr>
                    <a:lnL w="6350" cap="flat" cmpd="sng" algn="ctr">
                      <a:noFill/>
                      <a:prstDash val="sysDot"/>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24320149"/>
                  </a:ext>
                </a:extLst>
              </a:tr>
              <a:tr h="182880">
                <a:tc rowSpan="4">
                  <a:txBody>
                    <a:bodyPr/>
                    <a:lstStyle/>
                    <a:p>
                      <a:pPr marL="0" marR="0" lvl="0" indent="0" algn="ctr" defTabSz="1219170" rtl="0" eaLnBrk="1" fontAlgn="auto" latinLnBrk="0" hangingPunct="1">
                        <a:lnSpc>
                          <a:spcPct val="100000"/>
                        </a:lnSpc>
                        <a:spcBef>
                          <a:spcPts val="300"/>
                        </a:spcBef>
                        <a:spcAft>
                          <a:spcPts val="0"/>
                        </a:spcAft>
                        <a:buClrTx/>
                        <a:buSzTx/>
                        <a:buFont typeface="+mj-lt"/>
                        <a:buNone/>
                        <a:tabLst/>
                        <a:defRPr/>
                      </a:pPr>
                      <a:r>
                        <a:rPr lang="en-US" sz="1000" b="1" kern="1200">
                          <a:solidFill>
                            <a:schemeClr val="tx1"/>
                          </a:solidFill>
                          <a:latin typeface="+mn-lt"/>
                          <a:ea typeface="+mn-ea"/>
                          <a:cs typeface="+mn-cs"/>
                        </a:rPr>
                        <a:t>Record-to-Report</a:t>
                      </a:r>
                    </a:p>
                  </a:txBody>
                  <a:tcPr marT="73152" marB="73152" vert="vert270" anchor="ctr">
                    <a:lnL w="12700" cmpd="sng">
                      <a:noFill/>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rowSpan="2">
                  <a:txBody>
                    <a:bodyPr/>
                    <a:lstStyle/>
                    <a:p>
                      <a:pPr marL="0" marR="0" lvl="0" indent="0" algn="ctr" defTabSz="914400" rtl="0" eaLnBrk="1" fontAlgn="auto" latinLnBrk="0" hangingPunct="1">
                        <a:lnSpc>
                          <a:spcPct val="110000"/>
                        </a:lnSpc>
                        <a:spcBef>
                          <a:spcPts val="0"/>
                        </a:spcBef>
                        <a:spcAft>
                          <a:spcPts val="0"/>
                        </a:spcAft>
                        <a:buClrTx/>
                        <a:buSzTx/>
                        <a:buFont typeface="Arial" panose="020B0604020202020204" pitchFamily="34" charset="0"/>
                        <a:buNone/>
                        <a:tabLst/>
                        <a:defRPr/>
                      </a:pPr>
                      <a:r>
                        <a:rPr lang="en-US" sz="1000" b="0" i="0" u="none" strike="noStrike" cap="none">
                          <a:solidFill>
                            <a:srgbClr val="000000"/>
                          </a:solidFill>
                          <a:latin typeface="+mn-lt"/>
                          <a:ea typeface="Open Sans"/>
                          <a:cs typeface="Open Sans"/>
                          <a:sym typeface="Open Sans"/>
                        </a:rPr>
                        <a:t>Reporting and Compliance</a:t>
                      </a:r>
                      <a:endParaRPr lang="en-US" sz="1000">
                        <a:latin typeface="+mn-lt"/>
                      </a:endParaRPr>
                    </a:p>
                  </a:txBody>
                  <a:tcPr anchor="ctr">
                    <a:lnL w="6350" cap="flat" cmpd="sng" algn="ctr">
                      <a:noFill/>
                      <a:prstDash val="solid"/>
                      <a:round/>
                      <a:headEnd type="none" w="med" len="med"/>
                      <a:tailEnd type="none" w="med" len="med"/>
                    </a:lnL>
                    <a:lnR w="6350" cap="flat" cmpd="sng" algn="ctr">
                      <a:noFill/>
                      <a:prstDash val="sysDot"/>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mn-lt"/>
                          <a:ea typeface="+mn-ea"/>
                          <a:cs typeface="+mn-cs"/>
                        </a:rPr>
                        <a:t>Generate draft regulatory filings</a:t>
                      </a:r>
                    </a:p>
                  </a:txBody>
                  <a:tcPr anchor="ctr">
                    <a:lnL w="6350" cap="flat" cmpd="sng" algn="ctr">
                      <a:noFill/>
                      <a:prstDash val="sysDot"/>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69863" marR="0" lvl="0" indent="-169863"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err="1">
                          <a:ln>
                            <a:noFill/>
                          </a:ln>
                          <a:solidFill>
                            <a:prstClr val="black"/>
                          </a:solidFill>
                          <a:effectLst/>
                          <a:uLnTx/>
                          <a:uFillTx/>
                          <a:latin typeface="+mn-lt"/>
                          <a:ea typeface="+mn-ea"/>
                          <a:cs typeface="+mn-cs"/>
                        </a:rPr>
                        <a:t>GenAI</a:t>
                      </a:r>
                      <a:endParaRPr kumimoji="0" lang="en-US" sz="1000" b="0" i="0" u="none" strike="noStrike" kern="1200" cap="none" spc="0" normalizeH="0" baseline="0" noProof="0">
                        <a:ln>
                          <a:noFill/>
                        </a:ln>
                        <a:solidFill>
                          <a:prstClr val="black"/>
                        </a:solidFill>
                        <a:effectLst/>
                        <a:uLnTx/>
                        <a:uFillTx/>
                        <a:latin typeface="+mn-lt"/>
                        <a:ea typeface="+mn-ea"/>
                        <a:cs typeface="+mn-cs"/>
                      </a:endParaRPr>
                    </a:p>
                  </a:txBody>
                  <a:tcPr>
                    <a:lnL w="6350" cap="flat" cmpd="sng" algn="ctr">
                      <a:noFill/>
                      <a:prstDash val="sysDot"/>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2">
                  <a:txBody>
                    <a:bodyPr/>
                    <a:lstStyle/>
                    <a:p>
                      <a:pPr marL="169863" marR="0" lvl="0" indent="-169863"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mn-lt"/>
                          <a:ea typeface="+mn-ea"/>
                          <a:cs typeface="+mn-cs"/>
                        </a:rPr>
                        <a:t>Internal Audit</a:t>
                      </a:r>
                    </a:p>
                  </a:txBody>
                  <a:tcPr>
                    <a:lnL w="6350" cap="flat" cmpd="sng" algn="ctr">
                      <a:noFill/>
                      <a:prstDash val="sysDot"/>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2">
                  <a:txBody>
                    <a:bodyPr/>
                    <a:lstStyle/>
                    <a:p>
                      <a:pPr marL="169863" marR="0" lvl="0" indent="-169863"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mn-lt"/>
                          <a:ea typeface="+mn-ea"/>
                          <a:cs typeface="+mn-cs"/>
                        </a:rPr>
                        <a:t>Tax</a:t>
                      </a:r>
                    </a:p>
                  </a:txBody>
                  <a:tcPr>
                    <a:lnL w="6350" cap="flat" cmpd="sng" algn="ctr">
                      <a:noFill/>
                      <a:prstDash val="sysDot"/>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48670870"/>
                  </a:ext>
                </a:extLst>
              </a:tr>
              <a:tr h="365760">
                <a:tc vMerge="1">
                  <a:txBody>
                    <a:bodyPr/>
                    <a:lstStyle/>
                    <a:p>
                      <a:pPr marL="0" marR="0" lvl="0" indent="0" algn="ctr" defTabSz="1219170" rtl="0" eaLnBrk="1" fontAlgn="auto" latinLnBrk="0" hangingPunct="1">
                        <a:lnSpc>
                          <a:spcPct val="100000"/>
                        </a:lnSpc>
                        <a:spcBef>
                          <a:spcPts val="300"/>
                        </a:spcBef>
                        <a:spcAft>
                          <a:spcPts val="0"/>
                        </a:spcAft>
                        <a:buClrTx/>
                        <a:buSzTx/>
                        <a:buFont typeface="+mj-lt"/>
                        <a:buNone/>
                        <a:tabLst/>
                        <a:defRPr/>
                      </a:pPr>
                      <a:endParaRPr lang="en-US" sz="800" b="1" kern="1200">
                        <a:solidFill>
                          <a:schemeClr val="tx1"/>
                        </a:solidFill>
                        <a:latin typeface="+mn-lt"/>
                        <a:ea typeface="+mn-ea"/>
                        <a:cs typeface="+mn-cs"/>
                      </a:endParaRPr>
                    </a:p>
                  </a:txBody>
                  <a:tcPr marT="73152" marB="73152" anchor="ctr">
                    <a:lnL w="12700" cmpd="sng">
                      <a:noFill/>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vMerge="1">
                  <a:txBody>
                    <a:bodyPr/>
                    <a:lstStyle/>
                    <a:p>
                      <a:pPr marL="169863" marR="0" lvl="0" indent="-169863"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endParaRPr kumimoji="0" lang="en-US" sz="800" b="0" i="0" u="none" strike="noStrike" kern="1200" cap="none" spc="0" normalizeH="0" baseline="0" noProof="0">
                        <a:ln>
                          <a:noFill/>
                        </a:ln>
                        <a:solidFill>
                          <a:prstClr val="black"/>
                        </a:solidFill>
                        <a:effectLst/>
                        <a:uLnTx/>
                        <a:uFillTx/>
                        <a:latin typeface="Calibri"/>
                        <a:ea typeface="+mn-ea"/>
                        <a:cs typeface="+mn-cs"/>
                      </a:endParaRPr>
                    </a:p>
                  </a:txBody>
                  <a:tcPr>
                    <a:lnL w="6350" cap="flat" cmpd="sng" algn="ctr">
                      <a:noFill/>
                      <a:prstDash val="solid"/>
                      <a:round/>
                      <a:headEnd type="none" w="med" len="med"/>
                      <a:tailEnd type="none" w="med" len="med"/>
                    </a:lnL>
                    <a:lnR w="6350" cap="flat" cmpd="sng" algn="ctr">
                      <a:noFill/>
                      <a:prstDash val="sysDot"/>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lang="en-US" sz="1000" b="0" i="0" u="none" strike="noStrike" cap="none">
                          <a:solidFill>
                            <a:srgbClr val="313131"/>
                          </a:solidFill>
                          <a:latin typeface="+mn-lt"/>
                          <a:ea typeface="Open Sans"/>
                          <a:cs typeface="Open Sans"/>
                          <a:sym typeface="Open Sans"/>
                        </a:rPr>
                        <a:t>Monitor emerging regulations and evaluate current state compliance</a:t>
                      </a:r>
                      <a:endParaRPr kumimoji="0" lang="en-US" sz="1000" b="0" i="0" u="none" strike="noStrike" kern="1200" cap="none" spc="0" normalizeH="0" baseline="0" noProof="0">
                        <a:ln>
                          <a:noFill/>
                        </a:ln>
                        <a:solidFill>
                          <a:prstClr val="black"/>
                        </a:solidFill>
                        <a:effectLst/>
                        <a:uLnTx/>
                        <a:uFillTx/>
                        <a:latin typeface="+mn-lt"/>
                        <a:ea typeface="+mn-ea"/>
                        <a:cs typeface="+mn-cs"/>
                      </a:endParaRPr>
                    </a:p>
                  </a:txBody>
                  <a:tcPr anchor="ctr">
                    <a:lnL w="6350" cap="flat" cmpd="sng" algn="ctr">
                      <a:noFill/>
                      <a:prstDash val="sysDot"/>
                      <a:round/>
                      <a:headEnd type="none" w="med" len="med"/>
                      <a:tailEnd type="none" w="med" len="med"/>
                    </a:lnL>
                    <a:lnR w="6350" cap="flat" cmpd="sng" algn="ctr">
                      <a:no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69863" marR="0" lvl="0" indent="-169863"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mn-lt"/>
                          <a:ea typeface="+mn-ea"/>
                          <a:cs typeface="+mn-cs"/>
                        </a:rPr>
                        <a:t>NLP</a:t>
                      </a:r>
                    </a:p>
                  </a:txBody>
                  <a:tcPr>
                    <a:lnL w="6350" cap="flat" cmpd="sng" algn="ctr">
                      <a:noFill/>
                      <a:prstDash val="sysDot"/>
                      <a:round/>
                      <a:headEnd type="none" w="med" len="med"/>
                      <a:tailEnd type="none" w="med" len="med"/>
                    </a:lnL>
                    <a:lnR w="6350" cap="flat" cmpd="sng" algn="ctr">
                      <a:no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marL="169863" marR="0" lvl="0" indent="-169863"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endParaRPr kumimoji="0" lang="en-US" sz="800" b="0" i="0" u="none" strike="noStrike" kern="1200" cap="none" spc="0" normalizeH="0" baseline="0" noProof="0">
                        <a:ln>
                          <a:noFill/>
                        </a:ln>
                        <a:solidFill>
                          <a:prstClr val="black"/>
                        </a:solidFill>
                        <a:effectLst/>
                        <a:uLnTx/>
                        <a:uFillTx/>
                        <a:latin typeface="+mn-lt"/>
                        <a:ea typeface="+mn-ea"/>
                        <a:cs typeface="+mn-cs"/>
                      </a:endParaRPr>
                    </a:p>
                  </a:txBody>
                  <a:tcPr>
                    <a:lnL w="6350" cap="flat" cmpd="sng" algn="ctr">
                      <a:noFill/>
                      <a:prstDash val="sysDot"/>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marL="169863" marR="0" lvl="0" indent="-169863"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endParaRPr kumimoji="0" lang="en-US" sz="800" b="0" i="0" u="none" strike="noStrike" kern="1200" cap="none" spc="0" normalizeH="0" baseline="0" noProof="0">
                        <a:ln>
                          <a:noFill/>
                        </a:ln>
                        <a:solidFill>
                          <a:prstClr val="black"/>
                        </a:solidFill>
                        <a:effectLst/>
                        <a:uLnTx/>
                        <a:uFillTx/>
                        <a:latin typeface="+mn-lt"/>
                        <a:ea typeface="+mn-ea"/>
                        <a:cs typeface="+mn-cs"/>
                      </a:endParaRPr>
                    </a:p>
                  </a:txBody>
                  <a:tcPr>
                    <a:lnL w="6350" cap="flat" cmpd="sng" algn="ctr">
                      <a:noFill/>
                      <a:prstDash val="sysDot"/>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92027733"/>
                  </a:ext>
                </a:extLst>
              </a:tr>
              <a:tr h="365760">
                <a:tc vMerge="1">
                  <a:txBody>
                    <a:bodyPr/>
                    <a:lstStyle/>
                    <a:p>
                      <a:pPr marL="0" marR="0" lvl="0" indent="0" algn="ctr" defTabSz="1219170" rtl="0" eaLnBrk="1" fontAlgn="auto" latinLnBrk="0" hangingPunct="1">
                        <a:lnSpc>
                          <a:spcPct val="100000"/>
                        </a:lnSpc>
                        <a:spcBef>
                          <a:spcPts val="300"/>
                        </a:spcBef>
                        <a:spcAft>
                          <a:spcPts val="0"/>
                        </a:spcAft>
                        <a:buClrTx/>
                        <a:buSzTx/>
                        <a:buFont typeface="+mj-lt"/>
                        <a:buNone/>
                        <a:tabLst/>
                        <a:defRPr/>
                      </a:pPr>
                      <a:endParaRPr lang="en-US" sz="800" b="1" kern="1200">
                        <a:solidFill>
                          <a:schemeClr val="tx1"/>
                        </a:solidFill>
                        <a:latin typeface="+mn-lt"/>
                        <a:ea typeface="+mn-ea"/>
                        <a:cs typeface="+mn-cs"/>
                      </a:endParaRPr>
                    </a:p>
                  </a:txBody>
                  <a:tcPr marT="73152" marB="73152" anchor="ctr">
                    <a:lnL w="12700" cmpd="sng">
                      <a:noFill/>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rowSpan="2">
                  <a:txBody>
                    <a:bodyPr/>
                    <a:lstStyle/>
                    <a:p>
                      <a:pPr marL="0" marR="0" lvl="0" indent="0" algn="ctr" defTabSz="914400" rtl="0" eaLnBrk="1" fontAlgn="auto" latinLnBrk="0" hangingPunct="1">
                        <a:lnSpc>
                          <a:spcPct val="110000"/>
                        </a:lnSpc>
                        <a:spcBef>
                          <a:spcPts val="0"/>
                        </a:spcBef>
                        <a:spcAft>
                          <a:spcPts val="0"/>
                        </a:spcAft>
                        <a:buClrTx/>
                        <a:buSzTx/>
                        <a:buFont typeface="Arial" panose="020B0604020202020204" pitchFamily="34" charset="0"/>
                        <a:buNone/>
                        <a:tabLst/>
                        <a:defRPr/>
                      </a:pPr>
                      <a:r>
                        <a:rPr lang="en-US" sz="1000">
                          <a:latin typeface="+mn-lt"/>
                        </a:rPr>
                        <a:t>General Accounting and Reconciliation</a:t>
                      </a:r>
                    </a:p>
                  </a:txBody>
                  <a:tcPr anchor="ctr">
                    <a:lnL w="6350" cap="flat" cmpd="sng" algn="ctr">
                      <a:noFill/>
                      <a:prstDash val="solid"/>
                      <a:round/>
                      <a:headEnd type="none" w="med" len="med"/>
                      <a:tailEnd type="none" w="med" len="med"/>
                    </a:lnL>
                    <a:lnR w="6350" cap="flat" cmpd="sng" algn="ctr">
                      <a:noFill/>
                      <a:prstDash val="sysDot"/>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lang="en-US" sz="1000" b="0" i="0" u="none" strike="noStrike" cap="none">
                          <a:solidFill>
                            <a:srgbClr val="000000"/>
                          </a:solidFill>
                          <a:latin typeface="+mn-lt"/>
                          <a:ea typeface="Open Sans"/>
                          <a:cs typeface="Open Sans"/>
                          <a:sym typeface="Open Sans"/>
                        </a:rPr>
                        <a:t>Monitor potentially suspect or fraudulent journal entries in real time</a:t>
                      </a:r>
                      <a:endParaRPr lang="en-US" sz="1000">
                        <a:latin typeface="+mn-lt"/>
                      </a:endParaRPr>
                    </a:p>
                  </a:txBody>
                  <a:tcPr anchor="ctr">
                    <a:lnL w="6350" cap="flat" cmpd="sng" algn="ctr">
                      <a:noFill/>
                      <a:prstDash val="sysDot"/>
                      <a:round/>
                      <a:headEnd type="none" w="med" len="med"/>
                      <a:tailEnd type="none" w="med" len="med"/>
                    </a:lnL>
                    <a:lnR w="6350" cap="flat" cmpd="sng" algn="ctr">
                      <a:no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69863" marR="0" lvl="0" indent="-169863"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mn-lt"/>
                          <a:ea typeface="+mn-ea"/>
                          <a:cs typeface="+mn-cs"/>
                        </a:rPr>
                        <a:t>LLM</a:t>
                      </a:r>
                    </a:p>
                  </a:txBody>
                  <a:tcPr>
                    <a:lnL w="6350" cap="flat" cmpd="sng" algn="ctr">
                      <a:noFill/>
                      <a:prstDash val="sysDot"/>
                      <a:round/>
                      <a:headEnd type="none" w="med" len="med"/>
                      <a:tailEnd type="none" w="med" len="med"/>
                    </a:lnL>
                    <a:lnR w="6350" cap="flat" cmpd="sng" algn="ctr">
                      <a:no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2">
                  <a:txBody>
                    <a:bodyPr/>
                    <a:lstStyle/>
                    <a:p>
                      <a:pPr marL="169863" marR="0" lvl="0" indent="-169863"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mn-lt"/>
                          <a:ea typeface="+mn-ea"/>
                          <a:cs typeface="+mn-cs"/>
                        </a:rPr>
                        <a:t>Internal Audit</a:t>
                      </a:r>
                    </a:p>
                    <a:p>
                      <a:pPr marL="169863" marR="0" lvl="0" indent="-169863"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mn-lt"/>
                          <a:ea typeface="+mn-ea"/>
                          <a:cs typeface="+mn-cs"/>
                        </a:rPr>
                        <a:t>General Accounting</a:t>
                      </a:r>
                    </a:p>
                  </a:txBody>
                  <a:tcPr>
                    <a:lnL w="6350" cap="flat" cmpd="sng" algn="ctr">
                      <a:noFill/>
                      <a:prstDash val="sysDot"/>
                      <a:round/>
                      <a:headEnd type="none" w="med" len="med"/>
                      <a:tailEnd type="none" w="med" len="med"/>
                    </a:lnL>
                    <a:lnR w="6350" cap="flat" cmpd="sng" algn="ctr">
                      <a:no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2">
                  <a:txBody>
                    <a:bodyPr/>
                    <a:lstStyle/>
                    <a:p>
                      <a:pPr marL="169863" marR="0" lvl="0" indent="-169863"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mn-lt"/>
                          <a:ea typeface="+mn-ea"/>
                          <a:cs typeface="+mn-cs"/>
                        </a:rPr>
                        <a:t>Controls &amp; Compliance</a:t>
                      </a:r>
                    </a:p>
                  </a:txBody>
                  <a:tcPr>
                    <a:lnL w="6350" cap="flat" cmpd="sng" algn="ctr">
                      <a:noFill/>
                      <a:prstDash val="sysDot"/>
                      <a:round/>
                      <a:headEnd type="none" w="med" len="med"/>
                      <a:tailEnd type="none" w="med" len="med"/>
                    </a:lnL>
                    <a:lnR w="6350" cap="flat" cmpd="sng" algn="ctr">
                      <a:no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96313431"/>
                  </a:ext>
                </a:extLst>
              </a:tr>
              <a:tr h="182880">
                <a:tc vMerge="1">
                  <a:txBody>
                    <a:bodyPr/>
                    <a:lstStyle/>
                    <a:p>
                      <a:pPr marL="0" marR="0" lvl="0" indent="0" algn="ctr" defTabSz="1219170" rtl="0" eaLnBrk="1" fontAlgn="auto" latinLnBrk="0" hangingPunct="1">
                        <a:lnSpc>
                          <a:spcPct val="100000"/>
                        </a:lnSpc>
                        <a:spcBef>
                          <a:spcPts val="300"/>
                        </a:spcBef>
                        <a:spcAft>
                          <a:spcPts val="0"/>
                        </a:spcAft>
                        <a:buClrTx/>
                        <a:buSzTx/>
                        <a:buFont typeface="+mj-lt"/>
                        <a:buNone/>
                        <a:tabLst/>
                        <a:defRPr/>
                      </a:pPr>
                      <a:endParaRPr lang="en-US" sz="800" b="1" kern="1200">
                        <a:solidFill>
                          <a:schemeClr val="tx1"/>
                        </a:solidFill>
                        <a:latin typeface="+mn-lt"/>
                        <a:ea typeface="+mn-ea"/>
                        <a:cs typeface="+mn-cs"/>
                      </a:endParaRPr>
                    </a:p>
                  </a:txBody>
                  <a:tcPr marT="73152" marB="73152" anchor="ctr">
                    <a:lnL w="12700" cmpd="sng">
                      <a:noFill/>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vMerge="1">
                  <a:txBody>
                    <a:bodyPr/>
                    <a:lstStyle/>
                    <a:p>
                      <a:pPr marL="0" marR="0" lvl="0" indent="0" algn="l" defTabSz="914400" rtl="0" eaLnBrk="1" fontAlgn="auto" latinLnBrk="0" hangingPunct="1">
                        <a:lnSpc>
                          <a:spcPct val="110000"/>
                        </a:lnSpc>
                        <a:spcBef>
                          <a:spcPts val="0"/>
                        </a:spcBef>
                        <a:spcAft>
                          <a:spcPts val="0"/>
                        </a:spcAft>
                        <a:buClrTx/>
                        <a:buSzTx/>
                        <a:buFont typeface="Arial" panose="020B0604020202020204" pitchFamily="34" charset="0"/>
                        <a:buNone/>
                        <a:tabLst/>
                        <a:defRPr/>
                      </a:pPr>
                      <a:endParaRPr lang="en-US" sz="800"/>
                    </a:p>
                  </a:txBody>
                  <a:tcPr>
                    <a:lnL w="6350" cap="flat" cmpd="sng" algn="ctr">
                      <a:noFill/>
                      <a:prstDash val="solid"/>
                      <a:round/>
                      <a:headEnd type="none" w="med" len="med"/>
                      <a:tailEnd type="none" w="med" len="med"/>
                    </a:lnL>
                    <a:lnR w="6350" cap="flat" cmpd="sng" algn="ctr">
                      <a:noFill/>
                      <a:prstDash val="sysDot"/>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lang="en-US" sz="1000" b="0" i="0" u="none" strike="noStrike" cap="none">
                          <a:solidFill>
                            <a:srgbClr val="000000"/>
                          </a:solidFill>
                          <a:latin typeface="+mn-lt"/>
                          <a:ea typeface="Open Sans"/>
                          <a:cs typeface="Open Sans"/>
                          <a:sym typeface="Open Sans"/>
                        </a:rPr>
                        <a:t>Generate account variance analysis and intelligent explanations</a:t>
                      </a:r>
                      <a:endParaRPr lang="en-US" sz="1000">
                        <a:latin typeface="+mn-lt"/>
                      </a:endParaRPr>
                    </a:p>
                  </a:txBody>
                  <a:tcPr anchor="ctr">
                    <a:lnL w="6350" cap="flat" cmpd="sng" algn="ctr">
                      <a:noFill/>
                      <a:prstDash val="sysDot"/>
                      <a:round/>
                      <a:headEnd type="none" w="med" len="med"/>
                      <a:tailEnd type="none" w="med" len="med"/>
                    </a:lnL>
                    <a:lnR w="6350" cap="flat" cmpd="sng" algn="ctr">
                      <a:no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69863" marR="0" lvl="0" indent="-169863"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mn-lt"/>
                          <a:ea typeface="+mn-ea"/>
                          <a:cs typeface="+mn-cs"/>
                        </a:rPr>
                        <a:t>LLM</a:t>
                      </a:r>
                    </a:p>
                  </a:txBody>
                  <a:tcPr>
                    <a:lnL w="6350" cap="flat" cmpd="sng" algn="ctr">
                      <a:noFill/>
                      <a:prstDash val="sysDot"/>
                      <a:round/>
                      <a:headEnd type="none" w="med" len="med"/>
                      <a:tailEnd type="none" w="med" len="med"/>
                    </a:lnL>
                    <a:lnR w="6350" cap="flat" cmpd="sng" algn="ctr">
                      <a:no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marL="169863" marR="0" lvl="0" indent="-169863"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endParaRPr kumimoji="0" lang="en-US" sz="800" b="0" i="0" u="none" strike="noStrike" kern="1200" cap="none" spc="0" normalizeH="0" baseline="0" noProof="0">
                        <a:ln>
                          <a:noFill/>
                        </a:ln>
                        <a:solidFill>
                          <a:prstClr val="black"/>
                        </a:solidFill>
                        <a:effectLst/>
                        <a:uLnTx/>
                        <a:uFillTx/>
                        <a:latin typeface="+mn-lt"/>
                        <a:ea typeface="+mn-ea"/>
                        <a:cs typeface="+mn-cs"/>
                      </a:endParaRPr>
                    </a:p>
                  </a:txBody>
                  <a:tcPr>
                    <a:lnL w="6350" cap="flat" cmpd="sng" algn="ctr">
                      <a:noFill/>
                      <a:prstDash val="sysDot"/>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marL="169863" marR="0" lvl="0" indent="-169863"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endParaRPr kumimoji="0" lang="en-US" sz="800" b="0" i="0" u="none" strike="noStrike" kern="1200" cap="none" spc="0" normalizeH="0" baseline="0" noProof="0">
                        <a:ln>
                          <a:noFill/>
                        </a:ln>
                        <a:solidFill>
                          <a:prstClr val="black"/>
                        </a:solidFill>
                        <a:effectLst/>
                        <a:uLnTx/>
                        <a:uFillTx/>
                        <a:latin typeface="+mn-lt"/>
                        <a:ea typeface="+mn-ea"/>
                        <a:cs typeface="+mn-cs"/>
                      </a:endParaRPr>
                    </a:p>
                  </a:txBody>
                  <a:tcPr>
                    <a:lnL w="6350" cap="flat" cmpd="sng" algn="ctr">
                      <a:noFill/>
                      <a:prstDash val="sysDot"/>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4243354"/>
                  </a:ext>
                </a:extLst>
              </a:tr>
              <a:tr h="640080">
                <a:tc>
                  <a:txBody>
                    <a:bodyPr/>
                    <a:lstStyle/>
                    <a:p>
                      <a:pPr marL="0" marR="0" lvl="0" indent="0" algn="ctr" defTabSz="1219170" rtl="0" eaLnBrk="1" fontAlgn="auto" latinLnBrk="0" hangingPunct="1">
                        <a:lnSpc>
                          <a:spcPct val="100000"/>
                        </a:lnSpc>
                        <a:spcBef>
                          <a:spcPts val="300"/>
                        </a:spcBef>
                        <a:spcAft>
                          <a:spcPts val="0"/>
                        </a:spcAft>
                        <a:buClrTx/>
                        <a:buSzTx/>
                        <a:buFont typeface="+mj-lt"/>
                        <a:buNone/>
                        <a:tabLst/>
                        <a:defRPr/>
                      </a:pPr>
                      <a:r>
                        <a:rPr lang="en-US" sz="1000" b="1" kern="1200">
                          <a:solidFill>
                            <a:schemeClr val="tx1"/>
                          </a:solidFill>
                          <a:latin typeface="+mn-lt"/>
                          <a:ea typeface="+mn-ea"/>
                          <a:cs typeface="+mn-cs"/>
                        </a:rPr>
                        <a:t>Working Capital</a:t>
                      </a:r>
                    </a:p>
                  </a:txBody>
                  <a:tcPr marT="73152" marB="73152" vert="vert270" anchor="ctr">
                    <a:lnL w="12700" cmpd="sng">
                      <a:noFill/>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pPr marL="0" marR="0" lvl="0" indent="0" algn="ctr" defTabSz="914400" rtl="0" eaLnBrk="1" fontAlgn="auto" latinLnBrk="0" hangingPunct="1">
                        <a:lnSpc>
                          <a:spcPct val="110000"/>
                        </a:lnSpc>
                        <a:spcBef>
                          <a:spcPts val="0"/>
                        </a:spcBef>
                        <a:spcAft>
                          <a:spcPts val="0"/>
                        </a:spcAft>
                        <a:buClrTx/>
                        <a:buSzTx/>
                        <a:buFont typeface="Arial" panose="020B0604020202020204" pitchFamily="34" charset="0"/>
                        <a:buNone/>
                        <a:tabLst/>
                        <a:defRPr/>
                      </a:pPr>
                      <a:r>
                        <a:rPr kumimoji="0" lang="en-US" sz="1000" b="0" i="0" u="none" strike="noStrike" kern="1200" cap="none" spc="0" normalizeH="0" baseline="0" noProof="0">
                          <a:ln>
                            <a:noFill/>
                          </a:ln>
                          <a:solidFill>
                            <a:prstClr val="black"/>
                          </a:solidFill>
                          <a:effectLst/>
                          <a:uLnTx/>
                          <a:uFillTx/>
                          <a:latin typeface="+mn-lt"/>
                          <a:ea typeface="+mn-ea"/>
                          <a:cs typeface="+mn-cs"/>
                        </a:rPr>
                        <a:t>Cash Forecasting</a:t>
                      </a:r>
                    </a:p>
                  </a:txBody>
                  <a:tcPr anchor="ctr">
                    <a:lnL w="6350" cap="flat" cmpd="sng" algn="ctr">
                      <a:noFill/>
                      <a:prstDash val="solid"/>
                      <a:round/>
                      <a:headEnd type="none" w="med" len="med"/>
                      <a:tailEnd type="none" w="med" len="med"/>
                    </a:lnL>
                    <a:lnR w="6350" cap="flat" cmpd="sng" algn="ctr">
                      <a:noFill/>
                      <a:prstDash val="sysDot"/>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mn-lt"/>
                          <a:ea typeface="+mn-ea"/>
                          <a:cs typeface="+mn-cs"/>
                        </a:rPr>
                        <a:t>Enhance cash flow analysis by minimizing liquidity risks, improving forecasting accuracy, maximizing cash turnaround time and minimizing DSO </a:t>
                      </a:r>
                    </a:p>
                  </a:txBody>
                  <a:tcPr anchor="ctr">
                    <a:lnL w="6350" cap="flat" cmpd="sng" algn="ctr">
                      <a:noFill/>
                      <a:prstDash val="sysDot"/>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69863" marR="0" lvl="0" indent="-169863"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mn-lt"/>
                          <a:ea typeface="+mn-ea"/>
                          <a:cs typeface="+mn-cs"/>
                        </a:rPr>
                        <a:t>Predictive Analysis</a:t>
                      </a:r>
                    </a:p>
                  </a:txBody>
                  <a:tcPr>
                    <a:lnL w="6350" cap="flat" cmpd="sng" algn="ctr">
                      <a:noFill/>
                      <a:prstDash val="sysDot"/>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69863" marR="0" lvl="0" indent="-169863"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mn-lt"/>
                          <a:ea typeface="+mn-ea"/>
                          <a:cs typeface="+mn-cs"/>
                        </a:rPr>
                        <a:t>Treasury Operations</a:t>
                      </a:r>
                    </a:p>
                    <a:p>
                      <a:pPr marL="169863" marR="0" lvl="0" indent="-169863"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mn-lt"/>
                          <a:ea typeface="+mn-ea"/>
                          <a:cs typeface="+mn-cs"/>
                        </a:rPr>
                        <a:t>FRM</a:t>
                      </a:r>
                    </a:p>
                  </a:txBody>
                  <a:tcPr>
                    <a:lnL w="6350" cap="flat" cmpd="sng" algn="ctr">
                      <a:noFill/>
                      <a:prstDash val="sysDot"/>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69863" marR="0" lvl="0" indent="-169863"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prstClr val="black"/>
                          </a:solidFill>
                          <a:effectLst/>
                          <a:uLnTx/>
                          <a:uFillTx/>
                          <a:latin typeface="+mn-lt"/>
                          <a:ea typeface="+mn-ea"/>
                          <a:cs typeface="+mn-cs"/>
                        </a:rPr>
                        <a:t>Debt &amp; Capital Markets</a:t>
                      </a:r>
                    </a:p>
                    <a:p>
                      <a:pPr marL="169863" marR="0" lvl="0" indent="-169863"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prstClr val="black"/>
                          </a:solidFill>
                          <a:effectLst/>
                          <a:uLnTx/>
                          <a:uFillTx/>
                          <a:latin typeface="+mn-lt"/>
                          <a:ea typeface="+mn-ea"/>
                          <a:cs typeface="+mn-cs"/>
                        </a:rPr>
                        <a:t>Investments</a:t>
                      </a:r>
                    </a:p>
                  </a:txBody>
                  <a:tcPr>
                    <a:lnL w="6350" cap="flat" cmpd="sng" algn="ctr">
                      <a:noFill/>
                      <a:prstDash val="sysDot"/>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1532956"/>
                  </a:ext>
                </a:extLst>
              </a:tr>
            </a:tbl>
          </a:graphicData>
        </a:graphic>
      </p:graphicFrame>
    </p:spTree>
    <p:extLst>
      <p:ext uri="{BB962C8B-B14F-4D97-AF65-F5344CB8AC3E}">
        <p14:creationId xmlns:p14="http://schemas.microsoft.com/office/powerpoint/2010/main" val="18397668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6E57D3A-1134-F45E-90A8-B67C712B1219}"/>
              </a:ext>
            </a:extLst>
          </p:cNvPr>
          <p:cNvSpPr>
            <a:spLocks noGrp="1"/>
          </p:cNvSpPr>
          <p:nvPr>
            <p:ph type="body" sz="quarter" idx="22"/>
          </p:nvPr>
        </p:nvSpPr>
        <p:spPr>
          <a:xfrm>
            <a:off x="463295" y="849559"/>
            <a:ext cx="11277600" cy="757255"/>
          </a:xfrm>
        </p:spPr>
        <p:txBody>
          <a:bodyPr/>
          <a:lstStyle/>
          <a:p>
            <a:r>
              <a:rPr lang="en-US" sz="1600"/>
              <a:t>&lt;&gt;</a:t>
            </a:r>
            <a:endParaRPr lang="en-US"/>
          </a:p>
        </p:txBody>
      </p:sp>
      <p:sp>
        <p:nvSpPr>
          <p:cNvPr id="3" name="Title 2">
            <a:extLst>
              <a:ext uri="{FF2B5EF4-FFF2-40B4-BE49-F238E27FC236}">
                <a16:creationId xmlns:a16="http://schemas.microsoft.com/office/drawing/2014/main" id="{773DC583-6E04-2E06-708B-1BFE64677C4A}"/>
              </a:ext>
            </a:extLst>
          </p:cNvPr>
          <p:cNvSpPr>
            <a:spLocks noGrp="1"/>
          </p:cNvSpPr>
          <p:nvPr>
            <p:ph type="title"/>
          </p:nvPr>
        </p:nvSpPr>
        <p:spPr>
          <a:xfrm>
            <a:off x="463295" y="506199"/>
            <a:ext cx="11277600" cy="334099"/>
          </a:xfrm>
        </p:spPr>
        <p:txBody>
          <a:bodyPr/>
          <a:lstStyle/>
          <a:p>
            <a:r>
              <a:rPr lang="en-US"/>
              <a:t>Finance Use Cases (2 of 2)</a:t>
            </a:r>
          </a:p>
        </p:txBody>
      </p:sp>
      <p:sp>
        <p:nvSpPr>
          <p:cNvPr id="4" name="Isosceles Triangle 3">
            <a:extLst>
              <a:ext uri="{FF2B5EF4-FFF2-40B4-BE49-F238E27FC236}">
                <a16:creationId xmlns:a16="http://schemas.microsoft.com/office/drawing/2014/main" id="{70DBA1CA-5CF1-D21D-316C-9083D3AA6D8C}"/>
              </a:ext>
            </a:extLst>
          </p:cNvPr>
          <p:cNvSpPr/>
          <p:nvPr/>
        </p:nvSpPr>
        <p:spPr bwMode="gray">
          <a:xfrm rot="10800000">
            <a:off x="7033503" y="5206554"/>
            <a:ext cx="1204507" cy="1651446"/>
          </a:xfrm>
          <a:prstGeom prst="triangle">
            <a:avLst>
              <a:gd name="adj" fmla="val 100000"/>
            </a:avLst>
          </a:prstGeom>
          <a:solidFill>
            <a:schemeClr val="bg1">
              <a:lumMod val="95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Open Sans"/>
              <a:ea typeface="+mn-ea"/>
              <a:cs typeface="+mn-cs"/>
            </a:endParaRPr>
          </a:p>
        </p:txBody>
      </p:sp>
      <p:graphicFrame>
        <p:nvGraphicFramePr>
          <p:cNvPr id="7" name="Table 6">
            <a:extLst>
              <a:ext uri="{FF2B5EF4-FFF2-40B4-BE49-F238E27FC236}">
                <a16:creationId xmlns:a16="http://schemas.microsoft.com/office/drawing/2014/main" id="{5DF423E3-1A03-95EF-CCF2-C0354BFCE3CA}"/>
              </a:ext>
            </a:extLst>
          </p:cNvPr>
          <p:cNvGraphicFramePr>
            <a:graphicFrameLocks noGrp="1"/>
          </p:cNvGraphicFramePr>
          <p:nvPr>
            <p:extLst>
              <p:ext uri="{D42A27DB-BD31-4B8C-83A1-F6EECF244321}">
                <p14:modId xmlns:p14="http://schemas.microsoft.com/office/powerpoint/2010/main" val="4067641013"/>
              </p:ext>
            </p:extLst>
          </p:nvPr>
        </p:nvGraphicFramePr>
        <p:xfrm>
          <a:off x="451105" y="1228186"/>
          <a:ext cx="11265411" cy="5272278"/>
        </p:xfrm>
        <a:graphic>
          <a:graphicData uri="http://schemas.openxmlformats.org/drawingml/2006/table">
            <a:tbl>
              <a:tblPr firstRow="1" bandRow="1">
                <a:tableStyleId>{5C22544A-7EE6-4342-B048-85BDC9FD1C3A}</a:tableStyleId>
              </a:tblPr>
              <a:tblGrid>
                <a:gridCol w="775924">
                  <a:extLst>
                    <a:ext uri="{9D8B030D-6E8A-4147-A177-3AD203B41FA5}">
                      <a16:colId xmlns:a16="http://schemas.microsoft.com/office/drawing/2014/main" val="2590906525"/>
                    </a:ext>
                  </a:extLst>
                </a:gridCol>
                <a:gridCol w="1176706">
                  <a:extLst>
                    <a:ext uri="{9D8B030D-6E8A-4147-A177-3AD203B41FA5}">
                      <a16:colId xmlns:a16="http://schemas.microsoft.com/office/drawing/2014/main" val="3232741869"/>
                    </a:ext>
                  </a:extLst>
                </a:gridCol>
                <a:gridCol w="3677932">
                  <a:extLst>
                    <a:ext uri="{9D8B030D-6E8A-4147-A177-3AD203B41FA5}">
                      <a16:colId xmlns:a16="http://schemas.microsoft.com/office/drawing/2014/main" val="93509776"/>
                    </a:ext>
                  </a:extLst>
                </a:gridCol>
                <a:gridCol w="3207529">
                  <a:extLst>
                    <a:ext uri="{9D8B030D-6E8A-4147-A177-3AD203B41FA5}">
                      <a16:colId xmlns:a16="http://schemas.microsoft.com/office/drawing/2014/main" val="609057538"/>
                    </a:ext>
                  </a:extLst>
                </a:gridCol>
                <a:gridCol w="1213660">
                  <a:extLst>
                    <a:ext uri="{9D8B030D-6E8A-4147-A177-3AD203B41FA5}">
                      <a16:colId xmlns:a16="http://schemas.microsoft.com/office/drawing/2014/main" val="600834133"/>
                    </a:ext>
                  </a:extLst>
                </a:gridCol>
                <a:gridCol w="1213660">
                  <a:extLst>
                    <a:ext uri="{9D8B030D-6E8A-4147-A177-3AD203B41FA5}">
                      <a16:colId xmlns:a16="http://schemas.microsoft.com/office/drawing/2014/main" val="1478856389"/>
                    </a:ext>
                  </a:extLst>
                </a:gridCol>
              </a:tblGrid>
              <a:tr h="38696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a:ln>
                            <a:noFill/>
                          </a:ln>
                          <a:solidFill>
                            <a:schemeClr val="bg1"/>
                          </a:solidFill>
                          <a:effectLst/>
                          <a:uLnTx/>
                          <a:uFillTx/>
                          <a:latin typeface="+mn-lt"/>
                          <a:ea typeface="+mn-ea"/>
                          <a:cs typeface="+mn-cs"/>
                        </a:rPr>
                        <a:t>Process Area</a:t>
                      </a:r>
                    </a:p>
                  </a:txBody>
                  <a:tcPr marT="0" marB="0" anchor="ctr">
                    <a:lnL w="12700" cmpd="sng">
                      <a:noFill/>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solidFill>
                      <a:srgbClr val="0A626C"/>
                    </a:solidFill>
                  </a:tcPr>
                </a:tc>
                <a:tc>
                  <a:txBody>
                    <a:bodyPr/>
                    <a:lstStyle/>
                    <a:p>
                      <a:pPr marL="0" indent="0" algn="ctr" defTabSz="1219170" rtl="0" eaLnBrk="1" latinLnBrk="0" hangingPunct="1">
                        <a:lnSpc>
                          <a:spcPct val="110000"/>
                        </a:lnSpc>
                        <a:spcBef>
                          <a:spcPts val="300"/>
                        </a:spcBef>
                        <a:spcAft>
                          <a:spcPts val="400"/>
                        </a:spcAft>
                        <a:buFont typeface="Arial" panose="020B0604020202020204" pitchFamily="34" charset="0"/>
                        <a:buNone/>
                      </a:pPr>
                      <a:r>
                        <a:rPr lang="en-US" sz="1000" b="1" kern="1200">
                          <a:solidFill>
                            <a:schemeClr val="bg1"/>
                          </a:solidFill>
                          <a:latin typeface="+mn-lt"/>
                          <a:ea typeface="+mn-ea"/>
                          <a:cs typeface="+mn-cs"/>
                        </a:rPr>
                        <a:t>Use Case Description</a:t>
                      </a:r>
                    </a:p>
                  </a:txBody>
                  <a:tcPr marL="45720" marR="45720" anchor="ctr">
                    <a:lnL w="6350" cap="flat" cmpd="sng" algn="ctr">
                      <a:noFill/>
                      <a:prstDash val="solid"/>
                      <a:round/>
                      <a:headEnd type="none" w="med" len="med"/>
                      <a:tailEnd type="none" w="med" len="med"/>
                    </a:lnL>
                    <a:lnR w="6350" cap="flat" cmpd="sng" algn="ctr">
                      <a:noFill/>
                      <a:prstDash val="sysDot"/>
                      <a:round/>
                      <a:headEnd type="none" w="med" len="med"/>
                      <a:tailEnd type="none" w="med" len="med"/>
                    </a:lnR>
                    <a:lnT w="6350" cap="flat" cmpd="sng" algn="ctr">
                      <a:noFill/>
                      <a:prstDash val="solid"/>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solidFill>
                      <a:srgbClr val="0A626C"/>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bg1"/>
                          </a:solidFill>
                          <a:effectLst/>
                          <a:uLnTx/>
                          <a:uFillTx/>
                          <a:latin typeface="+mn-lt"/>
                          <a:ea typeface="+mn-ea"/>
                          <a:cs typeface="+mn-cs"/>
                        </a:rPr>
                        <a:t>Capabilities</a:t>
                      </a:r>
                    </a:p>
                  </a:txBody>
                  <a:tcPr marL="45720" marR="45720" anchor="ctr">
                    <a:lnL w="6350" cap="flat" cmpd="sng" algn="ctr">
                      <a:noFill/>
                      <a:prstDash val="sysDot"/>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solidFill>
                      <a:srgbClr val="0A626C"/>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bg1"/>
                          </a:solidFill>
                          <a:effectLst/>
                          <a:uLnTx/>
                          <a:uFillTx/>
                          <a:latin typeface="+mn-lt"/>
                          <a:ea typeface="+mn-ea"/>
                          <a:cs typeface="+mn-cs"/>
                        </a:rPr>
                        <a:t>AI Technology</a:t>
                      </a:r>
                    </a:p>
                  </a:txBody>
                  <a:tcPr marL="45720" marR="45720" anchor="ctr">
                    <a:lnL w="6350" cap="flat" cmpd="sng" algn="ctr">
                      <a:noFill/>
                      <a:prstDash val="sysDot"/>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solidFill>
                      <a:srgbClr val="0A626C"/>
                    </a:solidFill>
                  </a:tcPr>
                </a:tc>
                <a:tc gridSpan="2">
                  <a:txBody>
                    <a:bodyPr/>
                    <a:lstStyle/>
                    <a:p>
                      <a:pPr marL="0" indent="0" algn="ctr" defTabSz="1219170" rtl="0" eaLnBrk="1" latinLnBrk="0" hangingPunct="1">
                        <a:lnSpc>
                          <a:spcPct val="110000"/>
                        </a:lnSpc>
                        <a:spcBef>
                          <a:spcPts val="300"/>
                        </a:spcBef>
                        <a:spcAft>
                          <a:spcPts val="400"/>
                        </a:spcAft>
                        <a:buFont typeface="Arial" panose="020B0604020202020204" pitchFamily="34" charset="0"/>
                        <a:buNone/>
                      </a:pPr>
                      <a:r>
                        <a:rPr lang="en-US" sz="1000" b="1" kern="1200">
                          <a:solidFill>
                            <a:schemeClr val="bg1"/>
                          </a:solidFill>
                          <a:latin typeface="+mn-lt"/>
                          <a:ea typeface="+mn-ea"/>
                          <a:cs typeface="+mn-cs"/>
                        </a:rPr>
                        <a:t>Finance Functions Impacted</a:t>
                      </a:r>
                    </a:p>
                  </a:txBody>
                  <a:tcPr marL="45720" marR="45720" anchor="ctr">
                    <a:lnL w="6350" cap="flat" cmpd="sng" algn="ctr">
                      <a:noFill/>
                      <a:prstDash val="sysDot"/>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A626C"/>
                    </a:solidFill>
                  </a:tcPr>
                </a:tc>
                <a:tc hMerge="1">
                  <a:txBody>
                    <a:bodyPr/>
                    <a:lstStyle/>
                    <a:p>
                      <a:pPr marL="0" indent="0" algn="ctr" defTabSz="1219170" rtl="0" eaLnBrk="1" latinLnBrk="0" hangingPunct="1">
                        <a:lnSpc>
                          <a:spcPct val="110000"/>
                        </a:lnSpc>
                        <a:spcBef>
                          <a:spcPts val="300"/>
                        </a:spcBef>
                        <a:spcAft>
                          <a:spcPts val="400"/>
                        </a:spcAft>
                        <a:buFont typeface="Arial" panose="020B0604020202020204" pitchFamily="34" charset="0"/>
                        <a:buNone/>
                      </a:pPr>
                      <a:endParaRPr lang="en-US" sz="1200" b="1" kern="1200">
                        <a:solidFill>
                          <a:schemeClr val="bg1"/>
                        </a:solidFill>
                        <a:latin typeface="+mn-lt"/>
                        <a:ea typeface="+mn-ea"/>
                        <a:cs typeface="+mn-cs"/>
                      </a:endParaRPr>
                    </a:p>
                  </a:txBody>
                  <a:tcPr marL="45720" marR="45720" anchor="ctr">
                    <a:lnL w="6350" cap="flat" cmpd="sng" algn="ctr">
                      <a:noFill/>
                      <a:prstDash val="sysDot"/>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solidFill>
                      <a:srgbClr val="0A626C"/>
                    </a:solidFill>
                  </a:tcPr>
                </a:tc>
                <a:extLst>
                  <a:ext uri="{0D108BD9-81ED-4DB2-BD59-A6C34878D82A}">
                    <a16:rowId xmlns:a16="http://schemas.microsoft.com/office/drawing/2014/main" val="309017078"/>
                  </a:ext>
                </a:extLst>
              </a:tr>
              <a:tr h="386967">
                <a:tc rowSpan="3">
                  <a:txBody>
                    <a:bodyPr/>
                    <a:lstStyle/>
                    <a:p>
                      <a:pPr marL="0" marR="0" lvl="0" indent="0" algn="ctr" defTabSz="1219170" rtl="0" eaLnBrk="1" fontAlgn="auto" latinLnBrk="0" hangingPunct="1">
                        <a:lnSpc>
                          <a:spcPct val="100000"/>
                        </a:lnSpc>
                        <a:spcBef>
                          <a:spcPts val="300"/>
                        </a:spcBef>
                        <a:spcAft>
                          <a:spcPts val="0"/>
                        </a:spcAft>
                        <a:buClrTx/>
                        <a:buSzTx/>
                        <a:buFont typeface="+mj-lt"/>
                        <a:buNone/>
                        <a:tabLst/>
                        <a:defRPr/>
                      </a:pPr>
                      <a:r>
                        <a:rPr lang="en-US" sz="1000" b="1" kern="1200">
                          <a:solidFill>
                            <a:schemeClr val="tx1"/>
                          </a:solidFill>
                          <a:latin typeface="+mn-lt"/>
                          <a:ea typeface="+mn-ea"/>
                          <a:cs typeface="+mn-cs"/>
                        </a:rPr>
                        <a:t>Capital Project Management</a:t>
                      </a:r>
                    </a:p>
                  </a:txBody>
                  <a:tcPr marT="73152" marB="73152" vert="vert270" anchor="ctr">
                    <a:lnL w="12700" cmpd="sng">
                      <a:noFill/>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rowSpan="3">
                  <a:txBody>
                    <a:bodyPr/>
                    <a:lstStyle/>
                    <a:p>
                      <a:pPr marL="0" marR="0" lvl="0" indent="0" algn="ctr" defTabSz="914400" rtl="0" eaLnBrk="1" fontAlgn="auto" latinLnBrk="0" hangingPunct="1">
                        <a:lnSpc>
                          <a:spcPct val="110000"/>
                        </a:lnSpc>
                        <a:spcBef>
                          <a:spcPts val="0"/>
                        </a:spcBef>
                        <a:spcAft>
                          <a:spcPts val="0"/>
                        </a:spcAft>
                        <a:buClrTx/>
                        <a:buSzTx/>
                        <a:buFont typeface="Arial" panose="020B0604020202020204" pitchFamily="34" charset="0"/>
                        <a:buNone/>
                        <a:tabLst/>
                        <a:defRPr/>
                      </a:pPr>
                      <a:r>
                        <a:rPr kumimoji="0" lang="en-US" sz="1000" b="0" i="0" u="none" strike="noStrike" kern="1200" cap="none" spc="0" normalizeH="0" baseline="0" noProof="0">
                          <a:ln>
                            <a:noFill/>
                          </a:ln>
                          <a:solidFill>
                            <a:prstClr val="black"/>
                          </a:solidFill>
                          <a:effectLst/>
                          <a:uLnTx/>
                          <a:uFillTx/>
                          <a:latin typeface="+mn-lt"/>
                          <a:ea typeface="+mn-ea"/>
                          <a:cs typeface="+mn-cs"/>
                        </a:rPr>
                        <a:t>Capital Investment Planning</a:t>
                      </a:r>
                    </a:p>
                  </a:txBody>
                  <a:tcPr anchor="ctr">
                    <a:lnL w="6350" cap="flat" cmpd="sng" algn="ctr">
                      <a:noFill/>
                      <a:prstDash val="solid"/>
                      <a:round/>
                      <a:headEnd type="none" w="med" len="med"/>
                      <a:tailEnd type="none" w="med" len="med"/>
                    </a:lnL>
                    <a:lnR w="6350" cap="flat" cmpd="sng" algn="ctr">
                      <a:noFill/>
                      <a:prstDash val="sysDot"/>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lang="en-US" sz="1000" b="0" i="0" u="none" strike="noStrike" cap="none">
                          <a:solidFill>
                            <a:srgbClr val="000000"/>
                          </a:solidFill>
                          <a:latin typeface="+mn-lt"/>
                          <a:ea typeface="Open Sans"/>
                          <a:cs typeface="Open Sans"/>
                          <a:sym typeface="Open Sans"/>
                        </a:rPr>
                        <a:t>Generate investing strategies from consolidated market conditions, internal financial performance, and firm objectives</a:t>
                      </a:r>
                      <a:endParaRPr lang="en-US" sz="1000">
                        <a:latin typeface="+mn-lt"/>
                      </a:endParaRPr>
                    </a:p>
                  </a:txBody>
                  <a:tcPr anchor="ctr">
                    <a:lnL w="6350" cap="flat" cmpd="sng" algn="ctr">
                      <a:noFill/>
                      <a:prstDash val="sysDot"/>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69863" marR="0" lvl="0" indent="-169863"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err="1">
                          <a:ln>
                            <a:noFill/>
                          </a:ln>
                          <a:solidFill>
                            <a:prstClr val="black"/>
                          </a:solidFill>
                          <a:effectLst/>
                          <a:uLnTx/>
                          <a:uFillTx/>
                          <a:latin typeface="+mn-lt"/>
                          <a:ea typeface="+mn-ea"/>
                          <a:cs typeface="+mn-cs"/>
                        </a:rPr>
                        <a:t>GenAI</a:t>
                      </a:r>
                      <a:r>
                        <a:rPr kumimoji="0" lang="en-US" sz="1000" b="0" i="0" u="none" strike="noStrike" kern="1200" cap="none" spc="0" normalizeH="0" baseline="0" noProof="0">
                          <a:ln>
                            <a:noFill/>
                          </a:ln>
                          <a:solidFill>
                            <a:prstClr val="black"/>
                          </a:solidFill>
                          <a:effectLst/>
                          <a:uLnTx/>
                          <a:uFillTx/>
                          <a:latin typeface="+mn-lt"/>
                          <a:ea typeface="+mn-ea"/>
                          <a:cs typeface="+mn-cs"/>
                        </a:rPr>
                        <a:t> + LLM</a:t>
                      </a:r>
                    </a:p>
                  </a:txBody>
                  <a:tcPr>
                    <a:lnL w="6350" cap="flat" cmpd="sng" algn="ctr">
                      <a:noFill/>
                      <a:prstDash val="sysDot"/>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3">
                  <a:txBody>
                    <a:bodyPr/>
                    <a:lstStyle/>
                    <a:p>
                      <a:pPr marL="169863" marR="0" lvl="0" indent="-169863"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mn-lt"/>
                          <a:ea typeface="+mn-ea"/>
                          <a:cs typeface="+mn-cs"/>
                        </a:rPr>
                        <a:t>Strategic Finance</a:t>
                      </a:r>
                    </a:p>
                    <a:p>
                      <a:pPr marL="169863" marR="0" lvl="0" indent="-169863"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mn-lt"/>
                          <a:ea typeface="+mn-ea"/>
                          <a:cs typeface="+mn-cs"/>
                        </a:rPr>
                        <a:t>Debt &amp; Capital Markets</a:t>
                      </a:r>
                    </a:p>
                    <a:p>
                      <a:pPr marL="169863" marR="0" lvl="0" indent="-169863"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mn-lt"/>
                          <a:ea typeface="+mn-ea"/>
                          <a:cs typeface="+mn-cs"/>
                        </a:rPr>
                        <a:t>Investments</a:t>
                      </a:r>
                    </a:p>
                  </a:txBody>
                  <a:tcPr>
                    <a:lnL w="6350" cap="flat" cmpd="sng" algn="ctr">
                      <a:noFill/>
                      <a:prstDash val="sysDot"/>
                      <a:round/>
                      <a:headEnd type="none" w="med" len="med"/>
                      <a:tailEnd type="none" w="med" len="med"/>
                    </a:lnL>
                    <a:lnR w="635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3">
                  <a:txBody>
                    <a:bodyPr/>
                    <a:lstStyle/>
                    <a:p>
                      <a:pPr marL="169863" marR="0" lvl="0" indent="-169863"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mn-lt"/>
                          <a:ea typeface="+mn-ea"/>
                          <a:cs typeface="+mn-cs"/>
                        </a:rPr>
                        <a:t>Forecasting</a:t>
                      </a:r>
                    </a:p>
                    <a:p>
                      <a:pPr marL="169863" marR="0" lvl="0" indent="-169863"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mn-lt"/>
                          <a:ea typeface="+mn-ea"/>
                          <a:cs typeface="+mn-cs"/>
                        </a:rPr>
                        <a:t>Insights &amp; Decision Support</a:t>
                      </a:r>
                    </a:p>
                    <a:p>
                      <a:pPr marL="169863" marR="0" lvl="0" indent="-169863"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mn-lt"/>
                          <a:ea typeface="+mn-ea"/>
                          <a:cs typeface="+mn-cs"/>
                        </a:rPr>
                        <a:t>BU Finance</a:t>
                      </a:r>
                    </a:p>
                  </a:txBody>
                  <a:tcPr>
                    <a:lnL w="6350" cap="flat" cmpd="sng" algn="ctr">
                      <a:noFill/>
                      <a:prstDash val="sysDot"/>
                      <a:round/>
                      <a:headEnd type="none" w="med" len="med"/>
                      <a:tailEnd type="none" w="med" len="med"/>
                    </a:lnL>
                    <a:lnR w="635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723617388"/>
                  </a:ext>
                </a:extLst>
              </a:tr>
              <a:tr h="231898">
                <a:tc vMerge="1">
                  <a:txBody>
                    <a:bodyPr/>
                    <a:lstStyle/>
                    <a:p>
                      <a:pPr marL="0" marR="0" lvl="0" indent="0" algn="ctr" defTabSz="1219170" rtl="0" eaLnBrk="1" fontAlgn="auto" latinLnBrk="0" hangingPunct="1">
                        <a:lnSpc>
                          <a:spcPct val="100000"/>
                        </a:lnSpc>
                        <a:spcBef>
                          <a:spcPts val="300"/>
                        </a:spcBef>
                        <a:spcAft>
                          <a:spcPts val="0"/>
                        </a:spcAft>
                        <a:buClrTx/>
                        <a:buSzTx/>
                        <a:buFont typeface="+mj-lt"/>
                        <a:buNone/>
                        <a:tabLst/>
                        <a:defRPr/>
                      </a:pPr>
                      <a:endParaRPr lang="en-US" sz="800" b="1" kern="1200">
                        <a:solidFill>
                          <a:schemeClr val="tx1"/>
                        </a:solidFill>
                        <a:latin typeface="+mn-lt"/>
                        <a:ea typeface="+mn-ea"/>
                        <a:cs typeface="+mn-cs"/>
                      </a:endParaRPr>
                    </a:p>
                  </a:txBody>
                  <a:tcPr marT="73152" marB="73152" anchor="ctr">
                    <a:lnL w="12700" cmpd="sng">
                      <a:noFill/>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vMerge="1">
                  <a:txBody>
                    <a:bodyPr/>
                    <a:lstStyle/>
                    <a:p>
                      <a:pPr marL="169863" marR="0" lvl="0" indent="-169863"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endParaRPr kumimoji="0" lang="en-US" sz="800" b="0" i="0" u="none" strike="noStrike" kern="1200" cap="none" spc="0" normalizeH="0" baseline="0" noProof="0">
                        <a:ln>
                          <a:noFill/>
                        </a:ln>
                        <a:solidFill>
                          <a:prstClr val="black"/>
                        </a:solidFill>
                        <a:effectLst/>
                        <a:uLnTx/>
                        <a:uFillTx/>
                        <a:latin typeface="Calibri"/>
                        <a:ea typeface="+mn-ea"/>
                        <a:cs typeface="+mn-cs"/>
                      </a:endParaRPr>
                    </a:p>
                  </a:txBody>
                  <a:tcPr anchor="ctr">
                    <a:lnL w="6350" cap="flat" cmpd="sng" algn="ctr">
                      <a:noFill/>
                      <a:prstDash val="solid"/>
                      <a:round/>
                      <a:headEnd type="none" w="med" len="med"/>
                      <a:tailEnd type="none" w="med" len="med"/>
                    </a:lnL>
                    <a:lnR w="6350" cap="flat" cmpd="sng" algn="ctr">
                      <a:noFill/>
                      <a:prstDash val="sysDot"/>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lang="en-US" sz="1000" b="0" i="0" u="none" strike="noStrike" cap="none">
                          <a:solidFill>
                            <a:srgbClr val="000000"/>
                          </a:solidFill>
                          <a:latin typeface="+mn-lt"/>
                          <a:ea typeface="Open Sans"/>
                          <a:cs typeface="Open Sans"/>
                          <a:sym typeface="Open Sans"/>
                        </a:rPr>
                        <a:t>Generate executive level overview of company financial health</a:t>
                      </a:r>
                      <a:endParaRPr lang="en-US" sz="1000">
                        <a:latin typeface="+mn-lt"/>
                      </a:endParaRPr>
                    </a:p>
                  </a:txBody>
                  <a:tcPr anchor="ctr">
                    <a:lnL w="6350" cap="flat" cmpd="sng" algn="ctr">
                      <a:noFill/>
                      <a:prstDash val="sysDot"/>
                      <a:round/>
                      <a:headEnd type="none" w="med" len="med"/>
                      <a:tailEnd type="none" w="med" len="med"/>
                    </a:lnL>
                    <a:lnR w="6350" cap="flat" cmpd="sng" algn="ctr">
                      <a:no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69863" marR="0" lvl="0" indent="-169863"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mn-lt"/>
                          <a:ea typeface="+mn-ea"/>
                          <a:cs typeface="+mn-cs"/>
                        </a:rPr>
                        <a:t>NLP</a:t>
                      </a:r>
                    </a:p>
                  </a:txBody>
                  <a:tcPr>
                    <a:lnL w="6350" cap="flat" cmpd="sng" algn="ctr">
                      <a:noFill/>
                      <a:prstDash val="sysDot"/>
                      <a:round/>
                      <a:headEnd type="none" w="med" len="med"/>
                      <a:tailEnd type="none" w="med" len="med"/>
                    </a:lnL>
                    <a:lnR w="6350" cap="flat" cmpd="sng" algn="ctr">
                      <a:no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marL="169863" marR="0" lvl="0" indent="-169863"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endParaRPr kumimoji="0" lang="en-US" sz="800" b="0" i="0" u="none" strike="noStrike" kern="1200" cap="none" spc="0" normalizeH="0" baseline="0" noProof="0">
                        <a:ln>
                          <a:noFill/>
                        </a:ln>
                        <a:solidFill>
                          <a:prstClr val="black"/>
                        </a:solidFill>
                        <a:effectLst/>
                        <a:uLnTx/>
                        <a:uFillTx/>
                        <a:latin typeface="+mn-lt"/>
                        <a:ea typeface="+mn-ea"/>
                        <a:cs typeface="+mn-cs"/>
                      </a:endParaRPr>
                    </a:p>
                  </a:txBody>
                  <a:tcPr anchor="ctr">
                    <a:lnL w="6350" cap="flat" cmpd="sng" algn="ctr">
                      <a:noFill/>
                      <a:prstDash val="sysDot"/>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marL="169863" marR="0" lvl="0" indent="-169863"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endParaRPr kumimoji="0" lang="en-US" sz="800" b="0" i="0" u="none" strike="noStrike" kern="1200" cap="none" spc="0" normalizeH="0" baseline="0" noProof="0">
                        <a:ln>
                          <a:noFill/>
                        </a:ln>
                        <a:solidFill>
                          <a:prstClr val="black"/>
                        </a:solidFill>
                        <a:effectLst/>
                        <a:uLnTx/>
                        <a:uFillTx/>
                        <a:latin typeface="+mn-lt"/>
                        <a:ea typeface="+mn-ea"/>
                        <a:cs typeface="+mn-cs"/>
                      </a:endParaRPr>
                    </a:p>
                  </a:txBody>
                  <a:tcPr anchor="ctr">
                    <a:lnL w="6350" cap="flat" cmpd="sng" algn="ctr">
                      <a:noFill/>
                      <a:prstDash val="sysDot"/>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93111318"/>
                  </a:ext>
                </a:extLst>
              </a:tr>
              <a:tr h="386967">
                <a:tc vMerge="1">
                  <a:txBody>
                    <a:bodyPr/>
                    <a:lstStyle/>
                    <a:p>
                      <a:pPr marL="0" marR="0" lvl="0" indent="0" algn="ctr" defTabSz="1219170" rtl="0" eaLnBrk="1" fontAlgn="auto" latinLnBrk="0" hangingPunct="1">
                        <a:lnSpc>
                          <a:spcPct val="100000"/>
                        </a:lnSpc>
                        <a:spcBef>
                          <a:spcPts val="300"/>
                        </a:spcBef>
                        <a:spcAft>
                          <a:spcPts val="0"/>
                        </a:spcAft>
                        <a:buClrTx/>
                        <a:buSzTx/>
                        <a:buFont typeface="+mj-lt"/>
                        <a:buNone/>
                        <a:tabLst/>
                        <a:defRPr/>
                      </a:pPr>
                      <a:endParaRPr lang="en-US" sz="800" b="1" kern="1200">
                        <a:solidFill>
                          <a:schemeClr val="tx1"/>
                        </a:solidFill>
                        <a:latin typeface="+mn-lt"/>
                        <a:ea typeface="+mn-ea"/>
                        <a:cs typeface="+mn-cs"/>
                      </a:endParaRPr>
                    </a:p>
                  </a:txBody>
                  <a:tcPr marT="73152" marB="73152" anchor="ctr">
                    <a:lnL w="12700" cmpd="sng">
                      <a:noFill/>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vMerge="1">
                  <a:txBody>
                    <a:bodyPr/>
                    <a:lstStyle/>
                    <a:p>
                      <a:pPr marL="169863" marR="0" lvl="0" indent="-169863"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endParaRPr kumimoji="0" lang="en-US" sz="800" b="0" i="0" u="none" strike="noStrike" kern="1200" cap="none" spc="0" normalizeH="0" baseline="0" noProof="0">
                        <a:ln>
                          <a:noFill/>
                        </a:ln>
                        <a:solidFill>
                          <a:prstClr val="black"/>
                        </a:solidFill>
                        <a:effectLst/>
                        <a:uLnTx/>
                        <a:uFillTx/>
                        <a:latin typeface="Calibri"/>
                        <a:ea typeface="+mn-ea"/>
                        <a:cs typeface="+mn-cs"/>
                      </a:endParaRPr>
                    </a:p>
                  </a:txBody>
                  <a:tcPr anchor="ctr">
                    <a:lnL w="6350" cap="flat" cmpd="sng" algn="ctr">
                      <a:noFill/>
                      <a:prstDash val="solid"/>
                      <a:round/>
                      <a:headEnd type="none" w="med" len="med"/>
                      <a:tailEnd type="none" w="med" len="med"/>
                    </a:lnL>
                    <a:lnR w="6350" cap="flat" cmpd="sng" algn="ctr">
                      <a:noFill/>
                      <a:prstDash val="sysDot"/>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lang="en-US" sz="1000" b="0" i="0" u="none" strike="noStrike" cap="none">
                          <a:solidFill>
                            <a:srgbClr val="000000"/>
                          </a:solidFill>
                          <a:latin typeface="+mn-lt"/>
                          <a:ea typeface="Open Sans"/>
                          <a:cs typeface="Open Sans"/>
                          <a:sym typeface="Open Sans"/>
                        </a:rPr>
                        <a:t>Identify past data patterns to predict and improve future financial performance</a:t>
                      </a:r>
                      <a:endParaRPr lang="en-US" sz="1000">
                        <a:latin typeface="+mn-lt"/>
                      </a:endParaRPr>
                    </a:p>
                  </a:txBody>
                  <a:tcPr anchor="ctr">
                    <a:lnL w="6350" cap="flat" cmpd="sng" algn="ctr">
                      <a:noFill/>
                      <a:prstDash val="sysDot"/>
                      <a:round/>
                      <a:headEnd type="none" w="med" len="med"/>
                      <a:tailEnd type="none" w="med" len="med"/>
                    </a:lnL>
                    <a:lnR w="6350" cap="flat" cmpd="sng" algn="ctr">
                      <a:no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69863" marR="0" lvl="0" indent="-169863"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mn-lt"/>
                          <a:ea typeface="+mn-ea"/>
                          <a:cs typeface="+mn-cs"/>
                        </a:rPr>
                        <a:t>ML Predictive + </a:t>
                      </a:r>
                      <a:r>
                        <a:rPr kumimoji="0" lang="en-US" sz="1000" b="0" i="0" u="none" strike="noStrike" kern="1200" cap="none" spc="0" normalizeH="0" baseline="0" noProof="0" err="1">
                          <a:ln>
                            <a:noFill/>
                          </a:ln>
                          <a:solidFill>
                            <a:prstClr val="black"/>
                          </a:solidFill>
                          <a:effectLst/>
                          <a:uLnTx/>
                          <a:uFillTx/>
                          <a:latin typeface="+mn-lt"/>
                          <a:ea typeface="+mn-ea"/>
                          <a:cs typeface="+mn-cs"/>
                        </a:rPr>
                        <a:t>GenAI</a:t>
                      </a:r>
                      <a:endParaRPr kumimoji="0" lang="en-US" sz="1000" b="0" i="0" u="none" strike="noStrike" kern="1200" cap="none" spc="0" normalizeH="0" baseline="0" noProof="0">
                        <a:ln>
                          <a:noFill/>
                        </a:ln>
                        <a:solidFill>
                          <a:prstClr val="black"/>
                        </a:solidFill>
                        <a:effectLst/>
                        <a:uLnTx/>
                        <a:uFillTx/>
                        <a:latin typeface="+mn-lt"/>
                        <a:ea typeface="+mn-ea"/>
                        <a:cs typeface="+mn-cs"/>
                      </a:endParaRPr>
                    </a:p>
                  </a:txBody>
                  <a:tcPr>
                    <a:lnL w="6350" cap="flat" cmpd="sng" algn="ctr">
                      <a:noFill/>
                      <a:prstDash val="sysDot"/>
                      <a:round/>
                      <a:headEnd type="none" w="med" len="med"/>
                      <a:tailEnd type="none" w="med" len="med"/>
                    </a:lnL>
                    <a:lnR w="6350" cap="flat" cmpd="sng" algn="ctr">
                      <a:no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marL="169863" marR="0" lvl="0" indent="-169863"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endParaRPr kumimoji="0" lang="en-US" sz="800" b="0" i="0" u="none" strike="noStrike" kern="1200" cap="none" spc="0" normalizeH="0" baseline="0" noProof="0">
                        <a:ln>
                          <a:noFill/>
                        </a:ln>
                        <a:solidFill>
                          <a:prstClr val="black"/>
                        </a:solidFill>
                        <a:effectLst/>
                        <a:uLnTx/>
                        <a:uFillTx/>
                        <a:latin typeface="+mn-lt"/>
                        <a:ea typeface="+mn-ea"/>
                        <a:cs typeface="+mn-cs"/>
                      </a:endParaRPr>
                    </a:p>
                  </a:txBody>
                  <a:tcPr anchor="ctr">
                    <a:lnL w="6350" cap="flat" cmpd="sng" algn="ctr">
                      <a:noFill/>
                      <a:prstDash val="sysDot"/>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marL="169863" marR="0" lvl="0" indent="-169863"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endParaRPr kumimoji="0" lang="en-US" sz="800" b="0" i="0" u="none" strike="noStrike" kern="1200" cap="none" spc="0" normalizeH="0" baseline="0" noProof="0">
                        <a:ln>
                          <a:noFill/>
                        </a:ln>
                        <a:solidFill>
                          <a:prstClr val="black"/>
                        </a:solidFill>
                        <a:effectLst/>
                        <a:uLnTx/>
                        <a:uFillTx/>
                        <a:latin typeface="+mn-lt"/>
                        <a:ea typeface="+mn-ea"/>
                        <a:cs typeface="+mn-cs"/>
                      </a:endParaRPr>
                    </a:p>
                  </a:txBody>
                  <a:tcPr anchor="ctr">
                    <a:lnL w="6350" cap="flat" cmpd="sng" algn="ctr">
                      <a:noFill/>
                      <a:prstDash val="sysDot"/>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90336823"/>
                  </a:ext>
                </a:extLst>
              </a:tr>
              <a:tr h="386967">
                <a:tc rowSpan="2">
                  <a:txBody>
                    <a:bodyPr/>
                    <a:lstStyle/>
                    <a:p>
                      <a:pPr marL="0" marR="0" lvl="0" indent="0" algn="ctr" defTabSz="1219170" rtl="0" eaLnBrk="1" fontAlgn="auto" latinLnBrk="0" hangingPunct="1">
                        <a:lnSpc>
                          <a:spcPct val="100000"/>
                        </a:lnSpc>
                        <a:spcBef>
                          <a:spcPts val="300"/>
                        </a:spcBef>
                        <a:spcAft>
                          <a:spcPts val="0"/>
                        </a:spcAft>
                        <a:buClrTx/>
                        <a:buSzTx/>
                        <a:buFont typeface="+mj-lt"/>
                        <a:buNone/>
                        <a:tabLst/>
                        <a:defRPr/>
                      </a:pPr>
                      <a:r>
                        <a:rPr lang="en-US" sz="1000" b="1" kern="1200">
                          <a:solidFill>
                            <a:schemeClr val="tx1"/>
                          </a:solidFill>
                          <a:latin typeface="+mn-lt"/>
                          <a:ea typeface="+mn-ea"/>
                          <a:cs typeface="+mn-cs"/>
                        </a:rPr>
                        <a:t>Planning, Budgeting, Forecasting</a:t>
                      </a:r>
                    </a:p>
                  </a:txBody>
                  <a:tcPr marT="73152" marB="73152" vert="vert270" anchor="ctr">
                    <a:lnL w="12700" cmpd="sng">
                      <a:noFill/>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rowSpan="2">
                  <a:txBody>
                    <a:bodyPr/>
                    <a:lstStyle/>
                    <a:p>
                      <a:pPr marL="0" marR="0" lvl="0" indent="0" algn="ctr" defTabSz="914400" rtl="0" eaLnBrk="1" fontAlgn="auto" latinLnBrk="0" hangingPunct="1">
                        <a:lnSpc>
                          <a:spcPct val="110000"/>
                        </a:lnSpc>
                        <a:spcBef>
                          <a:spcPts val="0"/>
                        </a:spcBef>
                        <a:spcAft>
                          <a:spcPts val="0"/>
                        </a:spcAft>
                        <a:buClrTx/>
                        <a:buSzTx/>
                        <a:buFont typeface="Arial" panose="020B0604020202020204" pitchFamily="34" charset="0"/>
                        <a:buNone/>
                        <a:tabLst/>
                        <a:defRPr/>
                      </a:pPr>
                      <a:r>
                        <a:rPr kumimoji="0" lang="en-US" sz="1000" b="0" i="0" u="none" strike="noStrike" kern="1200" cap="none" spc="0" normalizeH="0" baseline="0" noProof="0">
                          <a:ln>
                            <a:noFill/>
                          </a:ln>
                          <a:solidFill>
                            <a:prstClr val="black"/>
                          </a:solidFill>
                          <a:effectLst/>
                          <a:uLnTx/>
                          <a:uFillTx/>
                          <a:latin typeface="+mn-lt"/>
                          <a:ea typeface="+mn-ea"/>
                          <a:cs typeface="+mn-cs"/>
                        </a:rPr>
                        <a:t>Budgeting and Forecasting</a:t>
                      </a:r>
                    </a:p>
                  </a:txBody>
                  <a:tcPr anchor="ctr">
                    <a:lnL w="6350" cap="flat" cmpd="sng" algn="ctr">
                      <a:noFill/>
                      <a:prstDash val="solid"/>
                      <a:round/>
                      <a:headEnd type="none" w="med" len="med"/>
                      <a:tailEnd type="none" w="med" len="med"/>
                    </a:lnL>
                    <a:lnR w="6350" cap="flat" cmpd="sng" algn="ctr">
                      <a:noFill/>
                      <a:prstDash val="sysDot"/>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lang="en-US" sz="1000" b="0" i="0" u="none" strike="noStrike" cap="none">
                          <a:solidFill>
                            <a:srgbClr val="000000"/>
                          </a:solidFill>
                          <a:latin typeface="+mn-lt"/>
                          <a:ea typeface="Open Sans"/>
                          <a:cs typeface="Open Sans"/>
                          <a:sym typeface="Open Sans"/>
                        </a:rPr>
                        <a:t>Develop guided workflows for creating budgets that can consider financial metrics and user input</a:t>
                      </a:r>
                      <a:endParaRPr lang="en-US" sz="1000">
                        <a:latin typeface="+mn-lt"/>
                      </a:endParaRPr>
                    </a:p>
                  </a:txBody>
                  <a:tcPr anchor="ctr">
                    <a:lnL w="6350" cap="flat" cmpd="sng" algn="ctr">
                      <a:noFill/>
                      <a:prstDash val="sysDot"/>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69863" marR="0" lvl="0" indent="-169863"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mn-lt"/>
                          <a:ea typeface="+mn-ea"/>
                          <a:cs typeface="+mn-cs"/>
                        </a:rPr>
                        <a:t>Predictive Analysis + </a:t>
                      </a:r>
                      <a:r>
                        <a:rPr kumimoji="0" lang="en-US" sz="1000" b="0" i="0" u="none" strike="noStrike" kern="1200" cap="none" spc="0" normalizeH="0" baseline="0" noProof="0" err="1">
                          <a:ln>
                            <a:noFill/>
                          </a:ln>
                          <a:solidFill>
                            <a:prstClr val="black"/>
                          </a:solidFill>
                          <a:effectLst/>
                          <a:uLnTx/>
                          <a:uFillTx/>
                          <a:latin typeface="+mn-lt"/>
                          <a:ea typeface="+mn-ea"/>
                          <a:cs typeface="+mn-cs"/>
                        </a:rPr>
                        <a:t>GenAI</a:t>
                      </a:r>
                      <a:endParaRPr kumimoji="0" lang="en-US" sz="1000" b="0" i="0" u="none" strike="noStrike" kern="1200" cap="none" spc="0" normalizeH="0" baseline="0" noProof="0">
                        <a:ln>
                          <a:noFill/>
                        </a:ln>
                        <a:solidFill>
                          <a:prstClr val="black"/>
                        </a:solidFill>
                        <a:effectLst/>
                        <a:uLnTx/>
                        <a:uFillTx/>
                        <a:latin typeface="+mn-lt"/>
                        <a:ea typeface="+mn-ea"/>
                        <a:cs typeface="+mn-cs"/>
                      </a:endParaRPr>
                    </a:p>
                  </a:txBody>
                  <a:tcPr>
                    <a:lnL w="6350" cap="flat" cmpd="sng" algn="ctr">
                      <a:noFill/>
                      <a:prstDash val="sysDot"/>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2">
                  <a:txBody>
                    <a:bodyPr/>
                    <a:lstStyle/>
                    <a:p>
                      <a:pPr marL="169863" marR="0" lvl="0" indent="-169863"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mn-lt"/>
                          <a:ea typeface="+mn-ea"/>
                          <a:cs typeface="+mn-cs"/>
                        </a:rPr>
                        <a:t>Long-range Strategic Planning</a:t>
                      </a:r>
                    </a:p>
                    <a:p>
                      <a:pPr marL="169863" marR="0" lvl="0" indent="-169863"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mn-lt"/>
                          <a:ea typeface="+mn-ea"/>
                          <a:cs typeface="+mn-cs"/>
                        </a:rPr>
                        <a:t>Budgeting</a:t>
                      </a:r>
                    </a:p>
                  </a:txBody>
                  <a:tcPr>
                    <a:lnL w="6350" cap="flat" cmpd="sng" algn="ctr">
                      <a:noFill/>
                      <a:prstDash val="sysDot"/>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2">
                  <a:txBody>
                    <a:bodyPr/>
                    <a:lstStyle/>
                    <a:p>
                      <a:pPr marL="169863" marR="0" lvl="0" indent="-169863"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mn-lt"/>
                          <a:ea typeface="+mn-ea"/>
                          <a:cs typeface="+mn-cs"/>
                        </a:rPr>
                        <a:t>Forecasting</a:t>
                      </a:r>
                    </a:p>
                    <a:p>
                      <a:pPr marL="169863" marR="0" lvl="0" indent="-169863"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mn-lt"/>
                          <a:ea typeface="+mn-ea"/>
                          <a:cs typeface="+mn-cs"/>
                        </a:rPr>
                        <a:t>Insights &amp; Decision Support</a:t>
                      </a:r>
                    </a:p>
                  </a:txBody>
                  <a:tcPr>
                    <a:lnL w="6350" cap="flat" cmpd="sng" algn="ctr">
                      <a:noFill/>
                      <a:prstDash val="sysDot"/>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96156629"/>
                  </a:ext>
                </a:extLst>
              </a:tr>
              <a:tr h="386967">
                <a:tc vMerge="1">
                  <a:txBody>
                    <a:bodyPr/>
                    <a:lstStyle/>
                    <a:p>
                      <a:pPr marL="0" marR="0" lvl="0" indent="0" algn="ctr" defTabSz="1219170" rtl="0" eaLnBrk="1" fontAlgn="auto" latinLnBrk="0" hangingPunct="1">
                        <a:lnSpc>
                          <a:spcPct val="100000"/>
                        </a:lnSpc>
                        <a:spcBef>
                          <a:spcPts val="300"/>
                        </a:spcBef>
                        <a:spcAft>
                          <a:spcPts val="0"/>
                        </a:spcAft>
                        <a:buClrTx/>
                        <a:buSzTx/>
                        <a:buFont typeface="+mj-lt"/>
                        <a:buNone/>
                        <a:tabLst/>
                        <a:defRPr/>
                      </a:pPr>
                      <a:endParaRPr lang="en-US" sz="800" b="1" kern="1200">
                        <a:solidFill>
                          <a:schemeClr val="tx1"/>
                        </a:solidFill>
                        <a:latin typeface="+mn-lt"/>
                        <a:ea typeface="+mn-ea"/>
                        <a:cs typeface="+mn-cs"/>
                      </a:endParaRPr>
                    </a:p>
                  </a:txBody>
                  <a:tcPr marT="73152" marB="73152" anchor="ctr">
                    <a:lnL w="12700" cmpd="sng">
                      <a:noFill/>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vMerge="1">
                  <a:txBody>
                    <a:bodyPr/>
                    <a:lstStyle/>
                    <a:p>
                      <a:pPr marL="169863" marR="0" lvl="0" indent="-169863"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endParaRPr kumimoji="0" lang="en-US" sz="800" b="0" i="0" u="none" strike="noStrike" kern="1200" cap="none" spc="0" normalizeH="0" baseline="0" noProof="0">
                        <a:ln>
                          <a:noFill/>
                        </a:ln>
                        <a:solidFill>
                          <a:prstClr val="black"/>
                        </a:solidFill>
                        <a:effectLst/>
                        <a:uLnTx/>
                        <a:uFillTx/>
                        <a:latin typeface="Calibri"/>
                        <a:ea typeface="+mn-ea"/>
                        <a:cs typeface="+mn-cs"/>
                      </a:endParaRPr>
                    </a:p>
                  </a:txBody>
                  <a:tcPr anchor="ctr">
                    <a:lnL w="6350" cap="flat" cmpd="sng" algn="ctr">
                      <a:noFill/>
                      <a:prstDash val="solid"/>
                      <a:round/>
                      <a:headEnd type="none" w="med" len="med"/>
                      <a:tailEnd type="none" w="med" len="med"/>
                    </a:lnL>
                    <a:lnR w="6350" cap="flat" cmpd="sng" algn="ctr">
                      <a:noFill/>
                      <a:prstDash val="sysDot"/>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lang="en-US" sz="1000" b="0" i="0" u="none" strike="noStrike" cap="none">
                          <a:solidFill>
                            <a:srgbClr val="000000"/>
                          </a:solidFill>
                          <a:latin typeface="+mn-lt"/>
                          <a:ea typeface="Open Sans"/>
                          <a:cs typeface="Open Sans"/>
                          <a:sym typeface="Open Sans"/>
                        </a:rPr>
                        <a:t>Summarize and score project proposals across the organization to facilitate executive review</a:t>
                      </a:r>
                      <a:endParaRPr lang="en-US" sz="1000">
                        <a:latin typeface="+mn-lt"/>
                      </a:endParaRPr>
                    </a:p>
                  </a:txBody>
                  <a:tcPr anchor="ctr">
                    <a:lnL w="6350" cap="flat" cmpd="sng" algn="ctr">
                      <a:noFill/>
                      <a:prstDash val="sysDot"/>
                      <a:round/>
                      <a:headEnd type="none" w="med" len="med"/>
                      <a:tailEnd type="none" w="med" len="med"/>
                    </a:lnL>
                    <a:lnR w="6350" cap="flat" cmpd="sng" algn="ctr">
                      <a:no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69863" marR="0" lvl="0" indent="-169863"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mn-lt"/>
                          <a:ea typeface="+mn-ea"/>
                          <a:cs typeface="+mn-cs"/>
                        </a:rPr>
                        <a:t>Predictive Analysis + </a:t>
                      </a:r>
                      <a:r>
                        <a:rPr kumimoji="0" lang="en-US" sz="1000" b="0" i="0" u="none" strike="noStrike" kern="1200" cap="none" spc="0" normalizeH="0" baseline="0" noProof="0" err="1">
                          <a:ln>
                            <a:noFill/>
                          </a:ln>
                          <a:solidFill>
                            <a:prstClr val="black"/>
                          </a:solidFill>
                          <a:effectLst/>
                          <a:uLnTx/>
                          <a:uFillTx/>
                          <a:latin typeface="+mn-lt"/>
                          <a:ea typeface="+mn-ea"/>
                          <a:cs typeface="+mn-cs"/>
                        </a:rPr>
                        <a:t>GenAI</a:t>
                      </a:r>
                      <a:endParaRPr kumimoji="0" lang="en-US" sz="1000" b="0" i="0" u="none" strike="noStrike" kern="1200" cap="none" spc="0" normalizeH="0" baseline="0" noProof="0">
                        <a:ln>
                          <a:noFill/>
                        </a:ln>
                        <a:solidFill>
                          <a:prstClr val="black"/>
                        </a:solidFill>
                        <a:effectLst/>
                        <a:uLnTx/>
                        <a:uFillTx/>
                        <a:latin typeface="+mn-lt"/>
                        <a:ea typeface="+mn-ea"/>
                        <a:cs typeface="+mn-cs"/>
                      </a:endParaRPr>
                    </a:p>
                  </a:txBody>
                  <a:tcPr>
                    <a:lnL w="6350" cap="flat" cmpd="sng" algn="ctr">
                      <a:noFill/>
                      <a:prstDash val="sysDot"/>
                      <a:round/>
                      <a:headEnd type="none" w="med" len="med"/>
                      <a:tailEnd type="none" w="med" len="med"/>
                    </a:lnL>
                    <a:lnR w="6350" cap="flat" cmpd="sng" algn="ctr">
                      <a:no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marL="169863" marR="0" lvl="0" indent="-169863"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endParaRPr kumimoji="0" lang="en-US" sz="800" b="0" i="0" u="none" strike="noStrike" kern="1200" cap="none" spc="0" normalizeH="0" baseline="0" noProof="0">
                        <a:ln>
                          <a:noFill/>
                        </a:ln>
                        <a:solidFill>
                          <a:prstClr val="black"/>
                        </a:solidFill>
                        <a:effectLst/>
                        <a:uLnTx/>
                        <a:uFillTx/>
                        <a:latin typeface="+mn-lt"/>
                        <a:ea typeface="+mn-ea"/>
                        <a:cs typeface="+mn-cs"/>
                      </a:endParaRPr>
                    </a:p>
                  </a:txBody>
                  <a:tcPr anchor="ctr">
                    <a:lnL w="6350" cap="flat" cmpd="sng" algn="ctr">
                      <a:noFill/>
                      <a:prstDash val="sysDot"/>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marL="169863" marR="0" lvl="0" indent="-169863"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endParaRPr kumimoji="0" lang="en-US" sz="800" b="0" i="0" u="none" strike="noStrike" kern="1200" cap="none" spc="0" normalizeH="0" baseline="0" noProof="0">
                        <a:ln>
                          <a:noFill/>
                        </a:ln>
                        <a:solidFill>
                          <a:prstClr val="black"/>
                        </a:solidFill>
                        <a:effectLst/>
                        <a:uLnTx/>
                        <a:uFillTx/>
                        <a:latin typeface="+mn-lt"/>
                        <a:ea typeface="+mn-ea"/>
                        <a:cs typeface="+mn-cs"/>
                      </a:endParaRPr>
                    </a:p>
                  </a:txBody>
                  <a:tcPr anchor="ctr">
                    <a:lnL w="6350" cap="flat" cmpd="sng" algn="ctr">
                      <a:noFill/>
                      <a:prstDash val="sysDot"/>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098262318"/>
                  </a:ext>
                </a:extLst>
              </a:tr>
              <a:tr h="386967">
                <a:tc rowSpan="2">
                  <a:txBody>
                    <a:bodyPr/>
                    <a:lstStyle/>
                    <a:p>
                      <a:pPr marL="0" marR="0" lvl="0" indent="0" algn="ctr" defTabSz="1219170" rtl="0" eaLnBrk="1" fontAlgn="auto" latinLnBrk="0" hangingPunct="1">
                        <a:lnSpc>
                          <a:spcPct val="100000"/>
                        </a:lnSpc>
                        <a:spcBef>
                          <a:spcPts val="300"/>
                        </a:spcBef>
                        <a:spcAft>
                          <a:spcPts val="0"/>
                        </a:spcAft>
                        <a:buClrTx/>
                        <a:buSzTx/>
                        <a:buFont typeface="+mj-lt"/>
                        <a:buNone/>
                        <a:tabLst/>
                        <a:defRPr/>
                      </a:pPr>
                      <a:r>
                        <a:rPr lang="en-US" sz="1000" b="1" kern="1200">
                          <a:solidFill>
                            <a:schemeClr val="tx1"/>
                          </a:solidFill>
                          <a:latin typeface="+mn-lt"/>
                          <a:ea typeface="+mn-ea"/>
                          <a:cs typeface="+mn-cs"/>
                        </a:rPr>
                        <a:t>Treasury</a:t>
                      </a:r>
                    </a:p>
                  </a:txBody>
                  <a:tcPr marT="73152" marB="73152" vert="vert270" anchor="ctr">
                    <a:lnL w="12700" cmpd="sng">
                      <a:noFill/>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rowSpan="2">
                  <a:txBody>
                    <a:bodyPr/>
                    <a:lstStyle/>
                    <a:p>
                      <a:pPr marL="0" marR="0" lvl="0" indent="0" algn="ctr" defTabSz="914400" rtl="0" eaLnBrk="1" fontAlgn="auto" latinLnBrk="0" hangingPunct="1">
                        <a:lnSpc>
                          <a:spcPct val="110000"/>
                        </a:lnSpc>
                        <a:spcBef>
                          <a:spcPts val="0"/>
                        </a:spcBef>
                        <a:spcAft>
                          <a:spcPts val="0"/>
                        </a:spcAft>
                        <a:buClrTx/>
                        <a:buSzTx/>
                        <a:buFont typeface="Arial" panose="020B0604020202020204" pitchFamily="34" charset="0"/>
                        <a:buNone/>
                        <a:tabLst/>
                        <a:defRPr/>
                      </a:pPr>
                      <a:r>
                        <a:rPr kumimoji="0" lang="en-US" sz="1000" b="0" i="0" u="none" strike="noStrike" kern="1200" cap="none" spc="0" normalizeH="0" baseline="0" noProof="0">
                          <a:ln>
                            <a:noFill/>
                          </a:ln>
                          <a:solidFill>
                            <a:prstClr val="black"/>
                          </a:solidFill>
                          <a:effectLst/>
                          <a:uLnTx/>
                          <a:uFillTx/>
                          <a:latin typeface="+mn-lt"/>
                          <a:ea typeface="+mn-ea"/>
                          <a:cs typeface="+mn-cs"/>
                        </a:rPr>
                        <a:t>Cash and Foreign Currency Management</a:t>
                      </a:r>
                    </a:p>
                  </a:txBody>
                  <a:tcPr anchor="ctr">
                    <a:lnL w="6350" cap="flat" cmpd="sng" algn="ctr">
                      <a:noFill/>
                      <a:prstDash val="solid"/>
                      <a:round/>
                      <a:headEnd type="none" w="med" len="med"/>
                      <a:tailEnd type="none" w="med" len="med"/>
                    </a:lnL>
                    <a:lnR w="6350" cap="flat" cmpd="sng" algn="ctr">
                      <a:noFill/>
                      <a:prstDash val="sysDot"/>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mn-lt"/>
                          <a:ea typeface="+mn-ea"/>
                          <a:cs typeface="+mn-cs"/>
                        </a:rPr>
                        <a:t>Enhance cash flow analysis, minimizing liquidity risks, improving forecasting accuracy, and maximizing returns on cash holdings</a:t>
                      </a:r>
                    </a:p>
                  </a:txBody>
                  <a:tcPr anchor="ctr">
                    <a:lnL w="6350" cap="flat" cmpd="sng" algn="ctr">
                      <a:noFill/>
                      <a:prstDash val="sysDot"/>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69863" marR="0" lvl="0" indent="-169863"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mn-lt"/>
                          <a:ea typeface="+mn-ea"/>
                          <a:cs typeface="+mn-cs"/>
                        </a:rPr>
                        <a:t>Predictive Analysis + </a:t>
                      </a:r>
                      <a:r>
                        <a:rPr kumimoji="0" lang="en-US" sz="1000" b="0" i="0" u="none" strike="noStrike" kern="1200" cap="none" spc="0" normalizeH="0" baseline="0" noProof="0" err="1">
                          <a:ln>
                            <a:noFill/>
                          </a:ln>
                          <a:solidFill>
                            <a:prstClr val="black"/>
                          </a:solidFill>
                          <a:effectLst/>
                          <a:uLnTx/>
                          <a:uFillTx/>
                          <a:latin typeface="+mn-lt"/>
                          <a:ea typeface="+mn-ea"/>
                          <a:cs typeface="+mn-cs"/>
                        </a:rPr>
                        <a:t>GenAI</a:t>
                      </a:r>
                      <a:endParaRPr kumimoji="0" lang="en-US" sz="1000" b="0" i="0" u="none" strike="noStrike" kern="1200" cap="none" spc="0" normalizeH="0" baseline="0" noProof="0">
                        <a:ln>
                          <a:noFill/>
                        </a:ln>
                        <a:solidFill>
                          <a:prstClr val="black"/>
                        </a:solidFill>
                        <a:effectLst/>
                        <a:uLnTx/>
                        <a:uFillTx/>
                        <a:latin typeface="+mn-lt"/>
                        <a:ea typeface="+mn-ea"/>
                        <a:cs typeface="+mn-cs"/>
                      </a:endParaRPr>
                    </a:p>
                  </a:txBody>
                  <a:tcPr>
                    <a:lnL w="6350" cap="flat" cmpd="sng" algn="ctr">
                      <a:noFill/>
                      <a:prstDash val="sysDot"/>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2">
                  <a:txBody>
                    <a:bodyPr/>
                    <a:lstStyle/>
                    <a:p>
                      <a:pPr marL="169863" marR="0" lvl="0" indent="-169863"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mn-lt"/>
                          <a:ea typeface="+mn-ea"/>
                          <a:cs typeface="+mn-cs"/>
                        </a:rPr>
                        <a:t>Treasury Operations</a:t>
                      </a:r>
                    </a:p>
                    <a:p>
                      <a:pPr marL="169863" marR="0" lvl="0" indent="-169863"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mn-lt"/>
                          <a:ea typeface="+mn-ea"/>
                          <a:cs typeface="+mn-cs"/>
                        </a:rPr>
                        <a:t>FRM</a:t>
                      </a:r>
                    </a:p>
                  </a:txBody>
                  <a:tcPr>
                    <a:lnL w="6350" cap="flat" cmpd="sng" algn="ctr">
                      <a:noFill/>
                      <a:prstDash val="sysDot"/>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2">
                  <a:txBody>
                    <a:bodyPr/>
                    <a:lstStyle/>
                    <a:p>
                      <a:pPr marL="169863" marR="0" lvl="0" indent="-169863"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mn-lt"/>
                          <a:ea typeface="+mn-ea"/>
                          <a:cs typeface="+mn-cs"/>
                        </a:rPr>
                        <a:t>Debt &amp; Capital Markets</a:t>
                      </a:r>
                    </a:p>
                    <a:p>
                      <a:pPr marL="169863" marR="0" lvl="0" indent="-169863"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mn-lt"/>
                          <a:ea typeface="+mn-ea"/>
                          <a:cs typeface="+mn-cs"/>
                        </a:rPr>
                        <a:t>Investments</a:t>
                      </a:r>
                    </a:p>
                  </a:txBody>
                  <a:tcPr>
                    <a:lnL w="6350" cap="flat" cmpd="sng" algn="ctr">
                      <a:noFill/>
                      <a:prstDash val="sysDot"/>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05824450"/>
                  </a:ext>
                </a:extLst>
              </a:tr>
              <a:tr h="542035">
                <a:tc vMerge="1">
                  <a:txBody>
                    <a:bodyPr/>
                    <a:lstStyle/>
                    <a:p>
                      <a:pPr marL="0" marR="0" lvl="0" indent="0" algn="ctr" defTabSz="1219170" rtl="0" eaLnBrk="1" fontAlgn="auto" latinLnBrk="0" hangingPunct="1">
                        <a:lnSpc>
                          <a:spcPct val="100000"/>
                        </a:lnSpc>
                        <a:spcBef>
                          <a:spcPts val="300"/>
                        </a:spcBef>
                        <a:spcAft>
                          <a:spcPts val="0"/>
                        </a:spcAft>
                        <a:buClrTx/>
                        <a:buSzTx/>
                        <a:buFont typeface="+mj-lt"/>
                        <a:buNone/>
                        <a:tabLst/>
                        <a:defRPr/>
                      </a:pPr>
                      <a:endParaRPr lang="en-US" sz="800" b="1" kern="1200">
                        <a:solidFill>
                          <a:schemeClr val="tx1"/>
                        </a:solidFill>
                        <a:latin typeface="+mn-lt"/>
                        <a:ea typeface="+mn-ea"/>
                        <a:cs typeface="+mn-cs"/>
                      </a:endParaRPr>
                    </a:p>
                  </a:txBody>
                  <a:tcPr marT="73152" marB="73152" anchor="ctr">
                    <a:lnL w="12700" cmpd="sng">
                      <a:noFill/>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vMerge="1">
                  <a:txBody>
                    <a:bodyPr/>
                    <a:lstStyle/>
                    <a:p>
                      <a:pPr marL="169863" marR="0" lvl="0" indent="-169863" algn="ctr"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endParaRPr kumimoji="0" lang="en-US" sz="800" b="0" i="0" u="none" strike="noStrike" kern="1200" cap="none" spc="0" normalizeH="0" baseline="0" noProof="0">
                        <a:ln>
                          <a:noFill/>
                        </a:ln>
                        <a:solidFill>
                          <a:prstClr val="black"/>
                        </a:solidFill>
                        <a:effectLst/>
                        <a:uLnTx/>
                        <a:uFillTx/>
                        <a:latin typeface="+mn-lt"/>
                        <a:ea typeface="+mn-ea"/>
                        <a:cs typeface="+mn-cs"/>
                      </a:endParaRPr>
                    </a:p>
                  </a:txBody>
                  <a:tcPr anchor="ctr">
                    <a:lnL w="6350" cap="flat" cmpd="sng" algn="ctr">
                      <a:noFill/>
                      <a:prstDash val="solid"/>
                      <a:round/>
                      <a:headEnd type="none" w="med" len="med"/>
                      <a:tailEnd type="none" w="med" len="med"/>
                    </a:lnL>
                    <a:lnR w="6350" cap="flat" cmpd="sng" algn="ctr">
                      <a:noFill/>
                      <a:prstDash val="sysDot"/>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mn-lt"/>
                          <a:ea typeface="+mn-ea"/>
                          <a:cs typeface="+mn-cs"/>
                        </a:rPr>
                        <a:t>Optimize foreign exchange operations by evaluating foreign exchange data by identifying patterns and trends to reduce financial risks</a:t>
                      </a:r>
                    </a:p>
                  </a:txBody>
                  <a:tcPr anchor="ctr">
                    <a:lnL w="6350" cap="flat" cmpd="sng" algn="ctr">
                      <a:noFill/>
                      <a:prstDash val="sysDot"/>
                      <a:round/>
                      <a:headEnd type="none" w="med" len="med"/>
                      <a:tailEnd type="none" w="med" len="med"/>
                    </a:lnL>
                    <a:lnR w="6350" cap="flat" cmpd="sng" algn="ctr">
                      <a:no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69863" marR="0" lvl="0" indent="-169863"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mn-lt"/>
                          <a:ea typeface="+mn-ea"/>
                          <a:cs typeface="+mn-cs"/>
                        </a:rPr>
                        <a:t>Predictive Analysis + </a:t>
                      </a:r>
                      <a:r>
                        <a:rPr kumimoji="0" lang="en-US" sz="1000" b="0" i="0" u="none" strike="noStrike" kern="1200" cap="none" spc="0" normalizeH="0" baseline="0" noProof="0" err="1">
                          <a:ln>
                            <a:noFill/>
                          </a:ln>
                          <a:solidFill>
                            <a:prstClr val="black"/>
                          </a:solidFill>
                          <a:effectLst/>
                          <a:uLnTx/>
                          <a:uFillTx/>
                          <a:latin typeface="+mn-lt"/>
                          <a:ea typeface="+mn-ea"/>
                          <a:cs typeface="+mn-cs"/>
                        </a:rPr>
                        <a:t>GenAI</a:t>
                      </a:r>
                      <a:endParaRPr kumimoji="0" lang="en-US" sz="1000" b="0" i="0" u="none" strike="noStrike" kern="1200" cap="none" spc="0" normalizeH="0" baseline="0" noProof="0">
                        <a:ln>
                          <a:noFill/>
                        </a:ln>
                        <a:solidFill>
                          <a:prstClr val="black"/>
                        </a:solidFill>
                        <a:effectLst/>
                        <a:uLnTx/>
                        <a:uFillTx/>
                        <a:latin typeface="+mn-lt"/>
                        <a:ea typeface="+mn-ea"/>
                        <a:cs typeface="+mn-cs"/>
                      </a:endParaRPr>
                    </a:p>
                  </a:txBody>
                  <a:tcPr>
                    <a:lnL w="6350" cap="flat" cmpd="sng" algn="ctr">
                      <a:noFill/>
                      <a:prstDash val="sysDot"/>
                      <a:round/>
                      <a:headEnd type="none" w="med" len="med"/>
                      <a:tailEnd type="none" w="med" len="med"/>
                    </a:lnL>
                    <a:lnR w="6350" cap="flat" cmpd="sng" algn="ctr">
                      <a:no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marL="169863" marR="0" lvl="0" indent="-169863"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endParaRPr kumimoji="0" lang="en-US" sz="800" b="0" i="0" u="none" strike="noStrike" kern="1200" cap="none" spc="0" normalizeH="0" baseline="0" noProof="0">
                        <a:ln>
                          <a:noFill/>
                        </a:ln>
                        <a:solidFill>
                          <a:prstClr val="black"/>
                        </a:solidFill>
                        <a:effectLst/>
                        <a:uLnTx/>
                        <a:uFillTx/>
                        <a:latin typeface="+mn-lt"/>
                        <a:ea typeface="+mn-ea"/>
                        <a:cs typeface="+mn-cs"/>
                      </a:endParaRPr>
                    </a:p>
                  </a:txBody>
                  <a:tcPr anchor="ctr">
                    <a:lnL w="6350" cap="flat" cmpd="sng" algn="ctr">
                      <a:noFill/>
                      <a:prstDash val="sysDot"/>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marL="169863" marR="0" lvl="0" indent="-169863"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endParaRPr kumimoji="0" lang="en-US" sz="800" b="0" i="0" u="none" strike="noStrike" kern="1200" cap="none" spc="0" normalizeH="0" baseline="0" noProof="0">
                        <a:ln>
                          <a:noFill/>
                        </a:ln>
                        <a:solidFill>
                          <a:prstClr val="black"/>
                        </a:solidFill>
                        <a:effectLst/>
                        <a:uLnTx/>
                        <a:uFillTx/>
                        <a:latin typeface="+mn-lt"/>
                        <a:ea typeface="+mn-ea"/>
                        <a:cs typeface="+mn-cs"/>
                      </a:endParaRPr>
                    </a:p>
                  </a:txBody>
                  <a:tcPr anchor="ctr">
                    <a:lnL w="6350" cap="flat" cmpd="sng" algn="ctr">
                      <a:noFill/>
                      <a:prstDash val="sysDot"/>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58762539"/>
                  </a:ext>
                </a:extLst>
              </a:tr>
              <a:tr h="397539">
                <a:tc rowSpan="2">
                  <a:txBody>
                    <a:bodyPr/>
                    <a:lstStyle/>
                    <a:p>
                      <a:pPr marL="0" marR="0" lvl="0" indent="0" algn="ctr" defTabSz="1219170" rtl="0" eaLnBrk="1" fontAlgn="auto" latinLnBrk="0" hangingPunct="1">
                        <a:lnSpc>
                          <a:spcPct val="100000"/>
                        </a:lnSpc>
                        <a:spcBef>
                          <a:spcPts val="300"/>
                        </a:spcBef>
                        <a:spcAft>
                          <a:spcPts val="0"/>
                        </a:spcAft>
                        <a:buClrTx/>
                        <a:buSzTx/>
                        <a:buFont typeface="+mj-lt"/>
                        <a:buNone/>
                        <a:tabLst/>
                        <a:defRPr/>
                      </a:pPr>
                      <a:r>
                        <a:rPr lang="en-US" sz="1000" b="1" kern="1200">
                          <a:solidFill>
                            <a:schemeClr val="tx1"/>
                          </a:solidFill>
                          <a:latin typeface="+mn-lt"/>
                          <a:ea typeface="+mn-ea"/>
                          <a:cs typeface="+mn-cs"/>
                        </a:rPr>
                        <a:t>Tax Management</a:t>
                      </a:r>
                    </a:p>
                  </a:txBody>
                  <a:tcPr marT="73152" marB="73152" vert="vert270" anchor="ctr">
                    <a:lnL w="12700" cmpd="sng">
                      <a:noFill/>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rowSpan="2">
                  <a:txBody>
                    <a:bodyPr/>
                    <a:lstStyle/>
                    <a:p>
                      <a:pPr marL="0" marR="0" lvl="0" indent="0" algn="ctr" defTabSz="914400" rtl="0" eaLnBrk="1" fontAlgn="auto" latinLnBrk="0" hangingPunct="1">
                        <a:lnSpc>
                          <a:spcPct val="110000"/>
                        </a:lnSpc>
                        <a:spcBef>
                          <a:spcPts val="0"/>
                        </a:spcBef>
                        <a:spcAft>
                          <a:spcPts val="0"/>
                        </a:spcAft>
                        <a:buClrTx/>
                        <a:buSzTx/>
                        <a:buFont typeface="Arial" panose="020B0604020202020204" pitchFamily="34" charset="0"/>
                        <a:buNone/>
                        <a:tabLst/>
                        <a:defRPr/>
                      </a:pPr>
                      <a:r>
                        <a:rPr kumimoji="0" lang="en-US" sz="1000" b="0" i="0" u="none" strike="noStrike" kern="1200" cap="none" spc="0" normalizeH="0" baseline="0" noProof="0">
                          <a:ln>
                            <a:noFill/>
                          </a:ln>
                          <a:solidFill>
                            <a:prstClr val="black"/>
                          </a:solidFill>
                          <a:effectLst/>
                          <a:uLnTx/>
                          <a:uFillTx/>
                          <a:latin typeface="+mn-lt"/>
                          <a:ea typeface="+mn-ea"/>
                          <a:cs typeface="+mn-cs"/>
                        </a:rPr>
                        <a:t>Tax Filing and Legal Compliance</a:t>
                      </a:r>
                    </a:p>
                  </a:txBody>
                  <a:tcPr anchor="ctr">
                    <a:lnL w="6350" cap="flat" cmpd="sng" algn="ctr">
                      <a:noFill/>
                      <a:prstDash val="solid"/>
                      <a:round/>
                      <a:headEnd type="none" w="med" len="med"/>
                      <a:tailEnd type="none" w="med" len="med"/>
                    </a:lnL>
                    <a:lnR w="6350" cap="flat" cmpd="sng" algn="ctr">
                      <a:noFill/>
                      <a:prstDash val="sysDot"/>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mn-lt"/>
                          <a:ea typeface="+mn-ea"/>
                          <a:cs typeface="+mn-cs"/>
                        </a:rPr>
                        <a:t>Automate tax filing processes, analyze financial data, and generate accurate tax reports</a:t>
                      </a:r>
                    </a:p>
                  </a:txBody>
                  <a:tcPr anchor="ctr">
                    <a:lnL w="6350" cap="flat" cmpd="sng" algn="ctr">
                      <a:noFill/>
                      <a:prstDash val="sysDot"/>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69863" marR="0" lvl="0" indent="-169863"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mn-lt"/>
                          <a:ea typeface="+mn-ea"/>
                          <a:cs typeface="+mn-cs"/>
                        </a:rPr>
                        <a:t>NLP</a:t>
                      </a:r>
                    </a:p>
                  </a:txBody>
                  <a:tcPr>
                    <a:lnL w="6350" cap="flat" cmpd="sng" algn="ctr">
                      <a:noFill/>
                      <a:prstDash val="sysDot"/>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2">
                  <a:txBody>
                    <a:bodyPr/>
                    <a:lstStyle/>
                    <a:p>
                      <a:pPr marL="169863" marR="0" lvl="0" indent="-169863"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mn-lt"/>
                          <a:ea typeface="+mn-ea"/>
                          <a:cs typeface="+mn-cs"/>
                        </a:rPr>
                        <a:t>Tax Accounting &amp; Provision </a:t>
                      </a:r>
                    </a:p>
                  </a:txBody>
                  <a:tcPr>
                    <a:lnL w="6350" cap="flat" cmpd="sng" algn="ctr">
                      <a:noFill/>
                      <a:prstDash val="sysDot"/>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2">
                  <a:txBody>
                    <a:bodyPr/>
                    <a:lstStyle/>
                    <a:p>
                      <a:pPr marL="169863" marR="0" lvl="0" indent="-169863"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mn-lt"/>
                          <a:ea typeface="+mn-ea"/>
                          <a:cs typeface="+mn-cs"/>
                        </a:rPr>
                        <a:t>Direct &amp; Indirect Tax Compliance</a:t>
                      </a:r>
                    </a:p>
                  </a:txBody>
                  <a:tcPr>
                    <a:lnL w="6350" cap="flat" cmpd="sng" algn="ctr">
                      <a:noFill/>
                      <a:prstDash val="sysDot"/>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43752132"/>
                  </a:ext>
                </a:extLst>
              </a:tr>
              <a:tr h="542035">
                <a:tc vMerge="1">
                  <a:txBody>
                    <a:bodyPr/>
                    <a:lstStyle/>
                    <a:p>
                      <a:endParaRPr/>
                    </a:p>
                  </a:txBody>
                  <a:tcPr marT="73152" marB="73152" anchor="ctr">
                    <a:lnL w="12700" cmpd="sng">
                      <a:noFill/>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vMerge="1">
                  <a:txBody>
                    <a:bodyPr/>
                    <a:lstStyle/>
                    <a:p>
                      <a:pPr marL="169863" marR="0" lvl="0" indent="-169863" algn="ctr"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endParaRPr kumimoji="0" lang="en-US" sz="800" b="0" i="0" u="none" strike="noStrike" kern="1200" cap="none" spc="0" normalizeH="0" baseline="0" noProof="0">
                        <a:ln>
                          <a:noFill/>
                        </a:ln>
                        <a:solidFill>
                          <a:prstClr val="black"/>
                        </a:solidFill>
                        <a:effectLst/>
                        <a:uLnTx/>
                        <a:uFillTx/>
                        <a:latin typeface="+mn-lt"/>
                        <a:ea typeface="+mn-ea"/>
                        <a:cs typeface="+mn-cs"/>
                      </a:endParaRPr>
                    </a:p>
                  </a:txBody>
                  <a:tcPr anchor="ctr">
                    <a:lnL w="6350" cap="flat" cmpd="sng" algn="ctr">
                      <a:noFill/>
                      <a:prstDash val="solid"/>
                      <a:round/>
                      <a:headEnd type="none" w="med" len="med"/>
                      <a:tailEnd type="none" w="med" len="med"/>
                    </a:lnL>
                    <a:lnR w="6350" cap="flat" cmpd="sng" algn="ctr">
                      <a:noFill/>
                      <a:prstDash val="sysDot"/>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mn-lt"/>
                          <a:ea typeface="+mn-ea"/>
                          <a:cs typeface="+mn-cs"/>
                        </a:rPr>
                        <a:t>Evaluate tax laws and regulations and provide recommendations for tax planning, compliance, and risk management</a:t>
                      </a:r>
                    </a:p>
                  </a:txBody>
                  <a:tcPr anchor="ctr">
                    <a:lnL w="6350" cap="flat" cmpd="sng" algn="ctr">
                      <a:noFill/>
                      <a:prstDash val="sysDot"/>
                      <a:round/>
                      <a:headEnd type="none" w="med" len="med"/>
                      <a:tailEnd type="none" w="med" len="med"/>
                    </a:lnL>
                    <a:lnR w="6350" cap="flat" cmpd="sng" algn="ctr">
                      <a:no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69863" marR="0" lvl="0" indent="-169863"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mn-lt"/>
                          <a:ea typeface="+mn-ea"/>
                          <a:cs typeface="+mn-cs"/>
                        </a:rPr>
                        <a:t>NLP</a:t>
                      </a:r>
                    </a:p>
                  </a:txBody>
                  <a:tcPr>
                    <a:lnL w="6350" cap="flat" cmpd="sng" algn="ctr">
                      <a:noFill/>
                      <a:prstDash val="sysDot"/>
                      <a:round/>
                      <a:headEnd type="none" w="med" len="med"/>
                      <a:tailEnd type="none" w="med" len="med"/>
                    </a:lnL>
                    <a:lnR w="6350" cap="flat" cmpd="sng" algn="ctr">
                      <a:no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endParaRPr/>
                    </a:p>
                  </a:txBody>
                  <a:tcPr anchor="ctr">
                    <a:lnL w="6350" cap="flat" cmpd="sng" algn="ctr">
                      <a:noFill/>
                      <a:prstDash val="sysDot"/>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marL="169863" marR="0" lvl="0" indent="-169863"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endParaRPr kumimoji="0" lang="en-US" sz="800" b="0" i="0" u="none" strike="noStrike" kern="1200" cap="none" spc="0" normalizeH="0" baseline="0" noProof="0">
                        <a:ln>
                          <a:noFill/>
                        </a:ln>
                        <a:solidFill>
                          <a:prstClr val="black"/>
                        </a:solidFill>
                        <a:effectLst/>
                        <a:uLnTx/>
                        <a:uFillTx/>
                        <a:latin typeface="+mn-lt"/>
                        <a:ea typeface="+mn-ea"/>
                        <a:cs typeface="+mn-cs"/>
                      </a:endParaRPr>
                    </a:p>
                  </a:txBody>
                  <a:tcPr anchor="ctr">
                    <a:lnL w="6350" cap="flat" cmpd="sng" algn="ctr">
                      <a:noFill/>
                      <a:prstDash val="sysDot"/>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52594627"/>
                  </a:ext>
                </a:extLst>
              </a:tr>
              <a:tr h="852172">
                <a:tc>
                  <a:txBody>
                    <a:bodyPr/>
                    <a:lstStyle/>
                    <a:p>
                      <a:pPr marL="0" marR="0" lvl="0" indent="0" algn="ctr" defTabSz="1219170" rtl="0" eaLnBrk="1" fontAlgn="auto" latinLnBrk="0" hangingPunct="1">
                        <a:lnSpc>
                          <a:spcPct val="100000"/>
                        </a:lnSpc>
                        <a:spcBef>
                          <a:spcPts val="300"/>
                        </a:spcBef>
                        <a:spcAft>
                          <a:spcPts val="0"/>
                        </a:spcAft>
                        <a:buClrTx/>
                        <a:buSzTx/>
                        <a:buFont typeface="+mj-lt"/>
                        <a:buNone/>
                        <a:tabLst/>
                        <a:defRPr/>
                      </a:pPr>
                      <a:r>
                        <a:rPr lang="en-US" sz="1000" b="1" kern="1200">
                          <a:solidFill>
                            <a:schemeClr val="tx1"/>
                          </a:solidFill>
                          <a:latin typeface="+mn-lt"/>
                          <a:ea typeface="+mn-ea"/>
                          <a:cs typeface="+mn-cs"/>
                        </a:rPr>
                        <a:t>Commercial Finance</a:t>
                      </a:r>
                    </a:p>
                  </a:txBody>
                  <a:tcPr marT="73152" marB="73152" vert="vert270" anchor="ctr">
                    <a:lnL w="12700" cmpd="sng">
                      <a:noFill/>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pPr marL="0" marR="0" lvl="0" indent="0" algn="ctr" defTabSz="914400" rtl="0" eaLnBrk="1" fontAlgn="auto" latinLnBrk="0" hangingPunct="1">
                        <a:lnSpc>
                          <a:spcPct val="110000"/>
                        </a:lnSpc>
                        <a:spcBef>
                          <a:spcPts val="0"/>
                        </a:spcBef>
                        <a:spcAft>
                          <a:spcPts val="0"/>
                        </a:spcAft>
                        <a:buClrTx/>
                        <a:buSzTx/>
                        <a:buFont typeface="Arial" panose="020B0604020202020204" pitchFamily="34" charset="0"/>
                        <a:buNone/>
                        <a:tabLst/>
                        <a:defRPr/>
                      </a:pPr>
                      <a:r>
                        <a:rPr kumimoji="0" lang="en-US" sz="1000" b="0" i="0" u="none" strike="noStrike" kern="1200" cap="none" spc="0" normalizeH="0" baseline="0" noProof="0">
                          <a:ln>
                            <a:noFill/>
                          </a:ln>
                          <a:solidFill>
                            <a:prstClr val="black"/>
                          </a:solidFill>
                          <a:effectLst/>
                          <a:uLnTx/>
                          <a:uFillTx/>
                          <a:latin typeface="+mn-lt"/>
                          <a:ea typeface="+mn-ea"/>
                          <a:cs typeface="+mn-cs"/>
                        </a:rPr>
                        <a:t>Narrative Reporting</a:t>
                      </a:r>
                    </a:p>
                  </a:txBody>
                  <a:tcPr anchor="ctr">
                    <a:lnL w="6350" cap="flat" cmpd="sng" algn="ctr">
                      <a:noFill/>
                      <a:prstDash val="solid"/>
                      <a:round/>
                      <a:headEnd type="none" w="med" len="med"/>
                      <a:tailEnd type="none" w="med" len="med"/>
                    </a:lnL>
                    <a:lnR w="6350" cap="flat" cmpd="sng" algn="ctr">
                      <a:noFill/>
                      <a:prstDash val="sysDot"/>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mn-lt"/>
                          <a:ea typeface="+mn-ea"/>
                          <a:cs typeface="+mn-cs"/>
                        </a:rPr>
                        <a:t>Evaluate datasets and priorities for the business to drive analysis, benchmarking, and insights</a:t>
                      </a:r>
                    </a:p>
                  </a:txBody>
                  <a:tcPr anchor="ctr">
                    <a:lnL w="6350" cap="flat" cmpd="sng" algn="ctr">
                      <a:noFill/>
                      <a:prstDash val="sysDot"/>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69863" marR="0" lvl="0" indent="-169863"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mn-lt"/>
                          <a:ea typeface="+mn-ea"/>
                          <a:cs typeface="+mn-cs"/>
                        </a:rPr>
                        <a:t>Private LLMs</a:t>
                      </a:r>
                    </a:p>
                  </a:txBody>
                  <a:tcPr>
                    <a:lnL w="6350" cap="flat" cmpd="sng" algn="ctr">
                      <a:noFill/>
                      <a:prstDash val="sysDot"/>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69863" marR="0" lvl="0" indent="-169863"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mn-lt"/>
                          <a:ea typeface="+mn-ea"/>
                          <a:cs typeface="+mn-cs"/>
                        </a:rPr>
                        <a:t>Strategic Planning</a:t>
                      </a:r>
                    </a:p>
                    <a:p>
                      <a:pPr marL="169863" marR="0" lvl="0" indent="-169863"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mn-lt"/>
                          <a:ea typeface="+mn-ea"/>
                          <a:cs typeface="+mn-cs"/>
                        </a:rPr>
                        <a:t>Budgeting</a:t>
                      </a:r>
                    </a:p>
                    <a:p>
                      <a:pPr marL="169863" marR="0" lvl="0" indent="-169863"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mn-lt"/>
                          <a:ea typeface="+mn-ea"/>
                          <a:cs typeface="+mn-cs"/>
                        </a:rPr>
                        <a:t>Forecasting</a:t>
                      </a:r>
                    </a:p>
                  </a:txBody>
                  <a:tcPr>
                    <a:lnL w="6350" cap="flat" cmpd="sng" algn="ctr">
                      <a:noFill/>
                      <a:prstDash val="sysDot"/>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69863" marR="0" lvl="0" indent="-169863"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prstClr val="black"/>
                          </a:solidFill>
                          <a:effectLst/>
                          <a:uLnTx/>
                          <a:uFillTx/>
                          <a:latin typeface="+mn-lt"/>
                          <a:ea typeface="+mn-ea"/>
                          <a:cs typeface="+mn-cs"/>
                        </a:rPr>
                        <a:t>Management Reporting</a:t>
                      </a:r>
                    </a:p>
                    <a:p>
                      <a:pPr marL="169863" marR="0" lvl="0" indent="-169863"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prstClr val="black"/>
                          </a:solidFill>
                          <a:effectLst/>
                          <a:uLnTx/>
                          <a:uFillTx/>
                          <a:latin typeface="+mn-lt"/>
                          <a:ea typeface="+mn-ea"/>
                          <a:cs typeface="+mn-cs"/>
                        </a:rPr>
                        <a:t>Insights &amp; Decision Support</a:t>
                      </a:r>
                    </a:p>
                  </a:txBody>
                  <a:tcPr>
                    <a:lnL w="6350" cap="flat" cmpd="sng" algn="ctr">
                      <a:noFill/>
                      <a:prstDash val="sysDot"/>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37780821"/>
                  </a:ext>
                </a:extLst>
              </a:tr>
            </a:tbl>
          </a:graphicData>
        </a:graphic>
      </p:graphicFrame>
    </p:spTree>
    <p:extLst>
      <p:ext uri="{BB962C8B-B14F-4D97-AF65-F5344CB8AC3E}">
        <p14:creationId xmlns:p14="http://schemas.microsoft.com/office/powerpoint/2010/main" val="40884927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42AFB6-8EAB-F278-951E-38085065280B}"/>
            </a:ext>
          </a:extLst>
        </p:cNvPr>
        <p:cNvGrpSpPr/>
        <p:nvPr/>
      </p:nvGrpSpPr>
      <p:grpSpPr>
        <a:xfrm>
          <a:off x="0" y="0"/>
          <a:ext cx="0" cy="0"/>
          <a:chOff x="0" y="0"/>
          <a:chExt cx="0" cy="0"/>
        </a:xfrm>
      </p:grpSpPr>
      <p:sp>
        <p:nvSpPr>
          <p:cNvPr id="100" name="Rectangle 99">
            <a:extLst>
              <a:ext uri="{FF2B5EF4-FFF2-40B4-BE49-F238E27FC236}">
                <a16:creationId xmlns:a16="http://schemas.microsoft.com/office/drawing/2014/main" id="{1CDDC0A0-9C83-2D02-424F-F1FD3A6172FF}"/>
              </a:ext>
            </a:extLst>
          </p:cNvPr>
          <p:cNvSpPr/>
          <p:nvPr/>
        </p:nvSpPr>
        <p:spPr bwMode="gray">
          <a:xfrm>
            <a:off x="565048" y="2019213"/>
            <a:ext cx="6197461" cy="858435"/>
          </a:xfrm>
          <a:prstGeom prst="rect">
            <a:avLst/>
          </a:prstGeom>
          <a:noFill/>
          <a:ln w="6350" algn="ctr">
            <a:solidFill>
              <a:schemeClr val="bg1">
                <a:lumMod val="75000"/>
              </a:schemeClr>
            </a:solidFill>
            <a:prstDash val="dash"/>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2" name="Title 1">
            <a:extLst>
              <a:ext uri="{FF2B5EF4-FFF2-40B4-BE49-F238E27FC236}">
                <a16:creationId xmlns:a16="http://schemas.microsoft.com/office/drawing/2014/main" id="{3387EB81-E912-E3ED-AFF0-58E414D904FA}"/>
              </a:ext>
            </a:extLst>
          </p:cNvPr>
          <p:cNvSpPr>
            <a:spLocks noGrp="1"/>
          </p:cNvSpPr>
          <p:nvPr>
            <p:ph type="title"/>
          </p:nvPr>
        </p:nvSpPr>
        <p:spPr>
          <a:xfrm>
            <a:off x="463295" y="506199"/>
            <a:ext cx="11277600" cy="296443"/>
          </a:xfrm>
        </p:spPr>
        <p:txBody>
          <a:bodyPr vert="horz" lIns="0" tIns="0" rIns="0" bIns="0" rtlCol="0" anchor="t" anchorCtr="0">
            <a:noAutofit/>
          </a:bodyPr>
          <a:lstStyle/>
          <a:p>
            <a:r>
              <a:rPr lang="en-GB" dirty="0"/>
              <a:t>From Discrete Use Cases to </a:t>
            </a:r>
            <a:r>
              <a:rPr lang="en-GB" b="1" dirty="0"/>
              <a:t>End-to-End Finance Transformation with AI</a:t>
            </a:r>
            <a:endParaRPr lang="en-US" b="1" dirty="0"/>
          </a:p>
        </p:txBody>
      </p:sp>
      <p:cxnSp>
        <p:nvCxnSpPr>
          <p:cNvPr id="20" name="Straight Connector 19">
            <a:extLst>
              <a:ext uri="{FF2B5EF4-FFF2-40B4-BE49-F238E27FC236}">
                <a16:creationId xmlns:a16="http://schemas.microsoft.com/office/drawing/2014/main" id="{CF1ED61F-D111-84C2-5F7D-A2B341005606}"/>
              </a:ext>
            </a:extLst>
          </p:cNvPr>
          <p:cNvCxnSpPr>
            <a:cxnSpLocks/>
          </p:cNvCxnSpPr>
          <p:nvPr/>
        </p:nvCxnSpPr>
        <p:spPr>
          <a:xfrm>
            <a:off x="368901" y="1307253"/>
            <a:ext cx="11454198"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22" name="Title 1">
            <a:extLst>
              <a:ext uri="{FF2B5EF4-FFF2-40B4-BE49-F238E27FC236}">
                <a16:creationId xmlns:a16="http://schemas.microsoft.com/office/drawing/2014/main" id="{98BD0133-E79F-BBAD-8BE4-2CA0CEDE13E1}"/>
              </a:ext>
            </a:extLst>
          </p:cNvPr>
          <p:cNvSpPr txBox="1">
            <a:spLocks/>
          </p:cNvSpPr>
          <p:nvPr/>
        </p:nvSpPr>
        <p:spPr bwMode="gray">
          <a:xfrm>
            <a:off x="368901" y="1104763"/>
            <a:ext cx="1678312" cy="202490"/>
          </a:xfrm>
          <a:prstGeom prst="rect">
            <a:avLst/>
          </a:prstGeom>
        </p:spPr>
        <p:txBody>
          <a:bodyPr vert="horz" lIns="0" tIns="0" rIns="0" bIns="0" rtlCol="0" anchor="t" anchorCtr="0">
            <a:noAutofit/>
          </a:bodyPr>
          <a:lstStyle>
            <a:lvl1pPr algn="l" defTabSz="685800" rtl="0" eaLnBrk="1" latinLnBrk="0" hangingPunct="1">
              <a:spcBef>
                <a:spcPct val="0"/>
              </a:spcBef>
              <a:buNone/>
              <a:defRPr sz="2100" b="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stStyle>
          <a:p>
            <a:r>
              <a:rPr lang="en-GB" sz="1200" b="1"/>
              <a:t>Transactional Finance</a:t>
            </a:r>
            <a:endParaRPr lang="en-US" sz="1200" b="1"/>
          </a:p>
        </p:txBody>
      </p:sp>
      <p:sp>
        <p:nvSpPr>
          <p:cNvPr id="24" name="Title 1">
            <a:extLst>
              <a:ext uri="{FF2B5EF4-FFF2-40B4-BE49-F238E27FC236}">
                <a16:creationId xmlns:a16="http://schemas.microsoft.com/office/drawing/2014/main" id="{6637571B-DEDE-1931-E66C-456978441CBD}"/>
              </a:ext>
            </a:extLst>
          </p:cNvPr>
          <p:cNvSpPr txBox="1">
            <a:spLocks/>
          </p:cNvSpPr>
          <p:nvPr/>
        </p:nvSpPr>
        <p:spPr bwMode="gray">
          <a:xfrm>
            <a:off x="1946214" y="1104763"/>
            <a:ext cx="2286000" cy="202490"/>
          </a:xfrm>
          <a:prstGeom prst="rect">
            <a:avLst/>
          </a:prstGeom>
        </p:spPr>
        <p:txBody>
          <a:bodyPr vert="horz" lIns="0" tIns="0" rIns="0" bIns="0" rtlCol="0" anchor="t" anchorCtr="0">
            <a:noAutofit/>
          </a:bodyPr>
          <a:lstStyle>
            <a:lvl1pPr algn="l" defTabSz="685800" rtl="0" eaLnBrk="1" latinLnBrk="0" hangingPunct="1">
              <a:spcBef>
                <a:spcPct val="0"/>
              </a:spcBef>
              <a:buNone/>
              <a:defRPr sz="2100" b="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stStyle>
          <a:p>
            <a:pPr algn="ctr"/>
            <a:r>
              <a:rPr lang="en-GB" sz="1200"/>
              <a:t>Order-to-Cash</a:t>
            </a:r>
            <a:endParaRPr lang="en-US" sz="1200"/>
          </a:p>
        </p:txBody>
      </p:sp>
      <p:sp>
        <p:nvSpPr>
          <p:cNvPr id="28" name="Title 1">
            <a:extLst>
              <a:ext uri="{FF2B5EF4-FFF2-40B4-BE49-F238E27FC236}">
                <a16:creationId xmlns:a16="http://schemas.microsoft.com/office/drawing/2014/main" id="{632A9B94-51C9-AC5C-9BA7-7480D07CE790}"/>
              </a:ext>
            </a:extLst>
          </p:cNvPr>
          <p:cNvSpPr txBox="1">
            <a:spLocks/>
          </p:cNvSpPr>
          <p:nvPr/>
        </p:nvSpPr>
        <p:spPr bwMode="gray">
          <a:xfrm>
            <a:off x="4476509" y="1104763"/>
            <a:ext cx="2286000" cy="202490"/>
          </a:xfrm>
          <a:prstGeom prst="rect">
            <a:avLst/>
          </a:prstGeom>
        </p:spPr>
        <p:txBody>
          <a:bodyPr vert="horz" lIns="0" tIns="0" rIns="0" bIns="0" rtlCol="0" anchor="t" anchorCtr="0">
            <a:noAutofit/>
          </a:bodyPr>
          <a:lstStyle>
            <a:lvl1pPr algn="l" defTabSz="685800" rtl="0" eaLnBrk="1" latinLnBrk="0" hangingPunct="1">
              <a:spcBef>
                <a:spcPct val="0"/>
              </a:spcBef>
              <a:buNone/>
              <a:defRPr sz="2100" b="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stStyle>
          <a:p>
            <a:pPr algn="ctr"/>
            <a:r>
              <a:rPr lang="en-GB" sz="1200"/>
              <a:t>Source-to-Pay</a:t>
            </a:r>
            <a:endParaRPr lang="en-US" sz="1200"/>
          </a:p>
        </p:txBody>
      </p:sp>
      <p:sp>
        <p:nvSpPr>
          <p:cNvPr id="29" name="Title 1">
            <a:extLst>
              <a:ext uri="{FF2B5EF4-FFF2-40B4-BE49-F238E27FC236}">
                <a16:creationId xmlns:a16="http://schemas.microsoft.com/office/drawing/2014/main" id="{D2B24F0C-E15E-BC32-4720-F7E8C8EEE66F}"/>
              </a:ext>
            </a:extLst>
          </p:cNvPr>
          <p:cNvSpPr txBox="1">
            <a:spLocks/>
          </p:cNvSpPr>
          <p:nvPr/>
        </p:nvSpPr>
        <p:spPr bwMode="gray">
          <a:xfrm>
            <a:off x="7006804" y="1104763"/>
            <a:ext cx="2286000" cy="202490"/>
          </a:xfrm>
          <a:prstGeom prst="rect">
            <a:avLst/>
          </a:prstGeom>
        </p:spPr>
        <p:txBody>
          <a:bodyPr vert="horz" lIns="0" tIns="0" rIns="0" bIns="0" rtlCol="0" anchor="t" anchorCtr="0">
            <a:noAutofit/>
          </a:bodyPr>
          <a:lstStyle>
            <a:lvl1pPr algn="l" defTabSz="685800" rtl="0" eaLnBrk="1" latinLnBrk="0" hangingPunct="1">
              <a:spcBef>
                <a:spcPct val="0"/>
              </a:spcBef>
              <a:buNone/>
              <a:defRPr sz="2100" b="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stStyle>
          <a:p>
            <a:pPr algn="ctr"/>
            <a:r>
              <a:rPr lang="en-GB" sz="1200"/>
              <a:t>Close-Consolidate-Report</a:t>
            </a:r>
            <a:endParaRPr lang="en-US" sz="1200"/>
          </a:p>
        </p:txBody>
      </p:sp>
      <p:sp>
        <p:nvSpPr>
          <p:cNvPr id="43" name="Title 1">
            <a:extLst>
              <a:ext uri="{FF2B5EF4-FFF2-40B4-BE49-F238E27FC236}">
                <a16:creationId xmlns:a16="http://schemas.microsoft.com/office/drawing/2014/main" id="{FDE7441C-597D-8242-D50C-5E4E39B33CBA}"/>
              </a:ext>
            </a:extLst>
          </p:cNvPr>
          <p:cNvSpPr txBox="1">
            <a:spLocks/>
          </p:cNvSpPr>
          <p:nvPr/>
        </p:nvSpPr>
        <p:spPr bwMode="gray">
          <a:xfrm>
            <a:off x="368901" y="3138829"/>
            <a:ext cx="1678312" cy="202490"/>
          </a:xfrm>
          <a:prstGeom prst="rect">
            <a:avLst/>
          </a:prstGeom>
        </p:spPr>
        <p:txBody>
          <a:bodyPr vert="horz" lIns="0" tIns="0" rIns="0" bIns="0" rtlCol="0" anchor="t" anchorCtr="0">
            <a:noAutofit/>
          </a:bodyPr>
          <a:lstStyle>
            <a:lvl1pPr algn="l" defTabSz="685800" rtl="0" eaLnBrk="1" latinLnBrk="0" hangingPunct="1">
              <a:spcBef>
                <a:spcPct val="0"/>
              </a:spcBef>
              <a:buNone/>
              <a:defRPr sz="2100" b="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stStyle>
          <a:p>
            <a:r>
              <a:rPr lang="en-GB" sz="1200" b="1"/>
              <a:t>Commercial Finance</a:t>
            </a:r>
            <a:endParaRPr lang="en-US" sz="1200" b="1"/>
          </a:p>
        </p:txBody>
      </p:sp>
      <p:sp>
        <p:nvSpPr>
          <p:cNvPr id="44" name="Title 1">
            <a:extLst>
              <a:ext uri="{FF2B5EF4-FFF2-40B4-BE49-F238E27FC236}">
                <a16:creationId xmlns:a16="http://schemas.microsoft.com/office/drawing/2014/main" id="{639A0832-64FF-54DD-9E12-038E92479A7B}"/>
              </a:ext>
            </a:extLst>
          </p:cNvPr>
          <p:cNvSpPr txBox="1">
            <a:spLocks/>
          </p:cNvSpPr>
          <p:nvPr/>
        </p:nvSpPr>
        <p:spPr bwMode="gray">
          <a:xfrm>
            <a:off x="1946214" y="3138829"/>
            <a:ext cx="2286000" cy="202490"/>
          </a:xfrm>
          <a:prstGeom prst="rect">
            <a:avLst/>
          </a:prstGeom>
        </p:spPr>
        <p:txBody>
          <a:bodyPr vert="horz" lIns="0" tIns="0" rIns="0" bIns="0" rtlCol="0" anchor="t" anchorCtr="0">
            <a:noAutofit/>
          </a:bodyPr>
          <a:lstStyle>
            <a:lvl1pPr algn="l" defTabSz="685800" rtl="0" eaLnBrk="1" latinLnBrk="0" hangingPunct="1">
              <a:spcBef>
                <a:spcPct val="0"/>
              </a:spcBef>
              <a:buNone/>
              <a:defRPr sz="2100" b="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stStyle>
          <a:p>
            <a:pPr algn="ctr"/>
            <a:r>
              <a:rPr lang="en-GB" sz="1200"/>
              <a:t>FP&amp;A</a:t>
            </a:r>
            <a:endParaRPr lang="en-US" sz="1200"/>
          </a:p>
        </p:txBody>
      </p:sp>
      <p:cxnSp>
        <p:nvCxnSpPr>
          <p:cNvPr id="47" name="Straight Connector 46">
            <a:extLst>
              <a:ext uri="{FF2B5EF4-FFF2-40B4-BE49-F238E27FC236}">
                <a16:creationId xmlns:a16="http://schemas.microsoft.com/office/drawing/2014/main" id="{82E4E8FA-67ED-7370-ED0C-5DECA252B3F5}"/>
              </a:ext>
            </a:extLst>
          </p:cNvPr>
          <p:cNvCxnSpPr>
            <a:cxnSpLocks/>
            <a:stCxn id="50" idx="4"/>
            <a:endCxn id="51" idx="0"/>
          </p:cNvCxnSpPr>
          <p:nvPr/>
        </p:nvCxnSpPr>
        <p:spPr>
          <a:xfrm>
            <a:off x="2037654" y="3891954"/>
            <a:ext cx="0" cy="261181"/>
          </a:xfrm>
          <a:prstGeom prst="line">
            <a:avLst/>
          </a:prstGeom>
          <a:ln w="19050">
            <a:solidFill>
              <a:srgbClr val="88CAC4"/>
            </a:solidFill>
          </a:ln>
        </p:spPr>
        <p:style>
          <a:lnRef idx="1">
            <a:schemeClr val="accent1"/>
          </a:lnRef>
          <a:fillRef idx="0">
            <a:schemeClr val="accent1"/>
          </a:fillRef>
          <a:effectRef idx="0">
            <a:schemeClr val="accent1"/>
          </a:effectRef>
          <a:fontRef idx="minor">
            <a:schemeClr val="tx1"/>
          </a:fontRef>
        </p:style>
      </p:cxnSp>
      <p:sp>
        <p:nvSpPr>
          <p:cNvPr id="48" name="Title 1">
            <a:extLst>
              <a:ext uri="{FF2B5EF4-FFF2-40B4-BE49-F238E27FC236}">
                <a16:creationId xmlns:a16="http://schemas.microsoft.com/office/drawing/2014/main" id="{18BA4C9C-1E02-1323-410A-68DA202164FC}"/>
              </a:ext>
            </a:extLst>
          </p:cNvPr>
          <p:cNvSpPr txBox="1">
            <a:spLocks/>
          </p:cNvSpPr>
          <p:nvPr/>
        </p:nvSpPr>
        <p:spPr bwMode="gray">
          <a:xfrm>
            <a:off x="2203084" y="3444430"/>
            <a:ext cx="2103120" cy="1102363"/>
          </a:xfrm>
          <a:prstGeom prst="rect">
            <a:avLst/>
          </a:prstGeom>
        </p:spPr>
        <p:txBody>
          <a:bodyPr vert="horz" lIns="0" tIns="0" rIns="0" bIns="0" rtlCol="0" anchor="t" anchorCtr="0">
            <a:noAutofit/>
          </a:bodyPr>
          <a:lstStyle>
            <a:lvl1pPr algn="l" defTabSz="685800" rtl="0" eaLnBrk="1" latinLnBrk="0" hangingPunct="1">
              <a:spcBef>
                <a:spcPct val="0"/>
              </a:spcBef>
              <a:buNone/>
              <a:defRPr sz="2100" b="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stStyle>
          <a:p>
            <a:pPr>
              <a:spcAft>
                <a:spcPts val="1200"/>
              </a:spcAft>
            </a:pPr>
            <a:r>
              <a:rPr lang="en-GB" sz="900" b="1"/>
              <a:t>Chat-with-my-Finance data*</a:t>
            </a:r>
          </a:p>
          <a:p>
            <a:pPr>
              <a:spcAft>
                <a:spcPts val="1200"/>
              </a:spcAft>
            </a:pPr>
            <a:r>
              <a:rPr lang="en-GB" sz="900"/>
              <a:t>Recommend guided workflows for creating budgets</a:t>
            </a:r>
          </a:p>
          <a:p>
            <a:pPr>
              <a:spcAft>
                <a:spcPts val="1200"/>
              </a:spcAft>
            </a:pPr>
            <a:r>
              <a:rPr lang="en-GB" sz="900"/>
              <a:t>Project proposal executive level summarization and score</a:t>
            </a:r>
          </a:p>
        </p:txBody>
      </p:sp>
      <p:sp>
        <p:nvSpPr>
          <p:cNvPr id="49" name="Oval 48">
            <a:extLst>
              <a:ext uri="{FF2B5EF4-FFF2-40B4-BE49-F238E27FC236}">
                <a16:creationId xmlns:a16="http://schemas.microsoft.com/office/drawing/2014/main" id="{1CD6D257-3837-3A63-1725-63BA9A0A2C61}"/>
              </a:ext>
            </a:extLst>
          </p:cNvPr>
          <p:cNvSpPr>
            <a:spLocks noChangeAspect="1"/>
          </p:cNvSpPr>
          <p:nvPr/>
        </p:nvSpPr>
        <p:spPr bwMode="gray">
          <a:xfrm>
            <a:off x="1946214" y="3429074"/>
            <a:ext cx="182880" cy="182880"/>
          </a:xfrm>
          <a:prstGeom prst="ellipse">
            <a:avLst/>
          </a:prstGeom>
          <a:solidFill>
            <a:srgbClr val="88CAC4"/>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50" name="Oval 49">
            <a:extLst>
              <a:ext uri="{FF2B5EF4-FFF2-40B4-BE49-F238E27FC236}">
                <a16:creationId xmlns:a16="http://schemas.microsoft.com/office/drawing/2014/main" id="{84DF9A83-D1CF-20D6-2CC0-60D2B6500630}"/>
              </a:ext>
            </a:extLst>
          </p:cNvPr>
          <p:cNvSpPr>
            <a:spLocks noChangeAspect="1"/>
          </p:cNvSpPr>
          <p:nvPr/>
        </p:nvSpPr>
        <p:spPr bwMode="gray">
          <a:xfrm>
            <a:off x="1946214" y="3709074"/>
            <a:ext cx="182880" cy="182880"/>
          </a:xfrm>
          <a:prstGeom prst="ellipse">
            <a:avLst/>
          </a:prstGeom>
          <a:solidFill>
            <a:srgbClr val="88CAC4"/>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51" name="Oval 50">
            <a:extLst>
              <a:ext uri="{FF2B5EF4-FFF2-40B4-BE49-F238E27FC236}">
                <a16:creationId xmlns:a16="http://schemas.microsoft.com/office/drawing/2014/main" id="{26519825-16AD-2FA8-2E53-2C2FA8A51FDF}"/>
              </a:ext>
            </a:extLst>
          </p:cNvPr>
          <p:cNvSpPr>
            <a:spLocks noChangeAspect="1"/>
          </p:cNvSpPr>
          <p:nvPr/>
        </p:nvSpPr>
        <p:spPr bwMode="gray">
          <a:xfrm>
            <a:off x="1946214" y="4153135"/>
            <a:ext cx="182880" cy="182880"/>
          </a:xfrm>
          <a:prstGeom prst="ellipse">
            <a:avLst/>
          </a:prstGeom>
          <a:solidFill>
            <a:srgbClr val="88CAC4"/>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57" name="Title 1">
            <a:extLst>
              <a:ext uri="{FF2B5EF4-FFF2-40B4-BE49-F238E27FC236}">
                <a16:creationId xmlns:a16="http://schemas.microsoft.com/office/drawing/2014/main" id="{7C1FCBD2-B634-223E-07B2-1140DAADC079}"/>
              </a:ext>
            </a:extLst>
          </p:cNvPr>
          <p:cNvSpPr txBox="1">
            <a:spLocks/>
          </p:cNvSpPr>
          <p:nvPr/>
        </p:nvSpPr>
        <p:spPr bwMode="gray">
          <a:xfrm>
            <a:off x="368901" y="4970513"/>
            <a:ext cx="1678312" cy="202490"/>
          </a:xfrm>
          <a:prstGeom prst="rect">
            <a:avLst/>
          </a:prstGeom>
        </p:spPr>
        <p:txBody>
          <a:bodyPr vert="horz" lIns="0" tIns="0" rIns="0" bIns="0" rtlCol="0" anchor="t" anchorCtr="0">
            <a:noAutofit/>
          </a:bodyPr>
          <a:lstStyle>
            <a:lvl1pPr algn="l" defTabSz="685800" rtl="0" eaLnBrk="1" latinLnBrk="0" hangingPunct="1">
              <a:spcBef>
                <a:spcPct val="0"/>
              </a:spcBef>
              <a:buNone/>
              <a:defRPr sz="2100" b="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stStyle>
          <a:p>
            <a:r>
              <a:rPr lang="en-GB" sz="1200" b="1"/>
              <a:t>Specialized Finance</a:t>
            </a:r>
            <a:endParaRPr lang="en-US" sz="1200" b="1"/>
          </a:p>
        </p:txBody>
      </p:sp>
      <p:sp>
        <p:nvSpPr>
          <p:cNvPr id="58" name="Title 1">
            <a:extLst>
              <a:ext uri="{FF2B5EF4-FFF2-40B4-BE49-F238E27FC236}">
                <a16:creationId xmlns:a16="http://schemas.microsoft.com/office/drawing/2014/main" id="{9721DFE3-E2AB-64AC-A696-A33F94AC871F}"/>
              </a:ext>
            </a:extLst>
          </p:cNvPr>
          <p:cNvSpPr txBox="1">
            <a:spLocks/>
          </p:cNvSpPr>
          <p:nvPr/>
        </p:nvSpPr>
        <p:spPr bwMode="gray">
          <a:xfrm>
            <a:off x="1946214" y="4970513"/>
            <a:ext cx="2286000" cy="202490"/>
          </a:xfrm>
          <a:prstGeom prst="rect">
            <a:avLst/>
          </a:prstGeom>
        </p:spPr>
        <p:txBody>
          <a:bodyPr vert="horz" lIns="0" tIns="0" rIns="0" bIns="0" rtlCol="0" anchor="t" anchorCtr="0">
            <a:noAutofit/>
          </a:bodyPr>
          <a:lstStyle>
            <a:lvl1pPr algn="l" defTabSz="685800" rtl="0" eaLnBrk="1" latinLnBrk="0" hangingPunct="1">
              <a:spcBef>
                <a:spcPct val="0"/>
              </a:spcBef>
              <a:buNone/>
              <a:defRPr sz="2100" b="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stStyle>
          <a:p>
            <a:pPr algn="ctr"/>
            <a:r>
              <a:rPr lang="en-GB" sz="1200"/>
              <a:t>Treasury</a:t>
            </a:r>
            <a:endParaRPr lang="en-US" sz="1200"/>
          </a:p>
        </p:txBody>
      </p:sp>
      <p:sp>
        <p:nvSpPr>
          <p:cNvPr id="59" name="Title 1">
            <a:extLst>
              <a:ext uri="{FF2B5EF4-FFF2-40B4-BE49-F238E27FC236}">
                <a16:creationId xmlns:a16="http://schemas.microsoft.com/office/drawing/2014/main" id="{1A532484-9E91-35C8-7D8B-FE66F214EDA8}"/>
              </a:ext>
            </a:extLst>
          </p:cNvPr>
          <p:cNvSpPr txBox="1">
            <a:spLocks/>
          </p:cNvSpPr>
          <p:nvPr/>
        </p:nvSpPr>
        <p:spPr bwMode="gray">
          <a:xfrm>
            <a:off x="4476509" y="4970513"/>
            <a:ext cx="2286000" cy="202490"/>
          </a:xfrm>
          <a:prstGeom prst="rect">
            <a:avLst/>
          </a:prstGeom>
        </p:spPr>
        <p:txBody>
          <a:bodyPr vert="horz" lIns="0" tIns="0" rIns="0" bIns="0" rtlCol="0" anchor="t" anchorCtr="0">
            <a:noAutofit/>
          </a:bodyPr>
          <a:lstStyle>
            <a:lvl1pPr algn="l" defTabSz="685800" rtl="0" eaLnBrk="1" latinLnBrk="0" hangingPunct="1">
              <a:spcBef>
                <a:spcPct val="0"/>
              </a:spcBef>
              <a:buNone/>
              <a:defRPr sz="2100" b="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stStyle>
          <a:p>
            <a:pPr algn="ctr"/>
            <a:r>
              <a:rPr lang="en-GB" sz="1200"/>
              <a:t>Tax</a:t>
            </a:r>
            <a:endParaRPr lang="en-US" sz="1200"/>
          </a:p>
        </p:txBody>
      </p:sp>
      <p:sp>
        <p:nvSpPr>
          <p:cNvPr id="60" name="Title 1">
            <a:extLst>
              <a:ext uri="{FF2B5EF4-FFF2-40B4-BE49-F238E27FC236}">
                <a16:creationId xmlns:a16="http://schemas.microsoft.com/office/drawing/2014/main" id="{79CBBB6D-92D4-8031-489A-3397A8A14C00}"/>
              </a:ext>
            </a:extLst>
          </p:cNvPr>
          <p:cNvSpPr txBox="1">
            <a:spLocks/>
          </p:cNvSpPr>
          <p:nvPr/>
        </p:nvSpPr>
        <p:spPr bwMode="gray">
          <a:xfrm>
            <a:off x="7006804" y="4970513"/>
            <a:ext cx="2286000" cy="202490"/>
          </a:xfrm>
          <a:prstGeom prst="rect">
            <a:avLst/>
          </a:prstGeom>
        </p:spPr>
        <p:txBody>
          <a:bodyPr vert="horz" lIns="0" tIns="0" rIns="0" bIns="0" rtlCol="0" anchor="t" anchorCtr="0">
            <a:noAutofit/>
          </a:bodyPr>
          <a:lstStyle>
            <a:lvl1pPr algn="l" defTabSz="685800" rtl="0" eaLnBrk="1" latinLnBrk="0" hangingPunct="1">
              <a:spcBef>
                <a:spcPct val="0"/>
              </a:spcBef>
              <a:buNone/>
              <a:defRPr sz="2100" b="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stStyle>
          <a:p>
            <a:pPr algn="ctr"/>
            <a:r>
              <a:rPr lang="en-GB" sz="1200"/>
              <a:t>Internal Audit</a:t>
            </a:r>
            <a:endParaRPr lang="en-US" sz="1200"/>
          </a:p>
        </p:txBody>
      </p:sp>
      <p:sp>
        <p:nvSpPr>
          <p:cNvPr id="67" name="Title 1">
            <a:extLst>
              <a:ext uri="{FF2B5EF4-FFF2-40B4-BE49-F238E27FC236}">
                <a16:creationId xmlns:a16="http://schemas.microsoft.com/office/drawing/2014/main" id="{11D9AA2A-08B5-669B-B7B1-E57156983069}"/>
              </a:ext>
            </a:extLst>
          </p:cNvPr>
          <p:cNvSpPr txBox="1">
            <a:spLocks/>
          </p:cNvSpPr>
          <p:nvPr/>
        </p:nvSpPr>
        <p:spPr bwMode="gray">
          <a:xfrm>
            <a:off x="9537099" y="4970513"/>
            <a:ext cx="2286000" cy="202490"/>
          </a:xfrm>
          <a:prstGeom prst="rect">
            <a:avLst/>
          </a:prstGeom>
        </p:spPr>
        <p:txBody>
          <a:bodyPr vert="horz" lIns="0" tIns="0" rIns="0" bIns="0" rtlCol="0" anchor="t" anchorCtr="0">
            <a:noAutofit/>
          </a:bodyPr>
          <a:lstStyle>
            <a:lvl1pPr algn="l" defTabSz="685800" rtl="0" eaLnBrk="1" latinLnBrk="0" hangingPunct="1">
              <a:spcBef>
                <a:spcPct val="0"/>
              </a:spcBef>
              <a:buNone/>
              <a:defRPr sz="2100" b="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stStyle>
          <a:p>
            <a:pPr algn="ctr"/>
            <a:r>
              <a:rPr lang="en-GB" sz="1200"/>
              <a:t>Investor Relations</a:t>
            </a:r>
            <a:endParaRPr lang="en-US" sz="1200"/>
          </a:p>
        </p:txBody>
      </p:sp>
      <p:cxnSp>
        <p:nvCxnSpPr>
          <p:cNvPr id="72" name="Straight Connector 71">
            <a:extLst>
              <a:ext uri="{FF2B5EF4-FFF2-40B4-BE49-F238E27FC236}">
                <a16:creationId xmlns:a16="http://schemas.microsoft.com/office/drawing/2014/main" id="{7B6A40C2-532A-C304-F382-1D8F53C15143}"/>
              </a:ext>
            </a:extLst>
          </p:cNvPr>
          <p:cNvCxnSpPr>
            <a:cxnSpLocks/>
          </p:cNvCxnSpPr>
          <p:nvPr/>
        </p:nvCxnSpPr>
        <p:spPr>
          <a:xfrm>
            <a:off x="368901" y="3341319"/>
            <a:ext cx="11454198"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BB2C70F6-6E25-FBA7-5A7C-EA35A8F0AC1F}"/>
              </a:ext>
            </a:extLst>
          </p:cNvPr>
          <p:cNvCxnSpPr>
            <a:cxnSpLocks/>
          </p:cNvCxnSpPr>
          <p:nvPr/>
        </p:nvCxnSpPr>
        <p:spPr>
          <a:xfrm>
            <a:off x="368901" y="5174273"/>
            <a:ext cx="11454198"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60D61BAE-C411-438B-24C1-447B43091301}"/>
              </a:ext>
            </a:extLst>
          </p:cNvPr>
          <p:cNvCxnSpPr>
            <a:cxnSpLocks/>
            <a:stCxn id="76" idx="4"/>
            <a:endCxn id="77" idx="0"/>
          </p:cNvCxnSpPr>
          <p:nvPr/>
        </p:nvCxnSpPr>
        <p:spPr>
          <a:xfrm>
            <a:off x="2037654" y="5428301"/>
            <a:ext cx="0" cy="266801"/>
          </a:xfrm>
          <a:prstGeom prst="line">
            <a:avLst/>
          </a:prstGeom>
          <a:ln w="19050">
            <a:solidFill>
              <a:srgbClr val="88CAC4"/>
            </a:solidFill>
          </a:ln>
        </p:spPr>
        <p:style>
          <a:lnRef idx="1">
            <a:schemeClr val="accent1"/>
          </a:lnRef>
          <a:fillRef idx="0">
            <a:schemeClr val="accent1"/>
          </a:fillRef>
          <a:effectRef idx="0">
            <a:schemeClr val="accent1"/>
          </a:effectRef>
          <a:fontRef idx="minor">
            <a:schemeClr val="tx1"/>
          </a:fontRef>
        </p:style>
      </p:cxnSp>
      <p:sp>
        <p:nvSpPr>
          <p:cNvPr id="75" name="Title 1">
            <a:extLst>
              <a:ext uri="{FF2B5EF4-FFF2-40B4-BE49-F238E27FC236}">
                <a16:creationId xmlns:a16="http://schemas.microsoft.com/office/drawing/2014/main" id="{5C4B6714-8E51-8081-6653-30B847A9674F}"/>
              </a:ext>
            </a:extLst>
          </p:cNvPr>
          <p:cNvSpPr txBox="1">
            <a:spLocks/>
          </p:cNvSpPr>
          <p:nvPr/>
        </p:nvSpPr>
        <p:spPr bwMode="gray">
          <a:xfrm>
            <a:off x="2203084" y="5274313"/>
            <a:ext cx="2103120" cy="1102363"/>
          </a:xfrm>
          <a:prstGeom prst="rect">
            <a:avLst/>
          </a:prstGeom>
        </p:spPr>
        <p:txBody>
          <a:bodyPr vert="horz" lIns="0" tIns="0" rIns="0" bIns="0" rtlCol="0" anchor="t" anchorCtr="0">
            <a:noAutofit/>
          </a:bodyPr>
          <a:lstStyle>
            <a:lvl1pPr algn="l" defTabSz="685800" rtl="0" eaLnBrk="1" latinLnBrk="0" hangingPunct="1">
              <a:spcBef>
                <a:spcPct val="0"/>
              </a:spcBef>
              <a:buNone/>
              <a:defRPr sz="2100" b="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stStyle>
          <a:p>
            <a:pPr>
              <a:spcAft>
                <a:spcPts val="1200"/>
              </a:spcAft>
            </a:pPr>
            <a:r>
              <a:rPr lang="en-GB" sz="900"/>
              <a:t>Predictive cash flow forecasting and analysis tool</a:t>
            </a:r>
          </a:p>
          <a:p>
            <a:pPr>
              <a:spcAft>
                <a:spcPts val="1200"/>
              </a:spcAft>
            </a:pPr>
            <a:r>
              <a:rPr lang="en-GB" sz="900"/>
              <a:t>Proactive foreign exchange monitoring</a:t>
            </a:r>
          </a:p>
        </p:txBody>
      </p:sp>
      <p:sp>
        <p:nvSpPr>
          <p:cNvPr id="76" name="Oval 75">
            <a:extLst>
              <a:ext uri="{FF2B5EF4-FFF2-40B4-BE49-F238E27FC236}">
                <a16:creationId xmlns:a16="http://schemas.microsoft.com/office/drawing/2014/main" id="{43F155FD-74EA-F9E1-0602-9B6E65D87B61}"/>
              </a:ext>
            </a:extLst>
          </p:cNvPr>
          <p:cNvSpPr>
            <a:spLocks noChangeAspect="1"/>
          </p:cNvSpPr>
          <p:nvPr/>
        </p:nvSpPr>
        <p:spPr bwMode="gray">
          <a:xfrm>
            <a:off x="1946214" y="5245421"/>
            <a:ext cx="182880" cy="182880"/>
          </a:xfrm>
          <a:prstGeom prst="ellipse">
            <a:avLst/>
          </a:prstGeom>
          <a:solidFill>
            <a:srgbClr val="88CAC4"/>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77" name="Oval 76">
            <a:extLst>
              <a:ext uri="{FF2B5EF4-FFF2-40B4-BE49-F238E27FC236}">
                <a16:creationId xmlns:a16="http://schemas.microsoft.com/office/drawing/2014/main" id="{932094D4-2D4F-7F1D-4595-F601A06ADD53}"/>
              </a:ext>
            </a:extLst>
          </p:cNvPr>
          <p:cNvSpPr>
            <a:spLocks noChangeAspect="1"/>
          </p:cNvSpPr>
          <p:nvPr/>
        </p:nvSpPr>
        <p:spPr bwMode="gray">
          <a:xfrm>
            <a:off x="1946214" y="5695102"/>
            <a:ext cx="182880" cy="182880"/>
          </a:xfrm>
          <a:prstGeom prst="ellipse">
            <a:avLst/>
          </a:prstGeom>
          <a:solidFill>
            <a:srgbClr val="88CAC4"/>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79" name="Title 1">
            <a:extLst>
              <a:ext uri="{FF2B5EF4-FFF2-40B4-BE49-F238E27FC236}">
                <a16:creationId xmlns:a16="http://schemas.microsoft.com/office/drawing/2014/main" id="{5094BC87-17B7-57AE-793D-E1476FAE6C2D}"/>
              </a:ext>
            </a:extLst>
          </p:cNvPr>
          <p:cNvSpPr txBox="1">
            <a:spLocks/>
          </p:cNvSpPr>
          <p:nvPr/>
        </p:nvSpPr>
        <p:spPr bwMode="gray">
          <a:xfrm>
            <a:off x="4476509" y="3138829"/>
            <a:ext cx="2286000" cy="202490"/>
          </a:xfrm>
          <a:prstGeom prst="rect">
            <a:avLst/>
          </a:prstGeom>
        </p:spPr>
        <p:txBody>
          <a:bodyPr vert="horz" lIns="0" tIns="0" rIns="0" bIns="0" rtlCol="0" anchor="t" anchorCtr="0">
            <a:noAutofit/>
          </a:bodyPr>
          <a:lstStyle>
            <a:lvl1pPr algn="l" defTabSz="685800" rtl="0" eaLnBrk="1" latinLnBrk="0" hangingPunct="1">
              <a:spcBef>
                <a:spcPct val="0"/>
              </a:spcBef>
              <a:buNone/>
              <a:defRPr sz="2100" b="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stStyle>
          <a:p>
            <a:pPr algn="ctr"/>
            <a:r>
              <a:rPr lang="en-GB" sz="1200"/>
              <a:t>Business Unit Finance</a:t>
            </a:r>
            <a:endParaRPr lang="en-US" sz="1200"/>
          </a:p>
        </p:txBody>
      </p:sp>
      <p:sp>
        <p:nvSpPr>
          <p:cNvPr id="80" name="Title 1">
            <a:extLst>
              <a:ext uri="{FF2B5EF4-FFF2-40B4-BE49-F238E27FC236}">
                <a16:creationId xmlns:a16="http://schemas.microsoft.com/office/drawing/2014/main" id="{26A72753-08A8-8850-8BA8-29FB5695A3E9}"/>
              </a:ext>
            </a:extLst>
          </p:cNvPr>
          <p:cNvSpPr txBox="1">
            <a:spLocks/>
          </p:cNvSpPr>
          <p:nvPr/>
        </p:nvSpPr>
        <p:spPr bwMode="gray">
          <a:xfrm>
            <a:off x="7006804" y="3138829"/>
            <a:ext cx="2286000" cy="202490"/>
          </a:xfrm>
          <a:prstGeom prst="rect">
            <a:avLst/>
          </a:prstGeom>
        </p:spPr>
        <p:txBody>
          <a:bodyPr vert="horz" lIns="0" tIns="0" rIns="0" bIns="0" rtlCol="0" anchor="t" anchorCtr="0">
            <a:noAutofit/>
          </a:bodyPr>
          <a:lstStyle>
            <a:lvl1pPr algn="l" defTabSz="685800" rtl="0" eaLnBrk="1" latinLnBrk="0" hangingPunct="1">
              <a:spcBef>
                <a:spcPct val="0"/>
              </a:spcBef>
              <a:buNone/>
              <a:defRPr sz="2100" b="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stStyle>
          <a:p>
            <a:pPr algn="ctr"/>
            <a:r>
              <a:rPr lang="en-GB" sz="1200"/>
              <a:t>Capital Planning &amp; Optimization</a:t>
            </a:r>
            <a:endParaRPr lang="en-US" sz="1200"/>
          </a:p>
        </p:txBody>
      </p:sp>
      <p:cxnSp>
        <p:nvCxnSpPr>
          <p:cNvPr id="36" name="Straight Connector 35">
            <a:extLst>
              <a:ext uri="{FF2B5EF4-FFF2-40B4-BE49-F238E27FC236}">
                <a16:creationId xmlns:a16="http://schemas.microsoft.com/office/drawing/2014/main" id="{A477CBEC-6C9C-0DE7-1BF3-B88EDF0A3357}"/>
              </a:ext>
            </a:extLst>
          </p:cNvPr>
          <p:cNvCxnSpPr>
            <a:cxnSpLocks/>
            <a:stCxn id="39" idx="4"/>
            <a:endCxn id="81" idx="0"/>
          </p:cNvCxnSpPr>
          <p:nvPr/>
        </p:nvCxnSpPr>
        <p:spPr>
          <a:xfrm>
            <a:off x="2037654" y="1548809"/>
            <a:ext cx="0" cy="968666"/>
          </a:xfrm>
          <a:prstGeom prst="line">
            <a:avLst/>
          </a:prstGeom>
          <a:ln w="19050">
            <a:solidFill>
              <a:srgbClr val="88CAC4"/>
            </a:solidFill>
          </a:ln>
        </p:spPr>
        <p:style>
          <a:lnRef idx="1">
            <a:schemeClr val="accent1"/>
          </a:lnRef>
          <a:fillRef idx="0">
            <a:schemeClr val="accent1"/>
          </a:fillRef>
          <a:effectRef idx="0">
            <a:schemeClr val="accent1"/>
          </a:effectRef>
          <a:fontRef idx="minor">
            <a:schemeClr val="tx1"/>
          </a:fontRef>
        </p:style>
      </p:cxnSp>
      <p:sp>
        <p:nvSpPr>
          <p:cNvPr id="38" name="Title 1">
            <a:extLst>
              <a:ext uri="{FF2B5EF4-FFF2-40B4-BE49-F238E27FC236}">
                <a16:creationId xmlns:a16="http://schemas.microsoft.com/office/drawing/2014/main" id="{8583FE2A-5F78-FF03-7A0C-A24F1BA550A2}"/>
              </a:ext>
            </a:extLst>
          </p:cNvPr>
          <p:cNvSpPr txBox="1">
            <a:spLocks/>
          </p:cNvSpPr>
          <p:nvPr/>
        </p:nvSpPr>
        <p:spPr bwMode="gray">
          <a:xfrm>
            <a:off x="2194139" y="1394807"/>
            <a:ext cx="2103120" cy="1102363"/>
          </a:xfrm>
          <a:prstGeom prst="rect">
            <a:avLst/>
          </a:prstGeom>
        </p:spPr>
        <p:txBody>
          <a:bodyPr vert="horz" lIns="0" tIns="0" rIns="0" bIns="0" rtlCol="0" anchor="t" anchorCtr="0">
            <a:noAutofit/>
          </a:bodyPr>
          <a:lstStyle>
            <a:lvl1pPr algn="l" defTabSz="685800" rtl="0" eaLnBrk="1" latinLnBrk="0" hangingPunct="1">
              <a:spcBef>
                <a:spcPct val="0"/>
              </a:spcBef>
              <a:buNone/>
              <a:defRPr sz="2100" b="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stStyle>
          <a:p>
            <a:pPr>
              <a:spcAft>
                <a:spcPts val="1200"/>
              </a:spcAft>
            </a:pPr>
            <a:r>
              <a:rPr lang="en-GB" sz="900"/>
              <a:t>Proactive invoice correction</a:t>
            </a:r>
          </a:p>
          <a:p>
            <a:pPr>
              <a:spcAft>
                <a:spcPts val="1200"/>
              </a:spcAft>
            </a:pPr>
            <a:r>
              <a:rPr lang="en-GB" sz="900"/>
              <a:t>Revenue leakage identification &amp; correction</a:t>
            </a:r>
          </a:p>
          <a:p>
            <a:pPr>
              <a:spcAft>
                <a:spcPts val="1200"/>
              </a:spcAft>
            </a:pPr>
            <a:r>
              <a:rPr lang="en-GB" sz="900"/>
              <a:t>Proactive cash collection alert &amp; outreach to customer</a:t>
            </a:r>
          </a:p>
          <a:p>
            <a:pPr>
              <a:spcAft>
                <a:spcPts val="1200"/>
              </a:spcAft>
            </a:pPr>
            <a:r>
              <a:rPr lang="en-GB" sz="900"/>
              <a:t>Recommend optimal payment terms to improve DSO</a:t>
            </a:r>
          </a:p>
        </p:txBody>
      </p:sp>
      <p:sp>
        <p:nvSpPr>
          <p:cNvPr id="39" name="Oval 38">
            <a:extLst>
              <a:ext uri="{FF2B5EF4-FFF2-40B4-BE49-F238E27FC236}">
                <a16:creationId xmlns:a16="http://schemas.microsoft.com/office/drawing/2014/main" id="{1A273732-5F92-2075-2DCE-D6A81A2C42B1}"/>
              </a:ext>
            </a:extLst>
          </p:cNvPr>
          <p:cNvSpPr>
            <a:spLocks noChangeAspect="1"/>
          </p:cNvSpPr>
          <p:nvPr/>
        </p:nvSpPr>
        <p:spPr bwMode="gray">
          <a:xfrm>
            <a:off x="1946214" y="1365929"/>
            <a:ext cx="182880" cy="182880"/>
          </a:xfrm>
          <a:prstGeom prst="ellipse">
            <a:avLst/>
          </a:prstGeom>
          <a:solidFill>
            <a:srgbClr val="88CAC4"/>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40" name="Oval 39">
            <a:extLst>
              <a:ext uri="{FF2B5EF4-FFF2-40B4-BE49-F238E27FC236}">
                <a16:creationId xmlns:a16="http://schemas.microsoft.com/office/drawing/2014/main" id="{558C290F-913D-0DC0-967A-EAB7C0132616}"/>
              </a:ext>
            </a:extLst>
          </p:cNvPr>
          <p:cNvSpPr>
            <a:spLocks noChangeAspect="1"/>
          </p:cNvSpPr>
          <p:nvPr/>
        </p:nvSpPr>
        <p:spPr bwMode="gray">
          <a:xfrm>
            <a:off x="1946214" y="1672125"/>
            <a:ext cx="182880" cy="182880"/>
          </a:xfrm>
          <a:prstGeom prst="ellipse">
            <a:avLst/>
          </a:prstGeom>
          <a:solidFill>
            <a:srgbClr val="88CAC4"/>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41" name="Oval 40">
            <a:extLst>
              <a:ext uri="{FF2B5EF4-FFF2-40B4-BE49-F238E27FC236}">
                <a16:creationId xmlns:a16="http://schemas.microsoft.com/office/drawing/2014/main" id="{57D66569-DC62-A264-D04A-6B84398D292A}"/>
              </a:ext>
            </a:extLst>
          </p:cNvPr>
          <p:cNvSpPr>
            <a:spLocks noChangeAspect="1"/>
          </p:cNvSpPr>
          <p:nvPr/>
        </p:nvSpPr>
        <p:spPr bwMode="gray">
          <a:xfrm>
            <a:off x="1946214" y="2097082"/>
            <a:ext cx="182880" cy="182880"/>
          </a:xfrm>
          <a:prstGeom prst="ellipse">
            <a:avLst/>
          </a:prstGeom>
          <a:solidFill>
            <a:srgbClr val="88CAC4"/>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81" name="Oval 80">
            <a:extLst>
              <a:ext uri="{FF2B5EF4-FFF2-40B4-BE49-F238E27FC236}">
                <a16:creationId xmlns:a16="http://schemas.microsoft.com/office/drawing/2014/main" id="{E8F5A0FA-E4AE-0C9B-F365-62155BCCE224}"/>
              </a:ext>
            </a:extLst>
          </p:cNvPr>
          <p:cNvSpPr>
            <a:spLocks noChangeAspect="1"/>
          </p:cNvSpPr>
          <p:nvPr/>
        </p:nvSpPr>
        <p:spPr bwMode="gray">
          <a:xfrm>
            <a:off x="1946214" y="2517475"/>
            <a:ext cx="182880" cy="182880"/>
          </a:xfrm>
          <a:prstGeom prst="ellipse">
            <a:avLst/>
          </a:prstGeom>
          <a:solidFill>
            <a:srgbClr val="88CAC4"/>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cxnSp>
        <p:nvCxnSpPr>
          <p:cNvPr id="90" name="Straight Connector 89">
            <a:extLst>
              <a:ext uri="{FF2B5EF4-FFF2-40B4-BE49-F238E27FC236}">
                <a16:creationId xmlns:a16="http://schemas.microsoft.com/office/drawing/2014/main" id="{9447CCB9-B46D-3D4A-08DF-488CE68FBEB7}"/>
              </a:ext>
            </a:extLst>
          </p:cNvPr>
          <p:cNvCxnSpPr>
            <a:cxnSpLocks/>
            <a:stCxn id="92" idx="4"/>
            <a:endCxn id="95" idx="0"/>
          </p:cNvCxnSpPr>
          <p:nvPr/>
        </p:nvCxnSpPr>
        <p:spPr>
          <a:xfrm>
            <a:off x="4555481" y="1548809"/>
            <a:ext cx="0" cy="968666"/>
          </a:xfrm>
          <a:prstGeom prst="line">
            <a:avLst/>
          </a:prstGeom>
          <a:ln w="19050">
            <a:solidFill>
              <a:srgbClr val="88CAC4"/>
            </a:solidFill>
          </a:ln>
        </p:spPr>
        <p:style>
          <a:lnRef idx="1">
            <a:schemeClr val="accent1"/>
          </a:lnRef>
          <a:fillRef idx="0">
            <a:schemeClr val="accent1"/>
          </a:fillRef>
          <a:effectRef idx="0">
            <a:schemeClr val="accent1"/>
          </a:effectRef>
          <a:fontRef idx="minor">
            <a:schemeClr val="tx1"/>
          </a:fontRef>
        </p:style>
      </p:cxnSp>
      <p:sp>
        <p:nvSpPr>
          <p:cNvPr id="91" name="Title 1">
            <a:extLst>
              <a:ext uri="{FF2B5EF4-FFF2-40B4-BE49-F238E27FC236}">
                <a16:creationId xmlns:a16="http://schemas.microsoft.com/office/drawing/2014/main" id="{6D23EE87-9181-D432-6822-6D4898240B58}"/>
              </a:ext>
            </a:extLst>
          </p:cNvPr>
          <p:cNvSpPr txBox="1">
            <a:spLocks/>
          </p:cNvSpPr>
          <p:nvPr/>
        </p:nvSpPr>
        <p:spPr bwMode="gray">
          <a:xfrm>
            <a:off x="4724434" y="1394807"/>
            <a:ext cx="2103120" cy="1102363"/>
          </a:xfrm>
          <a:prstGeom prst="rect">
            <a:avLst/>
          </a:prstGeom>
        </p:spPr>
        <p:txBody>
          <a:bodyPr vert="horz" lIns="0" tIns="0" rIns="0" bIns="0" rtlCol="0" anchor="t" anchorCtr="0">
            <a:noAutofit/>
          </a:bodyPr>
          <a:lstStyle>
            <a:lvl1pPr algn="l" defTabSz="685800" rtl="0" eaLnBrk="1" latinLnBrk="0" hangingPunct="1">
              <a:spcBef>
                <a:spcPct val="0"/>
              </a:spcBef>
              <a:buNone/>
              <a:defRPr sz="2100" b="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stStyle>
          <a:p>
            <a:pPr>
              <a:spcAft>
                <a:spcPts val="1200"/>
              </a:spcAft>
            </a:pPr>
            <a:r>
              <a:rPr lang="en-GB" sz="900"/>
              <a:t>Touchless financial close</a:t>
            </a:r>
          </a:p>
          <a:p>
            <a:pPr>
              <a:spcAft>
                <a:spcPts val="1200"/>
              </a:spcAft>
            </a:pPr>
            <a:r>
              <a:rPr lang="en-GB" sz="900"/>
              <a:t>Predictive risk model to mitigate customer/supplier risk</a:t>
            </a:r>
          </a:p>
          <a:p>
            <a:pPr>
              <a:spcAft>
                <a:spcPts val="1200"/>
              </a:spcAft>
            </a:pPr>
            <a:r>
              <a:rPr lang="en-GB" sz="900"/>
              <a:t>Recommend most optimal payment timing</a:t>
            </a:r>
          </a:p>
          <a:p>
            <a:pPr>
              <a:spcAft>
                <a:spcPts val="1200"/>
              </a:spcAft>
            </a:pPr>
            <a:r>
              <a:rPr lang="en-GB" sz="900"/>
              <a:t>Predictive cash flow forecasting tool</a:t>
            </a:r>
          </a:p>
        </p:txBody>
      </p:sp>
      <p:sp>
        <p:nvSpPr>
          <p:cNvPr id="92" name="Oval 91">
            <a:extLst>
              <a:ext uri="{FF2B5EF4-FFF2-40B4-BE49-F238E27FC236}">
                <a16:creationId xmlns:a16="http://schemas.microsoft.com/office/drawing/2014/main" id="{90E59B9A-DE0C-D65D-B0F7-B75840545396}"/>
              </a:ext>
            </a:extLst>
          </p:cNvPr>
          <p:cNvSpPr>
            <a:spLocks noChangeAspect="1"/>
          </p:cNvSpPr>
          <p:nvPr/>
        </p:nvSpPr>
        <p:spPr bwMode="gray">
          <a:xfrm>
            <a:off x="4464041" y="1365929"/>
            <a:ext cx="182880" cy="182880"/>
          </a:xfrm>
          <a:prstGeom prst="ellipse">
            <a:avLst/>
          </a:prstGeom>
          <a:solidFill>
            <a:srgbClr val="88CAC4"/>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93" name="Oval 92">
            <a:extLst>
              <a:ext uri="{FF2B5EF4-FFF2-40B4-BE49-F238E27FC236}">
                <a16:creationId xmlns:a16="http://schemas.microsoft.com/office/drawing/2014/main" id="{D8463073-4F27-3821-ED32-6C49F638198C}"/>
              </a:ext>
            </a:extLst>
          </p:cNvPr>
          <p:cNvSpPr>
            <a:spLocks noChangeAspect="1"/>
          </p:cNvSpPr>
          <p:nvPr/>
        </p:nvSpPr>
        <p:spPr bwMode="gray">
          <a:xfrm>
            <a:off x="4464041" y="1664564"/>
            <a:ext cx="182880" cy="182880"/>
          </a:xfrm>
          <a:prstGeom prst="ellipse">
            <a:avLst/>
          </a:prstGeom>
          <a:solidFill>
            <a:srgbClr val="88CAC4"/>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94" name="Oval 93">
            <a:extLst>
              <a:ext uri="{FF2B5EF4-FFF2-40B4-BE49-F238E27FC236}">
                <a16:creationId xmlns:a16="http://schemas.microsoft.com/office/drawing/2014/main" id="{1596A834-6C3F-9687-5D4A-D180EC572855}"/>
              </a:ext>
            </a:extLst>
          </p:cNvPr>
          <p:cNvSpPr>
            <a:spLocks noChangeAspect="1"/>
          </p:cNvSpPr>
          <p:nvPr/>
        </p:nvSpPr>
        <p:spPr bwMode="gray">
          <a:xfrm>
            <a:off x="4464041" y="2094918"/>
            <a:ext cx="182880" cy="182880"/>
          </a:xfrm>
          <a:prstGeom prst="ellipse">
            <a:avLst/>
          </a:prstGeom>
          <a:solidFill>
            <a:srgbClr val="88CAC4"/>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95" name="Oval 94">
            <a:extLst>
              <a:ext uri="{FF2B5EF4-FFF2-40B4-BE49-F238E27FC236}">
                <a16:creationId xmlns:a16="http://schemas.microsoft.com/office/drawing/2014/main" id="{6436B5EF-423E-2CF2-3390-2D43DF3A49BB}"/>
              </a:ext>
            </a:extLst>
          </p:cNvPr>
          <p:cNvSpPr>
            <a:spLocks noChangeAspect="1"/>
          </p:cNvSpPr>
          <p:nvPr/>
        </p:nvSpPr>
        <p:spPr bwMode="gray">
          <a:xfrm>
            <a:off x="4464041" y="2517475"/>
            <a:ext cx="182880" cy="182880"/>
          </a:xfrm>
          <a:prstGeom prst="ellipse">
            <a:avLst/>
          </a:prstGeom>
          <a:solidFill>
            <a:srgbClr val="88CAC4"/>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101" name="Title 1">
            <a:extLst>
              <a:ext uri="{FF2B5EF4-FFF2-40B4-BE49-F238E27FC236}">
                <a16:creationId xmlns:a16="http://schemas.microsoft.com/office/drawing/2014/main" id="{7DC0E11D-60D8-7C15-AFF0-D55C7DFBA473}"/>
              </a:ext>
            </a:extLst>
          </p:cNvPr>
          <p:cNvSpPr txBox="1">
            <a:spLocks/>
          </p:cNvSpPr>
          <p:nvPr/>
        </p:nvSpPr>
        <p:spPr bwMode="gray">
          <a:xfrm>
            <a:off x="685466" y="2291716"/>
            <a:ext cx="1047451" cy="313428"/>
          </a:xfrm>
          <a:prstGeom prst="rect">
            <a:avLst/>
          </a:prstGeom>
        </p:spPr>
        <p:txBody>
          <a:bodyPr vert="horz" lIns="0" tIns="0" rIns="0" bIns="0" rtlCol="0" anchor="t" anchorCtr="0">
            <a:noAutofit/>
          </a:bodyPr>
          <a:lstStyle>
            <a:lvl1pPr algn="l" defTabSz="685800" rtl="0" eaLnBrk="1" latinLnBrk="0" hangingPunct="1">
              <a:spcBef>
                <a:spcPct val="0"/>
              </a:spcBef>
              <a:buNone/>
              <a:defRPr sz="2100" b="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stStyle>
          <a:p>
            <a:pPr algn="ctr"/>
            <a:r>
              <a:rPr lang="en-GB" sz="1050" b="1" i="1"/>
              <a:t>Working Capital </a:t>
            </a:r>
            <a:r>
              <a:rPr lang="en-GB" sz="1050" i="1"/>
              <a:t>Optimized by AI</a:t>
            </a:r>
            <a:endParaRPr lang="en-US" sz="1050" i="1"/>
          </a:p>
        </p:txBody>
      </p:sp>
      <p:sp>
        <p:nvSpPr>
          <p:cNvPr id="102" name="Title 1">
            <a:extLst>
              <a:ext uri="{FF2B5EF4-FFF2-40B4-BE49-F238E27FC236}">
                <a16:creationId xmlns:a16="http://schemas.microsoft.com/office/drawing/2014/main" id="{5B0B2FBB-589E-6FEC-B520-EA031D24BC4B}"/>
              </a:ext>
            </a:extLst>
          </p:cNvPr>
          <p:cNvSpPr txBox="1">
            <a:spLocks/>
          </p:cNvSpPr>
          <p:nvPr/>
        </p:nvSpPr>
        <p:spPr bwMode="gray">
          <a:xfrm>
            <a:off x="9537099" y="1104763"/>
            <a:ext cx="2286000" cy="202490"/>
          </a:xfrm>
          <a:prstGeom prst="rect">
            <a:avLst/>
          </a:prstGeom>
        </p:spPr>
        <p:txBody>
          <a:bodyPr vert="horz" lIns="0" tIns="0" rIns="0" bIns="0" rtlCol="0" anchor="t" anchorCtr="0">
            <a:noAutofit/>
          </a:bodyPr>
          <a:lstStyle>
            <a:lvl1pPr algn="l" defTabSz="685800" rtl="0" eaLnBrk="1" latinLnBrk="0" hangingPunct="1">
              <a:spcBef>
                <a:spcPct val="0"/>
              </a:spcBef>
              <a:buNone/>
              <a:defRPr sz="2100" b="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stStyle>
          <a:p>
            <a:pPr algn="ctr"/>
            <a:r>
              <a:rPr lang="en-GB" sz="1200"/>
              <a:t>Reporting</a:t>
            </a:r>
            <a:endParaRPr lang="en-US" sz="1200"/>
          </a:p>
        </p:txBody>
      </p:sp>
      <p:sp>
        <p:nvSpPr>
          <p:cNvPr id="103" name="Title 1">
            <a:extLst>
              <a:ext uri="{FF2B5EF4-FFF2-40B4-BE49-F238E27FC236}">
                <a16:creationId xmlns:a16="http://schemas.microsoft.com/office/drawing/2014/main" id="{64AA6FFF-2F74-5516-88F7-F605CF412BA3}"/>
              </a:ext>
            </a:extLst>
          </p:cNvPr>
          <p:cNvSpPr txBox="1">
            <a:spLocks/>
          </p:cNvSpPr>
          <p:nvPr/>
        </p:nvSpPr>
        <p:spPr bwMode="gray">
          <a:xfrm>
            <a:off x="9537099" y="3138829"/>
            <a:ext cx="2286000" cy="202490"/>
          </a:xfrm>
          <a:prstGeom prst="rect">
            <a:avLst/>
          </a:prstGeom>
        </p:spPr>
        <p:txBody>
          <a:bodyPr vert="horz" lIns="0" tIns="0" rIns="0" bIns="0" rtlCol="0" anchor="t" anchorCtr="0">
            <a:noAutofit/>
          </a:bodyPr>
          <a:lstStyle>
            <a:lvl1pPr algn="l" defTabSz="685800" rtl="0" eaLnBrk="1" latinLnBrk="0" hangingPunct="1">
              <a:spcBef>
                <a:spcPct val="0"/>
              </a:spcBef>
              <a:buNone/>
              <a:defRPr sz="2100" b="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stStyle>
          <a:p>
            <a:pPr algn="ctr"/>
            <a:r>
              <a:rPr lang="en-GB" sz="1200"/>
              <a:t>Strategic Finance</a:t>
            </a:r>
            <a:endParaRPr lang="en-US" sz="1200"/>
          </a:p>
        </p:txBody>
      </p:sp>
      <p:sp>
        <p:nvSpPr>
          <p:cNvPr id="104" name="Title 1">
            <a:extLst>
              <a:ext uri="{FF2B5EF4-FFF2-40B4-BE49-F238E27FC236}">
                <a16:creationId xmlns:a16="http://schemas.microsoft.com/office/drawing/2014/main" id="{2B397DCC-5242-AD64-20CF-4EC5F10D8BBA}"/>
              </a:ext>
            </a:extLst>
          </p:cNvPr>
          <p:cNvSpPr txBox="1">
            <a:spLocks/>
          </p:cNvSpPr>
          <p:nvPr/>
        </p:nvSpPr>
        <p:spPr bwMode="gray">
          <a:xfrm>
            <a:off x="4946473" y="6493258"/>
            <a:ext cx="2299055" cy="199718"/>
          </a:xfrm>
          <a:prstGeom prst="rect">
            <a:avLst/>
          </a:prstGeom>
        </p:spPr>
        <p:txBody>
          <a:bodyPr vert="horz" lIns="0" tIns="0" rIns="0" bIns="0" rtlCol="0" anchor="t" anchorCtr="0">
            <a:noAutofit/>
          </a:bodyPr>
          <a:lstStyle>
            <a:lvl1pPr algn="l" defTabSz="685800" rtl="0" eaLnBrk="1" latinLnBrk="0" hangingPunct="1">
              <a:spcBef>
                <a:spcPct val="0"/>
              </a:spcBef>
              <a:buNone/>
              <a:defRPr sz="2100" b="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stStyle>
          <a:p>
            <a:pPr algn="ctr">
              <a:spcAft>
                <a:spcPts val="1200"/>
              </a:spcAft>
            </a:pPr>
            <a:r>
              <a:rPr lang="en-GB" sz="1000" b="1"/>
              <a:t>*Live client POC / MVP</a:t>
            </a:r>
            <a:endParaRPr lang="en-GB" sz="1000"/>
          </a:p>
        </p:txBody>
      </p:sp>
      <p:sp>
        <p:nvSpPr>
          <p:cNvPr id="106" name="Rectangle 105">
            <a:extLst>
              <a:ext uri="{FF2B5EF4-FFF2-40B4-BE49-F238E27FC236}">
                <a16:creationId xmlns:a16="http://schemas.microsoft.com/office/drawing/2014/main" id="{4BF69C0F-4174-CF9F-A9B5-627DA975BBE5}"/>
              </a:ext>
            </a:extLst>
          </p:cNvPr>
          <p:cNvSpPr/>
          <p:nvPr/>
        </p:nvSpPr>
        <p:spPr bwMode="gray">
          <a:xfrm>
            <a:off x="8249920" y="0"/>
            <a:ext cx="3942080" cy="485877"/>
          </a:xfrm>
          <a:prstGeom prst="rect">
            <a:avLst/>
          </a:prstGeom>
          <a:solidFill>
            <a:srgbClr val="C0000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b="1" i="1">
                <a:solidFill>
                  <a:schemeClr val="bg1"/>
                </a:solidFill>
              </a:rPr>
              <a:t>In progress: </a:t>
            </a:r>
            <a:r>
              <a:rPr lang="en-US" sz="1400" i="1">
                <a:solidFill>
                  <a:schemeClr val="bg1"/>
                </a:solidFill>
              </a:rPr>
              <a:t>new client facing use case 1-pager (most “in demand” use cases)</a:t>
            </a:r>
          </a:p>
        </p:txBody>
      </p:sp>
      <p:cxnSp>
        <p:nvCxnSpPr>
          <p:cNvPr id="107" name="Straight Connector 106">
            <a:extLst>
              <a:ext uri="{FF2B5EF4-FFF2-40B4-BE49-F238E27FC236}">
                <a16:creationId xmlns:a16="http://schemas.microsoft.com/office/drawing/2014/main" id="{5B30318B-B44C-E4A9-43FA-DA788D131519}"/>
              </a:ext>
            </a:extLst>
          </p:cNvPr>
          <p:cNvCxnSpPr>
            <a:cxnSpLocks/>
            <a:stCxn id="109" idx="4"/>
            <a:endCxn id="112" idx="0"/>
          </p:cNvCxnSpPr>
          <p:nvPr/>
        </p:nvCxnSpPr>
        <p:spPr>
          <a:xfrm>
            <a:off x="7075130" y="1548809"/>
            <a:ext cx="0" cy="256144"/>
          </a:xfrm>
          <a:prstGeom prst="line">
            <a:avLst/>
          </a:prstGeom>
          <a:ln w="19050">
            <a:solidFill>
              <a:srgbClr val="88CAC4"/>
            </a:solidFill>
          </a:ln>
        </p:spPr>
        <p:style>
          <a:lnRef idx="1">
            <a:schemeClr val="accent1"/>
          </a:lnRef>
          <a:fillRef idx="0">
            <a:schemeClr val="accent1"/>
          </a:fillRef>
          <a:effectRef idx="0">
            <a:schemeClr val="accent1"/>
          </a:effectRef>
          <a:fontRef idx="minor">
            <a:schemeClr val="tx1"/>
          </a:fontRef>
        </p:style>
      </p:cxnSp>
      <p:sp>
        <p:nvSpPr>
          <p:cNvPr id="108" name="Title 1">
            <a:extLst>
              <a:ext uri="{FF2B5EF4-FFF2-40B4-BE49-F238E27FC236}">
                <a16:creationId xmlns:a16="http://schemas.microsoft.com/office/drawing/2014/main" id="{539AEF1F-2DD6-82AC-BF67-5799BEA18759}"/>
              </a:ext>
            </a:extLst>
          </p:cNvPr>
          <p:cNvSpPr txBox="1">
            <a:spLocks/>
          </p:cNvSpPr>
          <p:nvPr/>
        </p:nvSpPr>
        <p:spPr bwMode="gray">
          <a:xfrm>
            <a:off x="7241648" y="1394807"/>
            <a:ext cx="1868276" cy="647236"/>
          </a:xfrm>
          <a:prstGeom prst="rect">
            <a:avLst/>
          </a:prstGeom>
        </p:spPr>
        <p:txBody>
          <a:bodyPr vert="horz" lIns="0" tIns="0" rIns="0" bIns="0" rtlCol="0" anchor="t" anchorCtr="0">
            <a:noAutofit/>
          </a:bodyPr>
          <a:lstStyle>
            <a:lvl1pPr algn="l" defTabSz="685800" rtl="0" eaLnBrk="1" latinLnBrk="0" hangingPunct="1">
              <a:spcBef>
                <a:spcPct val="0"/>
              </a:spcBef>
              <a:buNone/>
              <a:defRPr sz="2100" b="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stStyle>
          <a:p>
            <a:pPr>
              <a:spcAft>
                <a:spcPts val="1200"/>
              </a:spcAft>
            </a:pPr>
            <a:r>
              <a:rPr lang="en-GB" sz="900"/>
              <a:t>Automated financial statement preparation</a:t>
            </a:r>
          </a:p>
          <a:p>
            <a:pPr>
              <a:spcAft>
                <a:spcPts val="1200"/>
              </a:spcAft>
            </a:pPr>
            <a:r>
              <a:rPr lang="en-GB" sz="900"/>
              <a:t>Narrative MD&amp;A draft generation</a:t>
            </a:r>
          </a:p>
          <a:p>
            <a:pPr>
              <a:spcAft>
                <a:spcPts val="1200"/>
              </a:spcAft>
            </a:pPr>
            <a:endParaRPr lang="en-GB" sz="900"/>
          </a:p>
        </p:txBody>
      </p:sp>
      <p:sp>
        <p:nvSpPr>
          <p:cNvPr id="109" name="Oval 108">
            <a:extLst>
              <a:ext uri="{FF2B5EF4-FFF2-40B4-BE49-F238E27FC236}">
                <a16:creationId xmlns:a16="http://schemas.microsoft.com/office/drawing/2014/main" id="{50ABD272-98E0-16EF-EB50-013566AE7CBC}"/>
              </a:ext>
            </a:extLst>
          </p:cNvPr>
          <p:cNvSpPr>
            <a:spLocks noChangeAspect="1"/>
          </p:cNvSpPr>
          <p:nvPr/>
        </p:nvSpPr>
        <p:spPr bwMode="gray">
          <a:xfrm>
            <a:off x="6983690" y="1365929"/>
            <a:ext cx="182879" cy="182880"/>
          </a:xfrm>
          <a:prstGeom prst="ellipse">
            <a:avLst/>
          </a:prstGeom>
          <a:solidFill>
            <a:srgbClr val="88CAC4"/>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112" name="Oval 111">
            <a:extLst>
              <a:ext uri="{FF2B5EF4-FFF2-40B4-BE49-F238E27FC236}">
                <a16:creationId xmlns:a16="http://schemas.microsoft.com/office/drawing/2014/main" id="{09D3E5DB-512B-C486-D0DB-2638FFCD4C88}"/>
              </a:ext>
            </a:extLst>
          </p:cNvPr>
          <p:cNvSpPr>
            <a:spLocks noChangeAspect="1"/>
          </p:cNvSpPr>
          <p:nvPr/>
        </p:nvSpPr>
        <p:spPr bwMode="gray">
          <a:xfrm>
            <a:off x="6983690" y="1804953"/>
            <a:ext cx="182879" cy="182880"/>
          </a:xfrm>
          <a:prstGeom prst="ellipse">
            <a:avLst/>
          </a:prstGeom>
          <a:solidFill>
            <a:srgbClr val="88CAC4"/>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cxnSp>
        <p:nvCxnSpPr>
          <p:cNvPr id="5" name="Straight Connector 4">
            <a:extLst>
              <a:ext uri="{FF2B5EF4-FFF2-40B4-BE49-F238E27FC236}">
                <a16:creationId xmlns:a16="http://schemas.microsoft.com/office/drawing/2014/main" id="{139DE605-15CF-404E-4398-F34F8DEB360E}"/>
              </a:ext>
            </a:extLst>
          </p:cNvPr>
          <p:cNvCxnSpPr>
            <a:cxnSpLocks/>
            <a:stCxn id="7" idx="4"/>
            <a:endCxn id="140" idx="0"/>
          </p:cNvCxnSpPr>
          <p:nvPr/>
        </p:nvCxnSpPr>
        <p:spPr>
          <a:xfrm>
            <a:off x="9628536" y="1548809"/>
            <a:ext cx="0" cy="956901"/>
          </a:xfrm>
          <a:prstGeom prst="line">
            <a:avLst/>
          </a:prstGeom>
          <a:ln w="19050">
            <a:solidFill>
              <a:srgbClr val="88CAC4"/>
            </a:solidFill>
          </a:ln>
        </p:spPr>
        <p:style>
          <a:lnRef idx="1">
            <a:schemeClr val="accent1"/>
          </a:lnRef>
          <a:fillRef idx="0">
            <a:schemeClr val="accent1"/>
          </a:fillRef>
          <a:effectRef idx="0">
            <a:schemeClr val="accent1"/>
          </a:effectRef>
          <a:fontRef idx="minor">
            <a:schemeClr val="tx1"/>
          </a:fontRef>
        </p:style>
      </p:cxnSp>
      <p:sp>
        <p:nvSpPr>
          <p:cNvPr id="6" name="Title 1">
            <a:extLst>
              <a:ext uri="{FF2B5EF4-FFF2-40B4-BE49-F238E27FC236}">
                <a16:creationId xmlns:a16="http://schemas.microsoft.com/office/drawing/2014/main" id="{3111CA1F-AD4C-1E63-009E-B512154A36E4}"/>
              </a:ext>
            </a:extLst>
          </p:cNvPr>
          <p:cNvSpPr txBox="1">
            <a:spLocks/>
          </p:cNvSpPr>
          <p:nvPr/>
        </p:nvSpPr>
        <p:spPr bwMode="gray">
          <a:xfrm>
            <a:off x="9771943" y="1394807"/>
            <a:ext cx="1868276" cy="647236"/>
          </a:xfrm>
          <a:prstGeom prst="rect">
            <a:avLst/>
          </a:prstGeom>
        </p:spPr>
        <p:txBody>
          <a:bodyPr vert="horz" lIns="0" tIns="0" rIns="0" bIns="0" rtlCol="0" anchor="t" anchorCtr="0">
            <a:noAutofit/>
          </a:bodyPr>
          <a:lstStyle>
            <a:lvl1pPr algn="l" defTabSz="685800" rtl="0" eaLnBrk="1" latinLnBrk="0" hangingPunct="1">
              <a:spcBef>
                <a:spcPct val="0"/>
              </a:spcBef>
              <a:buNone/>
              <a:defRPr sz="2100" b="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stStyle>
          <a:p>
            <a:pPr>
              <a:spcAft>
                <a:spcPts val="1200"/>
              </a:spcAft>
            </a:pPr>
            <a:r>
              <a:rPr lang="en-GB" sz="900"/>
              <a:t>Draft regulatory reports generation</a:t>
            </a:r>
          </a:p>
          <a:p>
            <a:pPr>
              <a:spcAft>
                <a:spcPts val="1200"/>
              </a:spcAft>
            </a:pPr>
            <a:r>
              <a:rPr lang="en-GB" sz="900"/>
              <a:t>Evaluation current compliance and monitor emerging regulations</a:t>
            </a:r>
          </a:p>
          <a:p>
            <a:pPr>
              <a:spcAft>
                <a:spcPts val="1200"/>
              </a:spcAft>
            </a:pPr>
            <a:r>
              <a:rPr lang="en-GB" sz="900"/>
              <a:t>Proactive real-time notification of potential suspect journal entries</a:t>
            </a:r>
          </a:p>
          <a:p>
            <a:pPr>
              <a:spcAft>
                <a:spcPts val="1200"/>
              </a:spcAft>
            </a:pPr>
            <a:r>
              <a:rPr lang="en-GB" sz="900"/>
              <a:t>Generate account variance analysis and intelligent explanations</a:t>
            </a:r>
          </a:p>
          <a:p>
            <a:pPr>
              <a:spcAft>
                <a:spcPts val="1200"/>
              </a:spcAft>
            </a:pPr>
            <a:endParaRPr lang="en-GB" sz="900"/>
          </a:p>
        </p:txBody>
      </p:sp>
      <p:sp>
        <p:nvSpPr>
          <p:cNvPr id="7" name="Oval 6">
            <a:extLst>
              <a:ext uri="{FF2B5EF4-FFF2-40B4-BE49-F238E27FC236}">
                <a16:creationId xmlns:a16="http://schemas.microsoft.com/office/drawing/2014/main" id="{FB31432C-5C83-4F3A-6AB2-E5383599A7CC}"/>
              </a:ext>
            </a:extLst>
          </p:cNvPr>
          <p:cNvSpPr>
            <a:spLocks noChangeAspect="1"/>
          </p:cNvSpPr>
          <p:nvPr/>
        </p:nvSpPr>
        <p:spPr bwMode="gray">
          <a:xfrm>
            <a:off x="9537097" y="1365929"/>
            <a:ext cx="182878" cy="182880"/>
          </a:xfrm>
          <a:prstGeom prst="ellipse">
            <a:avLst/>
          </a:prstGeom>
          <a:solidFill>
            <a:srgbClr val="88CAC4"/>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8" name="Oval 7">
            <a:extLst>
              <a:ext uri="{FF2B5EF4-FFF2-40B4-BE49-F238E27FC236}">
                <a16:creationId xmlns:a16="http://schemas.microsoft.com/office/drawing/2014/main" id="{B2536CDB-1A02-9997-989A-CA752291266C}"/>
              </a:ext>
            </a:extLst>
          </p:cNvPr>
          <p:cNvSpPr>
            <a:spLocks noChangeAspect="1"/>
          </p:cNvSpPr>
          <p:nvPr/>
        </p:nvSpPr>
        <p:spPr bwMode="gray">
          <a:xfrm>
            <a:off x="9537097" y="1664564"/>
            <a:ext cx="182878" cy="182880"/>
          </a:xfrm>
          <a:prstGeom prst="ellipse">
            <a:avLst/>
          </a:prstGeom>
          <a:solidFill>
            <a:srgbClr val="88CAC4"/>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cxnSp>
        <p:nvCxnSpPr>
          <p:cNvPr id="10" name="Straight Connector 9">
            <a:extLst>
              <a:ext uri="{FF2B5EF4-FFF2-40B4-BE49-F238E27FC236}">
                <a16:creationId xmlns:a16="http://schemas.microsoft.com/office/drawing/2014/main" id="{EBC3158A-4490-8C5B-0DB8-AF3462DED28A}"/>
              </a:ext>
            </a:extLst>
          </p:cNvPr>
          <p:cNvCxnSpPr>
            <a:cxnSpLocks/>
            <a:stCxn id="12" idx="4"/>
            <a:endCxn id="96" idx="0"/>
          </p:cNvCxnSpPr>
          <p:nvPr/>
        </p:nvCxnSpPr>
        <p:spPr>
          <a:xfrm>
            <a:off x="4555481" y="3611954"/>
            <a:ext cx="1" cy="667479"/>
          </a:xfrm>
          <a:prstGeom prst="line">
            <a:avLst/>
          </a:prstGeom>
          <a:ln w="19050">
            <a:solidFill>
              <a:srgbClr val="88CAC4"/>
            </a:solidFil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A333CE76-74C4-B0A6-EF20-81F624BF3CE7}"/>
              </a:ext>
            </a:extLst>
          </p:cNvPr>
          <p:cNvSpPr txBox="1">
            <a:spLocks/>
          </p:cNvSpPr>
          <p:nvPr/>
        </p:nvSpPr>
        <p:spPr bwMode="gray">
          <a:xfrm>
            <a:off x="4711353" y="3444430"/>
            <a:ext cx="1868276" cy="647236"/>
          </a:xfrm>
          <a:prstGeom prst="rect">
            <a:avLst/>
          </a:prstGeom>
        </p:spPr>
        <p:txBody>
          <a:bodyPr vert="horz" lIns="0" tIns="0" rIns="0" bIns="0" rtlCol="0" anchor="t" anchorCtr="0">
            <a:noAutofit/>
          </a:bodyPr>
          <a:lstStyle>
            <a:lvl1pPr algn="l" defTabSz="685800" rtl="0" eaLnBrk="1" latinLnBrk="0" hangingPunct="1">
              <a:spcBef>
                <a:spcPct val="0"/>
              </a:spcBef>
              <a:buNone/>
              <a:defRPr sz="2100" b="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stStyle>
          <a:p>
            <a:pPr>
              <a:spcAft>
                <a:spcPts val="1200"/>
              </a:spcAft>
            </a:pPr>
            <a:r>
              <a:rPr lang="en-GB" sz="900"/>
              <a:t>Automate financial data across diverse sources</a:t>
            </a:r>
          </a:p>
          <a:p>
            <a:pPr>
              <a:spcAft>
                <a:spcPts val="1200"/>
              </a:spcAft>
            </a:pPr>
            <a:r>
              <a:rPr lang="en-GB" sz="900"/>
              <a:t>Recommend demand planning, product costing, and pricing setting</a:t>
            </a:r>
          </a:p>
          <a:p>
            <a:pPr>
              <a:spcAft>
                <a:spcPts val="1200"/>
              </a:spcAft>
            </a:pPr>
            <a:r>
              <a:rPr lang="en-GB" sz="900"/>
              <a:t>Proactive defect resolution recommendations</a:t>
            </a:r>
          </a:p>
          <a:p>
            <a:pPr>
              <a:spcAft>
                <a:spcPts val="1200"/>
              </a:spcAft>
            </a:pPr>
            <a:endParaRPr lang="en-GB" sz="900"/>
          </a:p>
        </p:txBody>
      </p:sp>
      <p:sp>
        <p:nvSpPr>
          <p:cNvPr id="12" name="Oval 11">
            <a:extLst>
              <a:ext uri="{FF2B5EF4-FFF2-40B4-BE49-F238E27FC236}">
                <a16:creationId xmlns:a16="http://schemas.microsoft.com/office/drawing/2014/main" id="{F7E2DFF3-6C66-F7EC-F3A7-8304892FA2F2}"/>
              </a:ext>
            </a:extLst>
          </p:cNvPr>
          <p:cNvSpPr>
            <a:spLocks noChangeAspect="1"/>
          </p:cNvSpPr>
          <p:nvPr/>
        </p:nvSpPr>
        <p:spPr bwMode="gray">
          <a:xfrm>
            <a:off x="4464041" y="3429074"/>
            <a:ext cx="182880" cy="182880"/>
          </a:xfrm>
          <a:prstGeom prst="ellipse">
            <a:avLst/>
          </a:prstGeom>
          <a:solidFill>
            <a:srgbClr val="88CAC4"/>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13" name="Oval 12">
            <a:extLst>
              <a:ext uri="{FF2B5EF4-FFF2-40B4-BE49-F238E27FC236}">
                <a16:creationId xmlns:a16="http://schemas.microsoft.com/office/drawing/2014/main" id="{DAD08D44-3B44-E315-3078-81F2B568F95B}"/>
              </a:ext>
            </a:extLst>
          </p:cNvPr>
          <p:cNvSpPr>
            <a:spLocks noChangeAspect="1"/>
          </p:cNvSpPr>
          <p:nvPr/>
        </p:nvSpPr>
        <p:spPr bwMode="gray">
          <a:xfrm>
            <a:off x="4463102" y="3852275"/>
            <a:ext cx="184759" cy="182880"/>
          </a:xfrm>
          <a:prstGeom prst="ellipse">
            <a:avLst/>
          </a:prstGeom>
          <a:solidFill>
            <a:srgbClr val="88CAC4"/>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cxnSp>
        <p:nvCxnSpPr>
          <p:cNvPr id="15" name="Straight Connector 14">
            <a:extLst>
              <a:ext uri="{FF2B5EF4-FFF2-40B4-BE49-F238E27FC236}">
                <a16:creationId xmlns:a16="http://schemas.microsoft.com/office/drawing/2014/main" id="{12F8F81E-7D46-575D-077E-268F77FCBF6B}"/>
              </a:ext>
            </a:extLst>
          </p:cNvPr>
          <p:cNvCxnSpPr>
            <a:cxnSpLocks/>
            <a:stCxn id="17" idx="4"/>
            <a:endCxn id="97" idx="0"/>
          </p:cNvCxnSpPr>
          <p:nvPr/>
        </p:nvCxnSpPr>
        <p:spPr>
          <a:xfrm>
            <a:off x="7075130" y="3611954"/>
            <a:ext cx="0" cy="598280"/>
          </a:xfrm>
          <a:prstGeom prst="line">
            <a:avLst/>
          </a:prstGeom>
          <a:ln w="19050">
            <a:solidFill>
              <a:srgbClr val="88CAC4"/>
            </a:solidFill>
          </a:ln>
        </p:spPr>
        <p:style>
          <a:lnRef idx="1">
            <a:schemeClr val="accent1"/>
          </a:lnRef>
          <a:fillRef idx="0">
            <a:schemeClr val="accent1"/>
          </a:fillRef>
          <a:effectRef idx="0">
            <a:schemeClr val="accent1"/>
          </a:effectRef>
          <a:fontRef idx="minor">
            <a:schemeClr val="tx1"/>
          </a:fontRef>
        </p:style>
      </p:cxnSp>
      <p:sp>
        <p:nvSpPr>
          <p:cNvPr id="16" name="Title 1">
            <a:extLst>
              <a:ext uri="{FF2B5EF4-FFF2-40B4-BE49-F238E27FC236}">
                <a16:creationId xmlns:a16="http://schemas.microsoft.com/office/drawing/2014/main" id="{F96D47CC-1003-8F54-9771-4F395F36CFBB}"/>
              </a:ext>
            </a:extLst>
          </p:cNvPr>
          <p:cNvSpPr txBox="1">
            <a:spLocks/>
          </p:cNvSpPr>
          <p:nvPr/>
        </p:nvSpPr>
        <p:spPr bwMode="gray">
          <a:xfrm>
            <a:off x="7225677" y="3444430"/>
            <a:ext cx="1981853" cy="647236"/>
          </a:xfrm>
          <a:prstGeom prst="rect">
            <a:avLst/>
          </a:prstGeom>
        </p:spPr>
        <p:txBody>
          <a:bodyPr vert="horz" lIns="0" tIns="0" rIns="0" bIns="0" rtlCol="0" anchor="t" anchorCtr="0">
            <a:noAutofit/>
          </a:bodyPr>
          <a:lstStyle>
            <a:lvl1pPr algn="l" defTabSz="685800" rtl="0" eaLnBrk="1" latinLnBrk="0" hangingPunct="1">
              <a:spcBef>
                <a:spcPct val="0"/>
              </a:spcBef>
              <a:buNone/>
              <a:defRPr sz="2100" b="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stStyle>
          <a:p>
            <a:pPr>
              <a:spcAft>
                <a:spcPts val="1200"/>
              </a:spcAft>
            </a:pPr>
            <a:r>
              <a:rPr lang="en-GB" sz="900"/>
              <a:t>Investing strategy recommendations</a:t>
            </a:r>
          </a:p>
          <a:p>
            <a:pPr>
              <a:spcAft>
                <a:spcPts val="1200"/>
              </a:spcAft>
            </a:pPr>
            <a:r>
              <a:rPr lang="en-GB" sz="900"/>
              <a:t>Executive level overview of company financial health generation</a:t>
            </a:r>
          </a:p>
          <a:p>
            <a:pPr>
              <a:spcAft>
                <a:spcPts val="1200"/>
              </a:spcAft>
            </a:pPr>
            <a:r>
              <a:rPr lang="en-GB" sz="900"/>
              <a:t>Predictive financial performance from data patterns</a:t>
            </a:r>
          </a:p>
          <a:p>
            <a:pPr>
              <a:spcAft>
                <a:spcPts val="1200"/>
              </a:spcAft>
            </a:pPr>
            <a:r>
              <a:rPr lang="en-GB" sz="900"/>
              <a:t>Project-level recommendations</a:t>
            </a:r>
          </a:p>
          <a:p>
            <a:pPr>
              <a:spcAft>
                <a:spcPts val="1200"/>
              </a:spcAft>
            </a:pPr>
            <a:endParaRPr lang="en-GB" sz="900"/>
          </a:p>
        </p:txBody>
      </p:sp>
      <p:sp>
        <p:nvSpPr>
          <p:cNvPr id="17" name="Oval 16">
            <a:extLst>
              <a:ext uri="{FF2B5EF4-FFF2-40B4-BE49-F238E27FC236}">
                <a16:creationId xmlns:a16="http://schemas.microsoft.com/office/drawing/2014/main" id="{E830D172-2BFD-52B5-7140-12EBB05FE793}"/>
              </a:ext>
            </a:extLst>
          </p:cNvPr>
          <p:cNvSpPr>
            <a:spLocks noChangeAspect="1"/>
          </p:cNvSpPr>
          <p:nvPr/>
        </p:nvSpPr>
        <p:spPr bwMode="gray">
          <a:xfrm>
            <a:off x="6984681" y="3429074"/>
            <a:ext cx="180897" cy="182880"/>
          </a:xfrm>
          <a:prstGeom prst="ellipse">
            <a:avLst/>
          </a:prstGeom>
          <a:solidFill>
            <a:srgbClr val="88CAC4"/>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18" name="Oval 17">
            <a:extLst>
              <a:ext uri="{FF2B5EF4-FFF2-40B4-BE49-F238E27FC236}">
                <a16:creationId xmlns:a16="http://schemas.microsoft.com/office/drawing/2014/main" id="{6124117D-1124-45FA-8DEE-C6B613D6046D}"/>
              </a:ext>
            </a:extLst>
          </p:cNvPr>
          <p:cNvSpPr>
            <a:spLocks noChangeAspect="1"/>
          </p:cNvSpPr>
          <p:nvPr/>
        </p:nvSpPr>
        <p:spPr bwMode="gray">
          <a:xfrm>
            <a:off x="6984681" y="3794834"/>
            <a:ext cx="180897" cy="182880"/>
          </a:xfrm>
          <a:prstGeom prst="ellipse">
            <a:avLst/>
          </a:prstGeom>
          <a:solidFill>
            <a:srgbClr val="88CAC4"/>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cxnSp>
        <p:nvCxnSpPr>
          <p:cNvPr id="21" name="Straight Connector 20">
            <a:extLst>
              <a:ext uri="{FF2B5EF4-FFF2-40B4-BE49-F238E27FC236}">
                <a16:creationId xmlns:a16="http://schemas.microsoft.com/office/drawing/2014/main" id="{EA7B5AC8-BE0C-CB7A-308E-49E36302D41A}"/>
              </a:ext>
            </a:extLst>
          </p:cNvPr>
          <p:cNvCxnSpPr>
            <a:cxnSpLocks/>
            <a:stCxn id="25" idx="4"/>
            <a:endCxn id="98" idx="0"/>
          </p:cNvCxnSpPr>
          <p:nvPr/>
        </p:nvCxnSpPr>
        <p:spPr>
          <a:xfrm>
            <a:off x="9628537" y="3611954"/>
            <a:ext cx="1" cy="521915"/>
          </a:xfrm>
          <a:prstGeom prst="line">
            <a:avLst/>
          </a:prstGeom>
          <a:ln w="19050">
            <a:solidFill>
              <a:srgbClr val="88CAC4"/>
            </a:solidFill>
          </a:ln>
        </p:spPr>
        <p:style>
          <a:lnRef idx="1">
            <a:schemeClr val="accent1"/>
          </a:lnRef>
          <a:fillRef idx="0">
            <a:schemeClr val="accent1"/>
          </a:fillRef>
          <a:effectRef idx="0">
            <a:schemeClr val="accent1"/>
          </a:effectRef>
          <a:fontRef idx="minor">
            <a:schemeClr val="tx1"/>
          </a:fontRef>
        </p:style>
      </p:cxnSp>
      <p:sp>
        <p:nvSpPr>
          <p:cNvPr id="23" name="Title 1">
            <a:extLst>
              <a:ext uri="{FF2B5EF4-FFF2-40B4-BE49-F238E27FC236}">
                <a16:creationId xmlns:a16="http://schemas.microsoft.com/office/drawing/2014/main" id="{EB546D91-B7F6-9D46-DC6B-8608C2E27644}"/>
              </a:ext>
            </a:extLst>
          </p:cNvPr>
          <p:cNvSpPr txBox="1">
            <a:spLocks/>
          </p:cNvSpPr>
          <p:nvPr/>
        </p:nvSpPr>
        <p:spPr bwMode="gray">
          <a:xfrm>
            <a:off x="9771941" y="3444430"/>
            <a:ext cx="1968948" cy="647236"/>
          </a:xfrm>
          <a:prstGeom prst="rect">
            <a:avLst/>
          </a:prstGeom>
        </p:spPr>
        <p:txBody>
          <a:bodyPr vert="horz" lIns="0" tIns="0" rIns="0" bIns="0" rtlCol="0" anchor="t" anchorCtr="0">
            <a:noAutofit/>
          </a:bodyPr>
          <a:lstStyle>
            <a:lvl1pPr algn="l" defTabSz="685800" rtl="0" eaLnBrk="1" latinLnBrk="0" hangingPunct="1">
              <a:spcBef>
                <a:spcPct val="0"/>
              </a:spcBef>
              <a:buNone/>
              <a:defRPr sz="2100" b="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stStyle>
          <a:p>
            <a:pPr>
              <a:spcAft>
                <a:spcPts val="1200"/>
              </a:spcAft>
            </a:pPr>
            <a:r>
              <a:rPr lang="en-GB" sz="900"/>
              <a:t>Recommend, summarize, and detect risk from M&amp;A cleanroom data</a:t>
            </a:r>
          </a:p>
          <a:p>
            <a:pPr>
              <a:spcAft>
                <a:spcPts val="1200"/>
              </a:spcAft>
            </a:pPr>
            <a:r>
              <a:rPr lang="en-GB" sz="900"/>
              <a:t>Generate various scenario models</a:t>
            </a:r>
          </a:p>
          <a:p>
            <a:pPr>
              <a:spcAft>
                <a:spcPts val="1200"/>
              </a:spcAft>
            </a:pPr>
            <a:r>
              <a:rPr lang="en-GB" sz="900"/>
              <a:t>Enable predictive challenger models to test various scenarios</a:t>
            </a:r>
          </a:p>
          <a:p>
            <a:pPr>
              <a:spcAft>
                <a:spcPts val="1200"/>
              </a:spcAft>
            </a:pPr>
            <a:endParaRPr lang="en-GB" sz="900"/>
          </a:p>
        </p:txBody>
      </p:sp>
      <p:sp>
        <p:nvSpPr>
          <p:cNvPr id="25" name="Oval 24">
            <a:extLst>
              <a:ext uri="{FF2B5EF4-FFF2-40B4-BE49-F238E27FC236}">
                <a16:creationId xmlns:a16="http://schemas.microsoft.com/office/drawing/2014/main" id="{E721ABB6-684E-2D51-8EDA-B4238C87E657}"/>
              </a:ext>
            </a:extLst>
          </p:cNvPr>
          <p:cNvSpPr>
            <a:spLocks noChangeAspect="1"/>
          </p:cNvSpPr>
          <p:nvPr/>
        </p:nvSpPr>
        <p:spPr bwMode="gray">
          <a:xfrm>
            <a:off x="9537097" y="3429074"/>
            <a:ext cx="182880" cy="182880"/>
          </a:xfrm>
          <a:prstGeom prst="ellipse">
            <a:avLst/>
          </a:prstGeom>
          <a:solidFill>
            <a:srgbClr val="88CAC4"/>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26" name="Oval 25">
            <a:extLst>
              <a:ext uri="{FF2B5EF4-FFF2-40B4-BE49-F238E27FC236}">
                <a16:creationId xmlns:a16="http://schemas.microsoft.com/office/drawing/2014/main" id="{EDC1E1BE-FB5F-EE96-C072-20E2330BC6D2}"/>
              </a:ext>
            </a:extLst>
          </p:cNvPr>
          <p:cNvSpPr>
            <a:spLocks noChangeAspect="1"/>
          </p:cNvSpPr>
          <p:nvPr/>
        </p:nvSpPr>
        <p:spPr bwMode="gray">
          <a:xfrm>
            <a:off x="9537098" y="3852275"/>
            <a:ext cx="182879" cy="182880"/>
          </a:xfrm>
          <a:prstGeom prst="ellipse">
            <a:avLst/>
          </a:prstGeom>
          <a:solidFill>
            <a:srgbClr val="88CAC4"/>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cxnSp>
        <p:nvCxnSpPr>
          <p:cNvPr id="30" name="Straight Connector 29">
            <a:extLst>
              <a:ext uri="{FF2B5EF4-FFF2-40B4-BE49-F238E27FC236}">
                <a16:creationId xmlns:a16="http://schemas.microsoft.com/office/drawing/2014/main" id="{A0E03791-FC1B-4D00-4639-DB65CFF9CDBE}"/>
              </a:ext>
            </a:extLst>
          </p:cNvPr>
          <p:cNvCxnSpPr>
            <a:cxnSpLocks/>
          </p:cNvCxnSpPr>
          <p:nvPr/>
        </p:nvCxnSpPr>
        <p:spPr>
          <a:xfrm>
            <a:off x="4555481" y="5428301"/>
            <a:ext cx="1" cy="109552"/>
          </a:xfrm>
          <a:prstGeom prst="line">
            <a:avLst/>
          </a:prstGeom>
          <a:ln w="19050">
            <a:solidFill>
              <a:srgbClr val="88CAC4"/>
            </a:solidFill>
          </a:ln>
        </p:spPr>
        <p:style>
          <a:lnRef idx="1">
            <a:schemeClr val="accent1"/>
          </a:lnRef>
          <a:fillRef idx="0">
            <a:schemeClr val="accent1"/>
          </a:fillRef>
          <a:effectRef idx="0">
            <a:schemeClr val="accent1"/>
          </a:effectRef>
          <a:fontRef idx="minor">
            <a:schemeClr val="tx1"/>
          </a:fontRef>
        </p:style>
      </p:cxnSp>
      <p:sp>
        <p:nvSpPr>
          <p:cNvPr id="31" name="Title 1">
            <a:extLst>
              <a:ext uri="{FF2B5EF4-FFF2-40B4-BE49-F238E27FC236}">
                <a16:creationId xmlns:a16="http://schemas.microsoft.com/office/drawing/2014/main" id="{03062685-2BB8-9280-BAD7-02464F7C29F4}"/>
              </a:ext>
            </a:extLst>
          </p:cNvPr>
          <p:cNvSpPr txBox="1">
            <a:spLocks/>
          </p:cNvSpPr>
          <p:nvPr/>
        </p:nvSpPr>
        <p:spPr bwMode="gray">
          <a:xfrm>
            <a:off x="4711353" y="5274313"/>
            <a:ext cx="1868276" cy="647236"/>
          </a:xfrm>
          <a:prstGeom prst="rect">
            <a:avLst/>
          </a:prstGeom>
        </p:spPr>
        <p:txBody>
          <a:bodyPr vert="horz" lIns="0" tIns="0" rIns="0" bIns="0" rtlCol="0" anchor="t" anchorCtr="0">
            <a:noAutofit/>
          </a:bodyPr>
          <a:lstStyle>
            <a:lvl1pPr algn="l" defTabSz="685800" rtl="0" eaLnBrk="1" latinLnBrk="0" hangingPunct="1">
              <a:spcBef>
                <a:spcPct val="0"/>
              </a:spcBef>
              <a:buNone/>
              <a:defRPr sz="2100" b="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stStyle>
          <a:p>
            <a:pPr>
              <a:spcAft>
                <a:spcPts val="1200"/>
              </a:spcAft>
            </a:pPr>
            <a:r>
              <a:rPr lang="en-GB" sz="900"/>
              <a:t>Automation of tax filings</a:t>
            </a:r>
          </a:p>
          <a:p>
            <a:pPr>
              <a:spcAft>
                <a:spcPts val="1200"/>
              </a:spcAft>
            </a:pPr>
            <a:r>
              <a:rPr lang="en-GB" sz="900"/>
              <a:t>Accurate tax report generation</a:t>
            </a:r>
          </a:p>
          <a:p>
            <a:pPr>
              <a:spcAft>
                <a:spcPts val="1200"/>
              </a:spcAft>
            </a:pPr>
            <a:r>
              <a:rPr lang="en-GB" sz="900"/>
              <a:t>Predictive tax planning, compliance, and risk management</a:t>
            </a:r>
          </a:p>
          <a:p>
            <a:pPr>
              <a:spcAft>
                <a:spcPts val="1200"/>
              </a:spcAft>
            </a:pPr>
            <a:endParaRPr lang="en-GB" sz="900"/>
          </a:p>
        </p:txBody>
      </p:sp>
      <p:sp>
        <p:nvSpPr>
          <p:cNvPr id="32" name="Oval 31">
            <a:extLst>
              <a:ext uri="{FF2B5EF4-FFF2-40B4-BE49-F238E27FC236}">
                <a16:creationId xmlns:a16="http://schemas.microsoft.com/office/drawing/2014/main" id="{964D665F-F6FA-F2B4-A490-0F896753DE5C}"/>
              </a:ext>
            </a:extLst>
          </p:cNvPr>
          <p:cNvSpPr>
            <a:spLocks noChangeAspect="1"/>
          </p:cNvSpPr>
          <p:nvPr/>
        </p:nvSpPr>
        <p:spPr bwMode="gray">
          <a:xfrm>
            <a:off x="4464042" y="5245421"/>
            <a:ext cx="182878" cy="182880"/>
          </a:xfrm>
          <a:prstGeom prst="ellipse">
            <a:avLst/>
          </a:prstGeom>
          <a:solidFill>
            <a:srgbClr val="88CAC4"/>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33" name="Oval 32">
            <a:extLst>
              <a:ext uri="{FF2B5EF4-FFF2-40B4-BE49-F238E27FC236}">
                <a16:creationId xmlns:a16="http://schemas.microsoft.com/office/drawing/2014/main" id="{05DFF6D4-75F1-4043-CCA7-041CF0A1D764}"/>
              </a:ext>
            </a:extLst>
          </p:cNvPr>
          <p:cNvSpPr>
            <a:spLocks noChangeAspect="1"/>
          </p:cNvSpPr>
          <p:nvPr/>
        </p:nvSpPr>
        <p:spPr bwMode="gray">
          <a:xfrm>
            <a:off x="4464042" y="5537853"/>
            <a:ext cx="182879" cy="182880"/>
          </a:xfrm>
          <a:prstGeom prst="ellipse">
            <a:avLst/>
          </a:prstGeom>
          <a:solidFill>
            <a:srgbClr val="88CAC4"/>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cxnSp>
        <p:nvCxnSpPr>
          <p:cNvPr id="35" name="Straight Connector 34">
            <a:extLst>
              <a:ext uri="{FF2B5EF4-FFF2-40B4-BE49-F238E27FC236}">
                <a16:creationId xmlns:a16="http://schemas.microsoft.com/office/drawing/2014/main" id="{6D3E637A-D847-E867-61A3-98C0EEF7EA76}"/>
              </a:ext>
            </a:extLst>
          </p:cNvPr>
          <p:cNvCxnSpPr>
            <a:cxnSpLocks/>
            <a:stCxn id="42" idx="4"/>
            <a:endCxn id="116" idx="0"/>
          </p:cNvCxnSpPr>
          <p:nvPr/>
        </p:nvCxnSpPr>
        <p:spPr>
          <a:xfrm>
            <a:off x="7075129" y="5428301"/>
            <a:ext cx="1" cy="520828"/>
          </a:xfrm>
          <a:prstGeom prst="line">
            <a:avLst/>
          </a:prstGeom>
          <a:ln w="19050">
            <a:solidFill>
              <a:srgbClr val="88CAC4"/>
            </a:solidFill>
          </a:ln>
        </p:spPr>
        <p:style>
          <a:lnRef idx="1">
            <a:schemeClr val="accent1"/>
          </a:lnRef>
          <a:fillRef idx="0">
            <a:schemeClr val="accent1"/>
          </a:fillRef>
          <a:effectRef idx="0">
            <a:schemeClr val="accent1"/>
          </a:effectRef>
          <a:fontRef idx="minor">
            <a:schemeClr val="tx1"/>
          </a:fontRef>
        </p:style>
      </p:cxnSp>
      <p:sp>
        <p:nvSpPr>
          <p:cNvPr id="37" name="Title 1">
            <a:extLst>
              <a:ext uri="{FF2B5EF4-FFF2-40B4-BE49-F238E27FC236}">
                <a16:creationId xmlns:a16="http://schemas.microsoft.com/office/drawing/2014/main" id="{4D16C965-9154-BF0B-0693-F9AB780E846C}"/>
              </a:ext>
            </a:extLst>
          </p:cNvPr>
          <p:cNvSpPr txBox="1">
            <a:spLocks/>
          </p:cNvSpPr>
          <p:nvPr/>
        </p:nvSpPr>
        <p:spPr bwMode="gray">
          <a:xfrm>
            <a:off x="7241648" y="5274313"/>
            <a:ext cx="1868276" cy="647236"/>
          </a:xfrm>
          <a:prstGeom prst="rect">
            <a:avLst/>
          </a:prstGeom>
        </p:spPr>
        <p:txBody>
          <a:bodyPr vert="horz" lIns="0" tIns="0" rIns="0" bIns="0" rtlCol="0" anchor="t" anchorCtr="0">
            <a:noAutofit/>
          </a:bodyPr>
          <a:lstStyle>
            <a:lvl1pPr algn="l" defTabSz="685800" rtl="0" eaLnBrk="1" latinLnBrk="0" hangingPunct="1">
              <a:spcBef>
                <a:spcPct val="0"/>
              </a:spcBef>
              <a:buNone/>
              <a:defRPr sz="2100" b="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stStyle>
          <a:p>
            <a:pPr>
              <a:spcAft>
                <a:spcPts val="1200"/>
              </a:spcAft>
            </a:pPr>
            <a:r>
              <a:rPr lang="en-GB" sz="900"/>
              <a:t>Proactive detection of fraudulent activities</a:t>
            </a:r>
          </a:p>
          <a:p>
            <a:pPr>
              <a:spcAft>
                <a:spcPts val="1200"/>
              </a:spcAft>
            </a:pPr>
            <a:r>
              <a:rPr lang="en-GB" sz="900"/>
              <a:t>Draft audit report generation</a:t>
            </a:r>
          </a:p>
          <a:p>
            <a:pPr>
              <a:spcAft>
                <a:spcPts val="1200"/>
              </a:spcAft>
            </a:pPr>
            <a:r>
              <a:rPr lang="en-GB" sz="900"/>
              <a:t>Predictive compliance monitoring</a:t>
            </a:r>
          </a:p>
          <a:p>
            <a:pPr>
              <a:spcAft>
                <a:spcPts val="1200"/>
              </a:spcAft>
            </a:pPr>
            <a:endParaRPr lang="en-GB" sz="900"/>
          </a:p>
        </p:txBody>
      </p:sp>
      <p:sp>
        <p:nvSpPr>
          <p:cNvPr id="42" name="Oval 41">
            <a:extLst>
              <a:ext uri="{FF2B5EF4-FFF2-40B4-BE49-F238E27FC236}">
                <a16:creationId xmlns:a16="http://schemas.microsoft.com/office/drawing/2014/main" id="{DF3DE5EB-6438-A595-6634-A4DC9F31B9F5}"/>
              </a:ext>
            </a:extLst>
          </p:cNvPr>
          <p:cNvSpPr>
            <a:spLocks noChangeAspect="1"/>
          </p:cNvSpPr>
          <p:nvPr/>
        </p:nvSpPr>
        <p:spPr bwMode="gray">
          <a:xfrm>
            <a:off x="6983690" y="5245421"/>
            <a:ext cx="182878" cy="182880"/>
          </a:xfrm>
          <a:prstGeom prst="ellipse">
            <a:avLst/>
          </a:prstGeom>
          <a:solidFill>
            <a:srgbClr val="88CAC4"/>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45" name="Oval 44">
            <a:extLst>
              <a:ext uri="{FF2B5EF4-FFF2-40B4-BE49-F238E27FC236}">
                <a16:creationId xmlns:a16="http://schemas.microsoft.com/office/drawing/2014/main" id="{013CA071-9E43-EEBF-DCBB-CE1E7EADDD3A}"/>
              </a:ext>
            </a:extLst>
          </p:cNvPr>
          <p:cNvSpPr>
            <a:spLocks noChangeAspect="1"/>
          </p:cNvSpPr>
          <p:nvPr/>
        </p:nvSpPr>
        <p:spPr bwMode="gray">
          <a:xfrm>
            <a:off x="6983690" y="5695102"/>
            <a:ext cx="182879" cy="182880"/>
          </a:xfrm>
          <a:prstGeom prst="ellipse">
            <a:avLst/>
          </a:prstGeom>
          <a:solidFill>
            <a:srgbClr val="88CAC4"/>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cxnSp>
        <p:nvCxnSpPr>
          <p:cNvPr id="52" name="Straight Connector 51">
            <a:extLst>
              <a:ext uri="{FF2B5EF4-FFF2-40B4-BE49-F238E27FC236}">
                <a16:creationId xmlns:a16="http://schemas.microsoft.com/office/drawing/2014/main" id="{6B601BC6-85EA-52CB-6E28-0006ECFC0AF9}"/>
              </a:ext>
            </a:extLst>
          </p:cNvPr>
          <p:cNvCxnSpPr>
            <a:cxnSpLocks/>
            <a:stCxn id="54" idx="4"/>
            <a:endCxn id="117" idx="0"/>
          </p:cNvCxnSpPr>
          <p:nvPr/>
        </p:nvCxnSpPr>
        <p:spPr>
          <a:xfrm flipH="1">
            <a:off x="9628537" y="5428301"/>
            <a:ext cx="1" cy="666774"/>
          </a:xfrm>
          <a:prstGeom prst="line">
            <a:avLst/>
          </a:prstGeom>
          <a:ln w="19050">
            <a:solidFill>
              <a:srgbClr val="88CAC4"/>
            </a:solidFill>
          </a:ln>
        </p:spPr>
        <p:style>
          <a:lnRef idx="1">
            <a:schemeClr val="accent1"/>
          </a:lnRef>
          <a:fillRef idx="0">
            <a:schemeClr val="accent1"/>
          </a:fillRef>
          <a:effectRef idx="0">
            <a:schemeClr val="accent1"/>
          </a:effectRef>
          <a:fontRef idx="minor">
            <a:schemeClr val="tx1"/>
          </a:fontRef>
        </p:style>
      </p:cxnSp>
      <p:sp>
        <p:nvSpPr>
          <p:cNvPr id="53" name="Title 1">
            <a:extLst>
              <a:ext uri="{FF2B5EF4-FFF2-40B4-BE49-F238E27FC236}">
                <a16:creationId xmlns:a16="http://schemas.microsoft.com/office/drawing/2014/main" id="{B115E6A2-50B4-E2D5-4F6E-CEC47C5811EA}"/>
              </a:ext>
            </a:extLst>
          </p:cNvPr>
          <p:cNvSpPr txBox="1">
            <a:spLocks/>
          </p:cNvSpPr>
          <p:nvPr/>
        </p:nvSpPr>
        <p:spPr bwMode="gray">
          <a:xfrm>
            <a:off x="9771941" y="5274313"/>
            <a:ext cx="2051150" cy="647236"/>
          </a:xfrm>
          <a:prstGeom prst="rect">
            <a:avLst/>
          </a:prstGeom>
        </p:spPr>
        <p:txBody>
          <a:bodyPr vert="horz" lIns="0" tIns="0" rIns="0" bIns="0" rtlCol="0" anchor="t" anchorCtr="0">
            <a:noAutofit/>
          </a:bodyPr>
          <a:lstStyle>
            <a:lvl1pPr algn="l" defTabSz="685800" rtl="0" eaLnBrk="1" latinLnBrk="0" hangingPunct="1">
              <a:spcBef>
                <a:spcPct val="0"/>
              </a:spcBef>
              <a:buNone/>
              <a:defRPr sz="2100" b="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stStyle>
          <a:p>
            <a:pPr>
              <a:spcAft>
                <a:spcPts val="1200"/>
              </a:spcAft>
            </a:pPr>
            <a:r>
              <a:rPr lang="en-GB" sz="900"/>
              <a:t>Predictive company valuation </a:t>
            </a:r>
            <a:r>
              <a:rPr lang="en-GB" sz="900" err="1"/>
              <a:t>analyzing</a:t>
            </a:r>
            <a:r>
              <a:rPr lang="en-GB" sz="900"/>
              <a:t> financial data</a:t>
            </a:r>
          </a:p>
          <a:p>
            <a:pPr>
              <a:spcAft>
                <a:spcPts val="1200"/>
              </a:spcAft>
            </a:pPr>
            <a:r>
              <a:rPr lang="en-GB" sz="900"/>
              <a:t>Financial rules and regulations interpretations</a:t>
            </a:r>
          </a:p>
          <a:p>
            <a:pPr>
              <a:spcAft>
                <a:spcPts val="1200"/>
              </a:spcAft>
            </a:pPr>
            <a:r>
              <a:rPr lang="en-GB" sz="900"/>
              <a:t>Draft sections of 10Q / 10K generation </a:t>
            </a:r>
          </a:p>
        </p:txBody>
      </p:sp>
      <p:sp>
        <p:nvSpPr>
          <p:cNvPr id="54" name="Oval 53">
            <a:extLst>
              <a:ext uri="{FF2B5EF4-FFF2-40B4-BE49-F238E27FC236}">
                <a16:creationId xmlns:a16="http://schemas.microsoft.com/office/drawing/2014/main" id="{0FC0BE41-19DB-B1A4-83F9-D3A73D3E65B2}"/>
              </a:ext>
            </a:extLst>
          </p:cNvPr>
          <p:cNvSpPr>
            <a:spLocks noChangeAspect="1"/>
          </p:cNvSpPr>
          <p:nvPr/>
        </p:nvSpPr>
        <p:spPr bwMode="gray">
          <a:xfrm>
            <a:off x="9537098" y="5245421"/>
            <a:ext cx="182879" cy="182880"/>
          </a:xfrm>
          <a:prstGeom prst="ellipse">
            <a:avLst/>
          </a:prstGeom>
          <a:solidFill>
            <a:srgbClr val="88CAC4"/>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55" name="Oval 54">
            <a:extLst>
              <a:ext uri="{FF2B5EF4-FFF2-40B4-BE49-F238E27FC236}">
                <a16:creationId xmlns:a16="http://schemas.microsoft.com/office/drawing/2014/main" id="{7F31CD4B-AFD9-8E50-0844-441B9DC4E807}"/>
              </a:ext>
            </a:extLst>
          </p:cNvPr>
          <p:cNvSpPr>
            <a:spLocks noChangeAspect="1"/>
          </p:cNvSpPr>
          <p:nvPr/>
        </p:nvSpPr>
        <p:spPr bwMode="gray">
          <a:xfrm>
            <a:off x="9537098" y="5695102"/>
            <a:ext cx="182878" cy="182880"/>
          </a:xfrm>
          <a:prstGeom prst="ellipse">
            <a:avLst/>
          </a:prstGeom>
          <a:solidFill>
            <a:srgbClr val="88CAC4"/>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96" name="Oval 95">
            <a:extLst>
              <a:ext uri="{FF2B5EF4-FFF2-40B4-BE49-F238E27FC236}">
                <a16:creationId xmlns:a16="http://schemas.microsoft.com/office/drawing/2014/main" id="{BA00D520-5DC6-E798-E6E5-63A025B5A507}"/>
              </a:ext>
            </a:extLst>
          </p:cNvPr>
          <p:cNvSpPr>
            <a:spLocks noChangeAspect="1"/>
          </p:cNvSpPr>
          <p:nvPr/>
        </p:nvSpPr>
        <p:spPr bwMode="gray">
          <a:xfrm>
            <a:off x="4463102" y="4279433"/>
            <a:ext cx="184759" cy="182880"/>
          </a:xfrm>
          <a:prstGeom prst="ellipse">
            <a:avLst/>
          </a:prstGeom>
          <a:solidFill>
            <a:srgbClr val="88CAC4"/>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97" name="Oval 96">
            <a:extLst>
              <a:ext uri="{FF2B5EF4-FFF2-40B4-BE49-F238E27FC236}">
                <a16:creationId xmlns:a16="http://schemas.microsoft.com/office/drawing/2014/main" id="{8EA46842-9499-BF26-6120-4D6C748A6AAB}"/>
              </a:ext>
            </a:extLst>
          </p:cNvPr>
          <p:cNvSpPr>
            <a:spLocks noChangeAspect="1"/>
          </p:cNvSpPr>
          <p:nvPr/>
        </p:nvSpPr>
        <p:spPr bwMode="gray">
          <a:xfrm>
            <a:off x="6984681" y="4210234"/>
            <a:ext cx="180897" cy="182880"/>
          </a:xfrm>
          <a:prstGeom prst="ellipse">
            <a:avLst/>
          </a:prstGeom>
          <a:solidFill>
            <a:srgbClr val="88CAC4"/>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98" name="Oval 97">
            <a:extLst>
              <a:ext uri="{FF2B5EF4-FFF2-40B4-BE49-F238E27FC236}">
                <a16:creationId xmlns:a16="http://schemas.microsoft.com/office/drawing/2014/main" id="{99390169-EC1C-AF51-9A8A-3EBFF7E97BC2}"/>
              </a:ext>
            </a:extLst>
          </p:cNvPr>
          <p:cNvSpPr>
            <a:spLocks noChangeAspect="1"/>
          </p:cNvSpPr>
          <p:nvPr/>
        </p:nvSpPr>
        <p:spPr bwMode="gray">
          <a:xfrm>
            <a:off x="9537098" y="4133869"/>
            <a:ext cx="182879" cy="182880"/>
          </a:xfrm>
          <a:prstGeom prst="ellipse">
            <a:avLst/>
          </a:prstGeom>
          <a:solidFill>
            <a:srgbClr val="88CAC4"/>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115" name="Oval 114">
            <a:extLst>
              <a:ext uri="{FF2B5EF4-FFF2-40B4-BE49-F238E27FC236}">
                <a16:creationId xmlns:a16="http://schemas.microsoft.com/office/drawing/2014/main" id="{2631A00B-9627-81A3-D762-39AD81CD81F6}"/>
              </a:ext>
            </a:extLst>
          </p:cNvPr>
          <p:cNvSpPr>
            <a:spLocks noChangeAspect="1"/>
          </p:cNvSpPr>
          <p:nvPr/>
        </p:nvSpPr>
        <p:spPr bwMode="gray">
          <a:xfrm>
            <a:off x="4464042" y="5829608"/>
            <a:ext cx="182879" cy="182880"/>
          </a:xfrm>
          <a:prstGeom prst="ellipse">
            <a:avLst/>
          </a:prstGeom>
          <a:solidFill>
            <a:srgbClr val="88CAC4"/>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116" name="Oval 115">
            <a:extLst>
              <a:ext uri="{FF2B5EF4-FFF2-40B4-BE49-F238E27FC236}">
                <a16:creationId xmlns:a16="http://schemas.microsoft.com/office/drawing/2014/main" id="{1D79FA90-6243-3FD7-6FDC-278E3C3692D4}"/>
              </a:ext>
            </a:extLst>
          </p:cNvPr>
          <p:cNvSpPr>
            <a:spLocks noChangeAspect="1"/>
          </p:cNvSpPr>
          <p:nvPr/>
        </p:nvSpPr>
        <p:spPr bwMode="gray">
          <a:xfrm>
            <a:off x="6983690" y="5949129"/>
            <a:ext cx="182879" cy="182880"/>
          </a:xfrm>
          <a:prstGeom prst="ellipse">
            <a:avLst/>
          </a:prstGeom>
          <a:solidFill>
            <a:srgbClr val="88CAC4"/>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117" name="Oval 116">
            <a:extLst>
              <a:ext uri="{FF2B5EF4-FFF2-40B4-BE49-F238E27FC236}">
                <a16:creationId xmlns:a16="http://schemas.microsoft.com/office/drawing/2014/main" id="{D9E47444-834F-67D8-2AE5-BC285117402F}"/>
              </a:ext>
            </a:extLst>
          </p:cNvPr>
          <p:cNvSpPr>
            <a:spLocks noChangeAspect="1"/>
          </p:cNvSpPr>
          <p:nvPr/>
        </p:nvSpPr>
        <p:spPr bwMode="gray">
          <a:xfrm>
            <a:off x="9537098" y="6095075"/>
            <a:ext cx="182878" cy="182880"/>
          </a:xfrm>
          <a:prstGeom prst="ellipse">
            <a:avLst/>
          </a:prstGeom>
          <a:solidFill>
            <a:srgbClr val="88CAC4"/>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139" name="Oval 138">
            <a:extLst>
              <a:ext uri="{FF2B5EF4-FFF2-40B4-BE49-F238E27FC236}">
                <a16:creationId xmlns:a16="http://schemas.microsoft.com/office/drawing/2014/main" id="{2D21D7DC-67AB-46AD-BCAC-0113B314556A}"/>
              </a:ext>
            </a:extLst>
          </p:cNvPr>
          <p:cNvSpPr>
            <a:spLocks noChangeAspect="1"/>
          </p:cNvSpPr>
          <p:nvPr/>
        </p:nvSpPr>
        <p:spPr bwMode="gray">
          <a:xfrm>
            <a:off x="9537097" y="2095023"/>
            <a:ext cx="182878" cy="182880"/>
          </a:xfrm>
          <a:prstGeom prst="ellipse">
            <a:avLst/>
          </a:prstGeom>
          <a:solidFill>
            <a:srgbClr val="88CAC4"/>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140" name="Oval 139">
            <a:extLst>
              <a:ext uri="{FF2B5EF4-FFF2-40B4-BE49-F238E27FC236}">
                <a16:creationId xmlns:a16="http://schemas.microsoft.com/office/drawing/2014/main" id="{BF88CCDD-D50C-D87A-36D0-B7D85A1D6D33}"/>
              </a:ext>
            </a:extLst>
          </p:cNvPr>
          <p:cNvSpPr>
            <a:spLocks noChangeAspect="1"/>
          </p:cNvSpPr>
          <p:nvPr/>
        </p:nvSpPr>
        <p:spPr bwMode="gray">
          <a:xfrm>
            <a:off x="9537097" y="2505710"/>
            <a:ext cx="182878" cy="182880"/>
          </a:xfrm>
          <a:prstGeom prst="ellipse">
            <a:avLst/>
          </a:prstGeom>
          <a:solidFill>
            <a:srgbClr val="88CAC4"/>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9" name="Oval 8">
            <a:extLst>
              <a:ext uri="{FF2B5EF4-FFF2-40B4-BE49-F238E27FC236}">
                <a16:creationId xmlns:a16="http://schemas.microsoft.com/office/drawing/2014/main" id="{3C6874A9-70E5-05CE-A1BA-94E41A752D3F}"/>
              </a:ext>
            </a:extLst>
          </p:cNvPr>
          <p:cNvSpPr>
            <a:spLocks noChangeAspect="1"/>
          </p:cNvSpPr>
          <p:nvPr/>
        </p:nvSpPr>
        <p:spPr bwMode="gray">
          <a:xfrm>
            <a:off x="6984681" y="4592809"/>
            <a:ext cx="180897" cy="182880"/>
          </a:xfrm>
          <a:prstGeom prst="ellipse">
            <a:avLst/>
          </a:prstGeom>
          <a:solidFill>
            <a:srgbClr val="88CAC4"/>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Tree>
    <p:extLst>
      <p:ext uri="{BB962C8B-B14F-4D97-AF65-F5344CB8AC3E}">
        <p14:creationId xmlns:p14="http://schemas.microsoft.com/office/powerpoint/2010/main" val="5551149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42AFB6-8EAB-F278-951E-38085065280B}"/>
            </a:ext>
          </a:extLst>
        </p:cNvPr>
        <p:cNvGrpSpPr/>
        <p:nvPr/>
      </p:nvGrpSpPr>
      <p:grpSpPr>
        <a:xfrm>
          <a:off x="0" y="0"/>
          <a:ext cx="0" cy="0"/>
          <a:chOff x="0" y="0"/>
          <a:chExt cx="0" cy="0"/>
        </a:xfrm>
      </p:grpSpPr>
      <p:pic>
        <p:nvPicPr>
          <p:cNvPr id="1026" name="Picture 1" descr="A diagram of a company&#10;&#10;Description automatically generated">
            <a:extLst>
              <a:ext uri="{FF2B5EF4-FFF2-40B4-BE49-F238E27FC236}">
                <a16:creationId xmlns:a16="http://schemas.microsoft.com/office/drawing/2014/main" id="{C1DB0D0F-4476-1DB7-F0B3-485CF61D0EE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9630" y="827723"/>
            <a:ext cx="9121775" cy="4884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a:extLst>
              <a:ext uri="{FF2B5EF4-FFF2-40B4-BE49-F238E27FC236}">
                <a16:creationId xmlns:a16="http://schemas.microsoft.com/office/drawing/2014/main" id="{390C596A-143A-468C-DB11-24EFE9C6ED22}"/>
              </a:ext>
            </a:extLst>
          </p:cNvPr>
          <p:cNvSpPr/>
          <p:nvPr/>
        </p:nvSpPr>
        <p:spPr bwMode="gray">
          <a:xfrm>
            <a:off x="8249920" y="0"/>
            <a:ext cx="3942080" cy="485877"/>
          </a:xfrm>
          <a:prstGeom prst="rect">
            <a:avLst/>
          </a:prstGeom>
          <a:solidFill>
            <a:srgbClr val="C0000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b="1" i="1">
                <a:solidFill>
                  <a:schemeClr val="bg1"/>
                </a:solidFill>
              </a:rPr>
              <a:t>Rough sketch to blow out the dotted line box on slide 5</a:t>
            </a:r>
            <a:endParaRPr lang="en-US" sz="1400" i="1">
              <a:solidFill>
                <a:schemeClr val="bg1"/>
              </a:solidFill>
            </a:endParaRPr>
          </a:p>
        </p:txBody>
      </p:sp>
    </p:spTree>
    <p:extLst>
      <p:ext uri="{BB962C8B-B14F-4D97-AF65-F5344CB8AC3E}">
        <p14:creationId xmlns:p14="http://schemas.microsoft.com/office/powerpoint/2010/main" val="41340280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noProof="0"/>
              <a:t>Finance </a:t>
            </a:r>
            <a:r>
              <a:rPr lang="en-US" b="1"/>
              <a:t>t</a:t>
            </a:r>
            <a:r>
              <a:rPr lang="en-US" b="1" noProof="0"/>
              <a:t>axonomy</a:t>
            </a:r>
          </a:p>
        </p:txBody>
      </p:sp>
      <p:sp>
        <p:nvSpPr>
          <p:cNvPr id="74" name="TextBox 73">
            <a:extLst>
              <a:ext uri="{FF2B5EF4-FFF2-40B4-BE49-F238E27FC236}">
                <a16:creationId xmlns:a16="http://schemas.microsoft.com/office/drawing/2014/main" id="{66D118A8-A332-4DDE-A47F-A89378C9D1F0}"/>
              </a:ext>
            </a:extLst>
          </p:cNvPr>
          <p:cNvSpPr txBox="1"/>
          <p:nvPr/>
        </p:nvSpPr>
        <p:spPr>
          <a:xfrm>
            <a:off x="70890" y="841057"/>
            <a:ext cx="184666" cy="1107996"/>
          </a:xfrm>
          <a:prstGeom prst="rect">
            <a:avLst/>
          </a:prstGeom>
          <a:noFill/>
        </p:spPr>
        <p:txBody>
          <a:bodyPr vert="vert270" wrap="square" lIns="0" tIns="0" rIns="0" bIns="0" rtlCol="0">
            <a:spAutoFit/>
          </a:bodyPr>
          <a:lstStyle/>
          <a:p>
            <a:pPr marL="0" marR="0" lvl="0" indent="0" algn="ctr" defTabSz="1219170" rtl="0" eaLnBrk="1" fontAlgn="auto" latinLnBrk="0" hangingPunct="1">
              <a:lnSpc>
                <a:spcPct val="100000"/>
              </a:lnSpc>
              <a:spcBef>
                <a:spcPts val="600"/>
              </a:spcBef>
              <a:spcAft>
                <a:spcPts val="0"/>
              </a:spcAft>
              <a:buClrTx/>
              <a:buSzPct val="100000"/>
              <a:buFontTx/>
              <a:buNone/>
              <a:tabLst/>
              <a:defRPr/>
            </a:pPr>
            <a:r>
              <a:rPr kumimoji="0" lang="en-US" sz="1200" b="0" i="0" u="none" strike="noStrike" kern="1200" cap="none" spc="0" normalizeH="0" baseline="0" noProof="0">
                <a:ln>
                  <a:noFill/>
                </a:ln>
                <a:solidFill>
                  <a:srgbClr val="313131"/>
                </a:solidFill>
                <a:effectLst/>
                <a:uLnTx/>
                <a:uFillTx/>
                <a:latin typeface="Calibri"/>
                <a:ea typeface="+mn-ea"/>
                <a:cs typeface="+mn-cs"/>
              </a:rPr>
              <a:t>Domain</a:t>
            </a:r>
          </a:p>
        </p:txBody>
      </p:sp>
      <p:sp>
        <p:nvSpPr>
          <p:cNvPr id="126" name="Rectangle 125">
            <a:extLst>
              <a:ext uri="{FF2B5EF4-FFF2-40B4-BE49-F238E27FC236}">
                <a16:creationId xmlns:a16="http://schemas.microsoft.com/office/drawing/2014/main" id="{99AFC96D-9F28-4E0B-8547-8C7C930358FB}"/>
              </a:ext>
            </a:extLst>
          </p:cNvPr>
          <p:cNvSpPr/>
          <p:nvPr/>
        </p:nvSpPr>
        <p:spPr>
          <a:xfrm>
            <a:off x="501649" y="5590152"/>
            <a:ext cx="11430000" cy="231094"/>
          </a:xfrm>
          <a:prstGeom prst="rect">
            <a:avLst/>
          </a:prstGeom>
          <a:solidFill>
            <a:schemeClr val="bg1">
              <a:lumMod val="6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nchorCtr="0">
            <a:no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a:ln>
                  <a:noFill/>
                </a:ln>
                <a:solidFill>
                  <a:prstClr val="white"/>
                </a:solidFill>
                <a:effectLst/>
                <a:uLnTx/>
                <a:uFillTx/>
                <a:latin typeface="Calibri"/>
                <a:ea typeface="+mn-ea"/>
                <a:cs typeface="+mn-cs"/>
              </a:rPr>
              <a:t>Process and technology</a:t>
            </a:r>
          </a:p>
        </p:txBody>
      </p:sp>
      <p:sp>
        <p:nvSpPr>
          <p:cNvPr id="127" name="Rectangle 126">
            <a:extLst>
              <a:ext uri="{FF2B5EF4-FFF2-40B4-BE49-F238E27FC236}">
                <a16:creationId xmlns:a16="http://schemas.microsoft.com/office/drawing/2014/main" id="{88A14E69-CF66-4F7A-8A88-D03199702BB9}"/>
              </a:ext>
            </a:extLst>
          </p:cNvPr>
          <p:cNvSpPr/>
          <p:nvPr/>
        </p:nvSpPr>
        <p:spPr>
          <a:xfrm>
            <a:off x="501649" y="5862298"/>
            <a:ext cx="11430000" cy="231094"/>
          </a:xfrm>
          <a:prstGeom prst="rect">
            <a:avLst/>
          </a:prstGeom>
          <a:solidFill>
            <a:schemeClr val="bg1">
              <a:lumMod val="6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nchorCtr="0">
            <a:no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a:ln>
                  <a:noFill/>
                </a:ln>
                <a:solidFill>
                  <a:prstClr val="white"/>
                </a:solidFill>
                <a:effectLst/>
                <a:uLnTx/>
                <a:uFillTx/>
                <a:latin typeface="Calibri"/>
                <a:ea typeface="+mn-ea"/>
                <a:cs typeface="+mn-cs"/>
              </a:rPr>
              <a:t>Data and analytics</a:t>
            </a:r>
          </a:p>
        </p:txBody>
      </p:sp>
      <p:sp>
        <p:nvSpPr>
          <p:cNvPr id="128" name="Rectangle 127">
            <a:extLst>
              <a:ext uri="{FF2B5EF4-FFF2-40B4-BE49-F238E27FC236}">
                <a16:creationId xmlns:a16="http://schemas.microsoft.com/office/drawing/2014/main" id="{4CDCD85A-AA57-4A0C-B8BA-DBEE9CDFE935}"/>
              </a:ext>
            </a:extLst>
          </p:cNvPr>
          <p:cNvSpPr/>
          <p:nvPr/>
        </p:nvSpPr>
        <p:spPr>
          <a:xfrm>
            <a:off x="501649" y="6134444"/>
            <a:ext cx="11430000" cy="231094"/>
          </a:xfrm>
          <a:prstGeom prst="rect">
            <a:avLst/>
          </a:prstGeom>
          <a:solidFill>
            <a:schemeClr val="bg1">
              <a:lumMod val="6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nchorCtr="0">
            <a:no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a:ln>
                  <a:noFill/>
                </a:ln>
                <a:solidFill>
                  <a:prstClr val="white"/>
                </a:solidFill>
                <a:effectLst/>
                <a:uLnTx/>
                <a:uFillTx/>
                <a:latin typeface="Calibri"/>
                <a:ea typeface="+mn-ea"/>
                <a:cs typeface="+mn-cs"/>
              </a:rPr>
              <a:t>Talent and delivery model</a:t>
            </a:r>
          </a:p>
        </p:txBody>
      </p:sp>
      <p:sp>
        <p:nvSpPr>
          <p:cNvPr id="129" name="Rectangle 128">
            <a:extLst>
              <a:ext uri="{FF2B5EF4-FFF2-40B4-BE49-F238E27FC236}">
                <a16:creationId xmlns:a16="http://schemas.microsoft.com/office/drawing/2014/main" id="{D5C39166-71A5-4F70-AF2A-A4800FBE70C2}"/>
              </a:ext>
            </a:extLst>
          </p:cNvPr>
          <p:cNvSpPr/>
          <p:nvPr/>
        </p:nvSpPr>
        <p:spPr>
          <a:xfrm>
            <a:off x="501649" y="6406589"/>
            <a:ext cx="11430000" cy="231094"/>
          </a:xfrm>
          <a:prstGeom prst="rect">
            <a:avLst/>
          </a:prstGeom>
          <a:solidFill>
            <a:schemeClr val="bg1">
              <a:lumMod val="6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nchorCtr="0">
            <a:no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a:ln>
                  <a:noFill/>
                </a:ln>
                <a:solidFill>
                  <a:prstClr val="white"/>
                </a:solidFill>
                <a:effectLst/>
                <a:uLnTx/>
                <a:uFillTx/>
                <a:latin typeface="Calibri"/>
                <a:ea typeface="+mn-ea"/>
                <a:cs typeface="+mn-cs"/>
              </a:rPr>
              <a:t>Governance, risk, and controls</a:t>
            </a:r>
          </a:p>
        </p:txBody>
      </p:sp>
      <p:sp>
        <p:nvSpPr>
          <p:cNvPr id="130" name="Left Brace 129">
            <a:extLst>
              <a:ext uri="{FF2B5EF4-FFF2-40B4-BE49-F238E27FC236}">
                <a16:creationId xmlns:a16="http://schemas.microsoft.com/office/drawing/2014/main" id="{AB888264-F402-4C8B-BACE-83491D7E8283}"/>
              </a:ext>
            </a:extLst>
          </p:cNvPr>
          <p:cNvSpPr/>
          <p:nvPr/>
        </p:nvSpPr>
        <p:spPr>
          <a:xfrm>
            <a:off x="324433" y="5561296"/>
            <a:ext cx="91440" cy="1123535"/>
          </a:xfrm>
          <a:prstGeom prst="leftBrace">
            <a:avLst/>
          </a:prstGeom>
          <a:ln>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a:ea typeface="+mn-ea"/>
              <a:cs typeface="+mn-cs"/>
            </a:endParaRPr>
          </a:p>
        </p:txBody>
      </p:sp>
      <p:sp>
        <p:nvSpPr>
          <p:cNvPr id="131" name="TextBox 130">
            <a:extLst>
              <a:ext uri="{FF2B5EF4-FFF2-40B4-BE49-F238E27FC236}">
                <a16:creationId xmlns:a16="http://schemas.microsoft.com/office/drawing/2014/main" id="{3A7EF6A3-ACCC-46D8-969E-EEAECA4FF61D}"/>
              </a:ext>
            </a:extLst>
          </p:cNvPr>
          <p:cNvSpPr txBox="1"/>
          <p:nvPr/>
        </p:nvSpPr>
        <p:spPr>
          <a:xfrm>
            <a:off x="73092" y="5507421"/>
            <a:ext cx="184666" cy="1107996"/>
          </a:xfrm>
          <a:prstGeom prst="rect">
            <a:avLst/>
          </a:prstGeom>
          <a:noFill/>
        </p:spPr>
        <p:txBody>
          <a:bodyPr vert="vert270" wrap="square" lIns="0" tIns="0" rIns="0" bIns="0" rtlCol="0">
            <a:spAutoFit/>
          </a:bodyPr>
          <a:lstStyle/>
          <a:p>
            <a:pPr marL="0" marR="0" lvl="0" indent="0" algn="ctr" defTabSz="1219170" rtl="0" eaLnBrk="1" fontAlgn="auto" latinLnBrk="0" hangingPunct="1">
              <a:lnSpc>
                <a:spcPct val="100000"/>
              </a:lnSpc>
              <a:spcBef>
                <a:spcPts val="600"/>
              </a:spcBef>
              <a:spcAft>
                <a:spcPts val="0"/>
              </a:spcAft>
              <a:buClrTx/>
              <a:buSzPct val="100000"/>
              <a:buFontTx/>
              <a:buNone/>
              <a:tabLst/>
              <a:defRPr/>
            </a:pPr>
            <a:r>
              <a:rPr kumimoji="0" lang="en-US" sz="1200" b="0" i="0" u="none" strike="noStrike" kern="1200" cap="none" spc="0" normalizeH="0" baseline="0" noProof="0">
                <a:ln>
                  <a:noFill/>
                </a:ln>
                <a:solidFill>
                  <a:srgbClr val="313131"/>
                </a:solidFill>
                <a:effectLst/>
                <a:uLnTx/>
                <a:uFillTx/>
                <a:latin typeface="Calibri"/>
                <a:ea typeface="+mn-ea"/>
                <a:cs typeface="+mn-cs"/>
              </a:rPr>
              <a:t>Enablers</a:t>
            </a:r>
          </a:p>
        </p:txBody>
      </p:sp>
      <p:sp>
        <p:nvSpPr>
          <p:cNvPr id="132" name="Left Brace 131">
            <a:extLst>
              <a:ext uri="{FF2B5EF4-FFF2-40B4-BE49-F238E27FC236}">
                <a16:creationId xmlns:a16="http://schemas.microsoft.com/office/drawing/2014/main" id="{21667E7C-19CE-405F-81A5-C92930EE2B00}"/>
              </a:ext>
            </a:extLst>
          </p:cNvPr>
          <p:cNvSpPr/>
          <p:nvPr/>
        </p:nvSpPr>
        <p:spPr>
          <a:xfrm>
            <a:off x="314841" y="1196293"/>
            <a:ext cx="91440" cy="397524"/>
          </a:xfrm>
          <a:prstGeom prst="leftBrace">
            <a:avLst/>
          </a:prstGeom>
          <a:ln>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a:ea typeface="+mn-ea"/>
              <a:cs typeface="+mn-cs"/>
            </a:endParaRPr>
          </a:p>
        </p:txBody>
      </p:sp>
      <p:sp>
        <p:nvSpPr>
          <p:cNvPr id="133" name="Left Brace 132">
            <a:extLst>
              <a:ext uri="{FF2B5EF4-FFF2-40B4-BE49-F238E27FC236}">
                <a16:creationId xmlns:a16="http://schemas.microsoft.com/office/drawing/2014/main" id="{6F7240E7-38A7-49F0-83BA-B83AEB9224D8}"/>
              </a:ext>
            </a:extLst>
          </p:cNvPr>
          <p:cNvSpPr/>
          <p:nvPr/>
        </p:nvSpPr>
        <p:spPr>
          <a:xfrm>
            <a:off x="314841" y="1652644"/>
            <a:ext cx="91440" cy="3761842"/>
          </a:xfrm>
          <a:prstGeom prst="leftBrace">
            <a:avLst/>
          </a:prstGeom>
          <a:ln>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a:ea typeface="+mn-ea"/>
              <a:cs typeface="+mn-cs"/>
            </a:endParaRPr>
          </a:p>
        </p:txBody>
      </p:sp>
      <p:sp>
        <p:nvSpPr>
          <p:cNvPr id="134" name="TextBox 133">
            <a:extLst>
              <a:ext uri="{FF2B5EF4-FFF2-40B4-BE49-F238E27FC236}">
                <a16:creationId xmlns:a16="http://schemas.microsoft.com/office/drawing/2014/main" id="{C01377F3-781F-4974-AE00-6B190EF2E743}"/>
              </a:ext>
            </a:extLst>
          </p:cNvPr>
          <p:cNvSpPr txBox="1"/>
          <p:nvPr/>
        </p:nvSpPr>
        <p:spPr>
          <a:xfrm>
            <a:off x="63500" y="2722717"/>
            <a:ext cx="184666" cy="1107997"/>
          </a:xfrm>
          <a:prstGeom prst="rect">
            <a:avLst/>
          </a:prstGeom>
          <a:noFill/>
        </p:spPr>
        <p:txBody>
          <a:bodyPr vert="vert270" wrap="square" lIns="0" tIns="0" rIns="0" bIns="0" rtlCol="0">
            <a:spAutoFit/>
          </a:bodyPr>
          <a:lstStyle/>
          <a:p>
            <a:pPr marL="0" marR="0" lvl="0" indent="0" algn="ctr" defTabSz="1219170" rtl="0" eaLnBrk="1" fontAlgn="auto" latinLnBrk="0" hangingPunct="1">
              <a:lnSpc>
                <a:spcPct val="100000"/>
              </a:lnSpc>
              <a:spcBef>
                <a:spcPts val="600"/>
              </a:spcBef>
              <a:spcAft>
                <a:spcPts val="0"/>
              </a:spcAft>
              <a:buClrTx/>
              <a:buSzPct val="100000"/>
              <a:buFontTx/>
              <a:buNone/>
              <a:tabLst/>
              <a:defRPr/>
            </a:pPr>
            <a:r>
              <a:rPr kumimoji="0" lang="en-US" sz="1200" b="0" i="0" u="none" strike="noStrike" kern="1200" cap="none" spc="0" normalizeH="0" baseline="0" noProof="0">
                <a:ln>
                  <a:noFill/>
                </a:ln>
                <a:solidFill>
                  <a:prstClr val="black"/>
                </a:solidFill>
                <a:effectLst/>
                <a:uLnTx/>
                <a:uFillTx/>
                <a:latin typeface="Calibri"/>
                <a:ea typeface="+mn-ea"/>
                <a:cs typeface="+mn-cs"/>
              </a:rPr>
              <a:t>Capability</a:t>
            </a:r>
          </a:p>
        </p:txBody>
      </p:sp>
      <p:sp>
        <p:nvSpPr>
          <p:cNvPr id="77" name="Rectangle 76">
            <a:extLst>
              <a:ext uri="{FF2B5EF4-FFF2-40B4-BE49-F238E27FC236}">
                <a16:creationId xmlns:a16="http://schemas.microsoft.com/office/drawing/2014/main" id="{33B68AD9-056E-4DEB-9931-3E3B942F6CCD}"/>
              </a:ext>
            </a:extLst>
          </p:cNvPr>
          <p:cNvSpPr/>
          <p:nvPr/>
        </p:nvSpPr>
        <p:spPr>
          <a:xfrm>
            <a:off x="3082257" y="1196293"/>
            <a:ext cx="1201939" cy="424858"/>
          </a:xfrm>
          <a:prstGeom prst="rect">
            <a:avLst/>
          </a:prstGeom>
          <a:solidFill>
            <a:schemeClr val="tx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nchorCtr="0">
            <a:no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GB" sz="1050" b="1" i="0" u="none" strike="noStrike" kern="1200" cap="none" spc="0" normalizeH="0" baseline="0" noProof="0">
                <a:ln>
                  <a:noFill/>
                </a:ln>
                <a:solidFill>
                  <a:prstClr val="white"/>
                </a:solidFill>
                <a:effectLst/>
                <a:uLnTx/>
                <a:uFillTx/>
                <a:latin typeface="Calibri"/>
                <a:ea typeface="+mn-ea"/>
                <a:cs typeface="+mn-cs"/>
              </a:rPr>
              <a:t>Business unit (BU) finance</a:t>
            </a:r>
          </a:p>
        </p:txBody>
      </p:sp>
      <p:sp>
        <p:nvSpPr>
          <p:cNvPr id="78" name="Rectangle 77">
            <a:extLst>
              <a:ext uri="{FF2B5EF4-FFF2-40B4-BE49-F238E27FC236}">
                <a16:creationId xmlns:a16="http://schemas.microsoft.com/office/drawing/2014/main" id="{719EF7B4-7E6E-4C6D-8200-943A1904EC87}"/>
              </a:ext>
            </a:extLst>
          </p:cNvPr>
          <p:cNvSpPr/>
          <p:nvPr/>
        </p:nvSpPr>
        <p:spPr>
          <a:xfrm>
            <a:off x="3082257" y="1698226"/>
            <a:ext cx="1201939" cy="576616"/>
          </a:xfrm>
          <a:prstGeom prst="rect">
            <a:avLst/>
          </a:prstGeom>
          <a:solidFill>
            <a:schemeClr val="bg1">
              <a:lumMod val="9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nchorCtr="0">
            <a:no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GB" sz="1050" b="0" i="0" u="none" strike="noStrike" kern="1200" cap="none" spc="0" normalizeH="0" baseline="0" noProof="0">
                <a:ln>
                  <a:noFill/>
                </a:ln>
                <a:solidFill>
                  <a:prstClr val="black"/>
                </a:solidFill>
                <a:effectLst/>
                <a:uLnTx/>
                <a:uFillTx/>
                <a:latin typeface="Calibri"/>
                <a:ea typeface="+mn-ea"/>
                <a:cs typeface="+mn-cs"/>
              </a:rPr>
              <a:t>R&amp;D finance</a:t>
            </a:r>
          </a:p>
        </p:txBody>
      </p:sp>
      <p:sp>
        <p:nvSpPr>
          <p:cNvPr id="79" name="Rectangle 78">
            <a:extLst>
              <a:ext uri="{FF2B5EF4-FFF2-40B4-BE49-F238E27FC236}">
                <a16:creationId xmlns:a16="http://schemas.microsoft.com/office/drawing/2014/main" id="{92A329FF-995D-40BC-AA11-DE48C8C5D463}"/>
              </a:ext>
            </a:extLst>
          </p:cNvPr>
          <p:cNvSpPr/>
          <p:nvPr/>
        </p:nvSpPr>
        <p:spPr>
          <a:xfrm>
            <a:off x="3082257" y="2346307"/>
            <a:ext cx="1201939" cy="576616"/>
          </a:xfrm>
          <a:prstGeom prst="rect">
            <a:avLst/>
          </a:prstGeom>
          <a:solidFill>
            <a:schemeClr val="bg1">
              <a:lumMod val="9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nchorCtr="0">
            <a:no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GB" sz="1050" b="0" i="0" u="none" strike="noStrike" kern="1200" cap="none" spc="0" normalizeH="0" baseline="0" noProof="0">
                <a:ln>
                  <a:noFill/>
                </a:ln>
                <a:solidFill>
                  <a:prstClr val="black"/>
                </a:solidFill>
                <a:effectLst/>
                <a:uLnTx/>
                <a:uFillTx/>
                <a:latin typeface="Calibri"/>
                <a:ea typeface="+mn-ea"/>
                <a:cs typeface="+mn-cs"/>
              </a:rPr>
              <a:t>Commercial sales </a:t>
            </a:r>
          </a:p>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GB" sz="1050" b="0" i="0" u="none" strike="noStrike" kern="1200" cap="none" spc="0" normalizeH="0" baseline="0" noProof="0">
                <a:ln>
                  <a:noFill/>
                </a:ln>
                <a:solidFill>
                  <a:prstClr val="black"/>
                </a:solidFill>
                <a:effectLst/>
                <a:uLnTx/>
                <a:uFillTx/>
                <a:latin typeface="Calibri"/>
                <a:ea typeface="+mn-ea"/>
                <a:cs typeface="+mn-cs"/>
              </a:rPr>
              <a:t>finance</a:t>
            </a:r>
          </a:p>
        </p:txBody>
      </p:sp>
      <p:sp>
        <p:nvSpPr>
          <p:cNvPr id="83" name="Rectangle 82">
            <a:extLst>
              <a:ext uri="{FF2B5EF4-FFF2-40B4-BE49-F238E27FC236}">
                <a16:creationId xmlns:a16="http://schemas.microsoft.com/office/drawing/2014/main" id="{6A5D09B8-83D5-4D88-A04A-4C2854D02A77}"/>
              </a:ext>
            </a:extLst>
          </p:cNvPr>
          <p:cNvSpPr/>
          <p:nvPr/>
        </p:nvSpPr>
        <p:spPr>
          <a:xfrm>
            <a:off x="3082257" y="3642469"/>
            <a:ext cx="1201939" cy="576616"/>
          </a:xfrm>
          <a:prstGeom prst="rect">
            <a:avLst/>
          </a:prstGeom>
          <a:solidFill>
            <a:schemeClr val="bg1">
              <a:lumMod val="9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nchorCtr="0">
            <a:no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GB" sz="1050" b="0" i="0" u="none" strike="noStrike" kern="1200" cap="none" spc="0" normalizeH="0" baseline="0" noProof="0">
                <a:ln>
                  <a:noFill/>
                </a:ln>
                <a:solidFill>
                  <a:prstClr val="black"/>
                </a:solidFill>
                <a:effectLst/>
                <a:uLnTx/>
                <a:uFillTx/>
                <a:latin typeface="Calibri"/>
                <a:ea typeface="+mn-ea"/>
                <a:cs typeface="+mn-cs"/>
              </a:rPr>
              <a:t>Pricing</a:t>
            </a:r>
          </a:p>
        </p:txBody>
      </p:sp>
      <p:sp>
        <p:nvSpPr>
          <p:cNvPr id="85" name="Rectangle 84">
            <a:extLst>
              <a:ext uri="{FF2B5EF4-FFF2-40B4-BE49-F238E27FC236}">
                <a16:creationId xmlns:a16="http://schemas.microsoft.com/office/drawing/2014/main" id="{171A5E86-D6B2-4A50-8E87-E2437FE4CAB1}"/>
              </a:ext>
            </a:extLst>
          </p:cNvPr>
          <p:cNvSpPr/>
          <p:nvPr/>
        </p:nvSpPr>
        <p:spPr>
          <a:xfrm>
            <a:off x="1803007" y="4288038"/>
            <a:ext cx="1201939" cy="576616"/>
          </a:xfrm>
          <a:prstGeom prst="rect">
            <a:avLst/>
          </a:prstGeom>
          <a:solidFill>
            <a:schemeClr val="bg1">
              <a:lumMod val="9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nchorCtr="0">
            <a:no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GB" sz="1050" b="0" i="0" u="none" strike="noStrike" kern="1200" cap="none" spc="0" normalizeH="0" baseline="0" noProof="0">
                <a:ln>
                  <a:noFill/>
                </a:ln>
                <a:solidFill>
                  <a:prstClr val="black"/>
                </a:solidFill>
                <a:effectLst/>
                <a:uLnTx/>
                <a:uFillTx/>
                <a:latin typeface="Calibri"/>
                <a:ea typeface="+mn-ea"/>
                <a:cs typeface="+mn-cs"/>
              </a:rPr>
              <a:t>Business case </a:t>
            </a:r>
          </a:p>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GB" sz="1050" b="0" i="0" u="none" strike="noStrike" kern="1200" cap="none" spc="0" normalizeH="0" baseline="0" noProof="0">
                <a:ln>
                  <a:noFill/>
                </a:ln>
                <a:solidFill>
                  <a:prstClr val="black"/>
                </a:solidFill>
                <a:effectLst/>
                <a:uLnTx/>
                <a:uFillTx/>
                <a:latin typeface="Calibri"/>
                <a:ea typeface="+mn-ea"/>
                <a:cs typeface="+mn-cs"/>
              </a:rPr>
              <a:t>evaluation</a:t>
            </a:r>
          </a:p>
        </p:txBody>
      </p:sp>
      <p:sp>
        <p:nvSpPr>
          <p:cNvPr id="87" name="Rectangle 86">
            <a:extLst>
              <a:ext uri="{FF2B5EF4-FFF2-40B4-BE49-F238E27FC236}">
                <a16:creationId xmlns:a16="http://schemas.microsoft.com/office/drawing/2014/main" id="{21F5964B-30A5-4C1D-A37C-D241265FC601}"/>
              </a:ext>
            </a:extLst>
          </p:cNvPr>
          <p:cNvSpPr/>
          <p:nvPr/>
        </p:nvSpPr>
        <p:spPr>
          <a:xfrm>
            <a:off x="5630748" y="1196293"/>
            <a:ext cx="1201939" cy="424858"/>
          </a:xfrm>
          <a:prstGeom prst="rect">
            <a:avLst/>
          </a:prstGeom>
          <a:solidFill>
            <a:schemeClr val="tx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nchorCtr="0">
            <a:no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GB" sz="1050" b="1" i="0" u="none" strike="noStrike" kern="1200" cap="none" spc="0" normalizeH="0" baseline="0" noProof="0">
                <a:ln>
                  <a:noFill/>
                </a:ln>
                <a:solidFill>
                  <a:prstClr val="white"/>
                </a:solidFill>
                <a:effectLst/>
                <a:uLnTx/>
                <a:uFillTx/>
                <a:latin typeface="Calibri"/>
                <a:ea typeface="+mn-ea"/>
                <a:cs typeface="+mn-cs"/>
              </a:rPr>
              <a:t>Controllership</a:t>
            </a:r>
          </a:p>
        </p:txBody>
      </p:sp>
      <p:sp>
        <p:nvSpPr>
          <p:cNvPr id="88" name="Rectangle 87">
            <a:extLst>
              <a:ext uri="{FF2B5EF4-FFF2-40B4-BE49-F238E27FC236}">
                <a16:creationId xmlns:a16="http://schemas.microsoft.com/office/drawing/2014/main" id="{C95A7895-3B2B-4B7C-B76F-458A974D2197}"/>
              </a:ext>
            </a:extLst>
          </p:cNvPr>
          <p:cNvSpPr/>
          <p:nvPr/>
        </p:nvSpPr>
        <p:spPr>
          <a:xfrm>
            <a:off x="5630748" y="1698226"/>
            <a:ext cx="1201939" cy="576616"/>
          </a:xfrm>
          <a:prstGeom prst="rect">
            <a:avLst/>
          </a:prstGeom>
          <a:solidFill>
            <a:schemeClr val="bg1">
              <a:lumMod val="9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nchorCtr="0">
            <a:no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GB" sz="1050" b="0" i="0" u="none" strike="noStrike" kern="1200" cap="none" spc="0" normalizeH="0" baseline="0" noProof="0">
                <a:ln>
                  <a:noFill/>
                </a:ln>
                <a:solidFill>
                  <a:prstClr val="black"/>
                </a:solidFill>
                <a:effectLst/>
                <a:uLnTx/>
                <a:uFillTx/>
                <a:latin typeface="Calibri"/>
                <a:ea typeface="+mn-ea"/>
                <a:cs typeface="+mn-cs"/>
              </a:rPr>
              <a:t>Close</a:t>
            </a:r>
          </a:p>
        </p:txBody>
      </p:sp>
      <p:sp>
        <p:nvSpPr>
          <p:cNvPr id="93" name="Rectangle 92">
            <a:extLst>
              <a:ext uri="{FF2B5EF4-FFF2-40B4-BE49-F238E27FC236}">
                <a16:creationId xmlns:a16="http://schemas.microsoft.com/office/drawing/2014/main" id="{C46A5363-A0D6-4B1F-91E3-028770C3C3B7}"/>
              </a:ext>
            </a:extLst>
          </p:cNvPr>
          <p:cNvSpPr/>
          <p:nvPr/>
        </p:nvSpPr>
        <p:spPr>
          <a:xfrm>
            <a:off x="5630748" y="2346307"/>
            <a:ext cx="1201939" cy="576616"/>
          </a:xfrm>
          <a:prstGeom prst="rect">
            <a:avLst/>
          </a:prstGeom>
          <a:solidFill>
            <a:schemeClr val="bg1">
              <a:lumMod val="9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nchorCtr="0">
            <a:no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GB" sz="1050" b="0" i="0" u="none" strike="noStrike" kern="1200" cap="none" spc="0" normalizeH="0" baseline="0" noProof="0">
                <a:ln>
                  <a:noFill/>
                </a:ln>
                <a:solidFill>
                  <a:prstClr val="black"/>
                </a:solidFill>
                <a:effectLst/>
                <a:uLnTx/>
                <a:uFillTx/>
                <a:latin typeface="Calibri"/>
                <a:ea typeface="+mn-ea"/>
                <a:cs typeface="+mn-cs"/>
              </a:rPr>
              <a:t>Consolidation</a:t>
            </a:r>
          </a:p>
        </p:txBody>
      </p:sp>
      <p:sp>
        <p:nvSpPr>
          <p:cNvPr id="94" name="Rectangle 93">
            <a:extLst>
              <a:ext uri="{FF2B5EF4-FFF2-40B4-BE49-F238E27FC236}">
                <a16:creationId xmlns:a16="http://schemas.microsoft.com/office/drawing/2014/main" id="{16882210-22FF-4238-BA19-EA8FC8346163}"/>
              </a:ext>
            </a:extLst>
          </p:cNvPr>
          <p:cNvSpPr/>
          <p:nvPr/>
        </p:nvSpPr>
        <p:spPr>
          <a:xfrm>
            <a:off x="5630748" y="2986625"/>
            <a:ext cx="1201939" cy="576616"/>
          </a:xfrm>
          <a:prstGeom prst="rect">
            <a:avLst/>
          </a:prstGeom>
          <a:solidFill>
            <a:schemeClr val="bg1">
              <a:lumMod val="9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nchorCtr="0">
            <a:no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GB" sz="1050" b="0" i="0" u="none" strike="noStrike" kern="1200" cap="none" spc="0" normalizeH="0" baseline="0" noProof="0">
                <a:ln>
                  <a:noFill/>
                </a:ln>
                <a:solidFill>
                  <a:prstClr val="black"/>
                </a:solidFill>
                <a:effectLst/>
                <a:uLnTx/>
                <a:uFillTx/>
                <a:latin typeface="Calibri"/>
                <a:ea typeface="+mn-ea"/>
                <a:cs typeface="+mn-cs"/>
              </a:rPr>
              <a:t>External and i</a:t>
            </a:r>
            <a:r>
              <a:rPr kumimoji="0" lang="en-GB" sz="1050" b="0" i="0" u="none" strike="noStrike" kern="1200" cap="none" spc="0" normalizeH="0" baseline="0" noProof="0" err="1">
                <a:ln>
                  <a:noFill/>
                </a:ln>
                <a:solidFill>
                  <a:prstClr val="black"/>
                </a:solidFill>
                <a:effectLst/>
                <a:uLnTx/>
                <a:uFillTx/>
                <a:latin typeface="Calibri"/>
                <a:ea typeface="+mn-ea"/>
                <a:cs typeface="+mn-cs"/>
              </a:rPr>
              <a:t>nternal</a:t>
            </a:r>
            <a:r>
              <a:rPr kumimoji="0" lang="en-GB" sz="1050" b="0" i="0" u="none" strike="noStrike" kern="1200" cap="none" spc="0" normalizeH="0" baseline="0" noProof="0">
                <a:ln>
                  <a:noFill/>
                </a:ln>
                <a:solidFill>
                  <a:prstClr val="black"/>
                </a:solidFill>
                <a:effectLst/>
                <a:uLnTx/>
                <a:uFillTx/>
                <a:latin typeface="Calibri"/>
                <a:ea typeface="+mn-ea"/>
                <a:cs typeface="+mn-cs"/>
              </a:rPr>
              <a:t> reporting</a:t>
            </a:r>
          </a:p>
        </p:txBody>
      </p:sp>
      <p:sp>
        <p:nvSpPr>
          <p:cNvPr id="95" name="Rectangle 94">
            <a:extLst>
              <a:ext uri="{FF2B5EF4-FFF2-40B4-BE49-F238E27FC236}">
                <a16:creationId xmlns:a16="http://schemas.microsoft.com/office/drawing/2014/main" id="{738AB858-37DA-4D46-B656-46C4B61C93DD}"/>
              </a:ext>
            </a:extLst>
          </p:cNvPr>
          <p:cNvSpPr/>
          <p:nvPr/>
        </p:nvSpPr>
        <p:spPr>
          <a:xfrm>
            <a:off x="5630748" y="3642469"/>
            <a:ext cx="1201939" cy="576616"/>
          </a:xfrm>
          <a:prstGeom prst="rect">
            <a:avLst/>
          </a:prstGeom>
          <a:solidFill>
            <a:schemeClr val="bg1">
              <a:lumMod val="9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nchorCtr="0">
            <a:no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GB" sz="1050" b="0" i="0" u="none" strike="noStrike" kern="1200" cap="none" spc="0" normalizeH="0" baseline="0" noProof="0">
                <a:ln>
                  <a:noFill/>
                </a:ln>
                <a:solidFill>
                  <a:prstClr val="black"/>
                </a:solidFill>
                <a:effectLst/>
                <a:uLnTx/>
                <a:uFillTx/>
                <a:latin typeface="Calibri"/>
                <a:ea typeface="+mn-ea"/>
                <a:cs typeface="+mn-cs"/>
              </a:rPr>
              <a:t>Financial analysis</a:t>
            </a:r>
          </a:p>
        </p:txBody>
      </p:sp>
      <p:sp>
        <p:nvSpPr>
          <p:cNvPr id="96" name="Rectangle 95">
            <a:extLst>
              <a:ext uri="{FF2B5EF4-FFF2-40B4-BE49-F238E27FC236}">
                <a16:creationId xmlns:a16="http://schemas.microsoft.com/office/drawing/2014/main" id="{97EB99C4-DE65-4FF4-B232-CB1E7B7BEAAB}"/>
              </a:ext>
            </a:extLst>
          </p:cNvPr>
          <p:cNvSpPr/>
          <p:nvPr/>
        </p:nvSpPr>
        <p:spPr>
          <a:xfrm>
            <a:off x="6891972" y="1196293"/>
            <a:ext cx="1201939" cy="424858"/>
          </a:xfrm>
          <a:prstGeom prst="rect">
            <a:avLst/>
          </a:prstGeom>
          <a:solidFill>
            <a:schemeClr val="tx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nchorCtr="0">
            <a:no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GB" sz="1050" b="1" i="0" u="none" strike="noStrike" kern="1200" cap="none" spc="0" normalizeH="0" baseline="0" noProof="0">
                <a:ln>
                  <a:noFill/>
                </a:ln>
                <a:solidFill>
                  <a:prstClr val="white"/>
                </a:solidFill>
                <a:effectLst/>
                <a:uLnTx/>
                <a:uFillTx/>
                <a:latin typeface="Calibri"/>
                <a:ea typeface="+mn-ea"/>
                <a:cs typeface="+mn-cs"/>
              </a:rPr>
              <a:t>Internal audit</a:t>
            </a:r>
          </a:p>
        </p:txBody>
      </p:sp>
      <p:sp>
        <p:nvSpPr>
          <p:cNvPr id="97" name="Rectangle 96">
            <a:extLst>
              <a:ext uri="{FF2B5EF4-FFF2-40B4-BE49-F238E27FC236}">
                <a16:creationId xmlns:a16="http://schemas.microsoft.com/office/drawing/2014/main" id="{67884AF3-EC23-4D30-946F-9CEF33B49130}"/>
              </a:ext>
            </a:extLst>
          </p:cNvPr>
          <p:cNvSpPr/>
          <p:nvPr/>
        </p:nvSpPr>
        <p:spPr>
          <a:xfrm>
            <a:off x="6891972" y="1698226"/>
            <a:ext cx="1201939" cy="576616"/>
          </a:xfrm>
          <a:prstGeom prst="rect">
            <a:avLst/>
          </a:prstGeom>
          <a:solidFill>
            <a:schemeClr val="bg1">
              <a:lumMod val="9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nchorCtr="0">
            <a:no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GB" sz="1050" b="0" i="0" u="none" strike="noStrike" kern="1200" cap="none" spc="0" normalizeH="0" baseline="0" noProof="0">
                <a:ln>
                  <a:noFill/>
                </a:ln>
                <a:solidFill>
                  <a:prstClr val="black"/>
                </a:solidFill>
                <a:effectLst/>
                <a:uLnTx/>
                <a:uFillTx/>
                <a:latin typeface="Calibri"/>
                <a:ea typeface="+mn-ea"/>
                <a:cs typeface="+mn-cs"/>
              </a:rPr>
              <a:t>Risk assurance</a:t>
            </a:r>
          </a:p>
        </p:txBody>
      </p:sp>
      <p:sp>
        <p:nvSpPr>
          <p:cNvPr id="98" name="Rectangle 97">
            <a:extLst>
              <a:ext uri="{FF2B5EF4-FFF2-40B4-BE49-F238E27FC236}">
                <a16:creationId xmlns:a16="http://schemas.microsoft.com/office/drawing/2014/main" id="{C2CA0D79-C1BA-4956-B214-E93418223E1C}"/>
              </a:ext>
            </a:extLst>
          </p:cNvPr>
          <p:cNvSpPr/>
          <p:nvPr/>
        </p:nvSpPr>
        <p:spPr>
          <a:xfrm>
            <a:off x="6891972" y="2346307"/>
            <a:ext cx="1201939" cy="576616"/>
          </a:xfrm>
          <a:prstGeom prst="rect">
            <a:avLst/>
          </a:prstGeom>
          <a:solidFill>
            <a:schemeClr val="bg1">
              <a:lumMod val="9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nchorCtr="0">
            <a:no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GB" sz="1050" b="0" i="0" u="none" strike="noStrike" kern="1200" cap="none" spc="0" normalizeH="0" baseline="0" noProof="0">
                <a:ln>
                  <a:noFill/>
                </a:ln>
                <a:solidFill>
                  <a:prstClr val="black"/>
                </a:solidFill>
                <a:effectLst/>
                <a:uLnTx/>
                <a:uFillTx/>
                <a:latin typeface="Calibri"/>
                <a:ea typeface="+mn-ea"/>
                <a:cs typeface="+mn-cs"/>
              </a:rPr>
              <a:t>Risk advisory</a:t>
            </a:r>
          </a:p>
        </p:txBody>
      </p:sp>
      <p:sp>
        <p:nvSpPr>
          <p:cNvPr id="99" name="Rectangle 98">
            <a:extLst>
              <a:ext uri="{FF2B5EF4-FFF2-40B4-BE49-F238E27FC236}">
                <a16:creationId xmlns:a16="http://schemas.microsoft.com/office/drawing/2014/main" id="{5A2ADC70-3261-464C-A4A7-F3175645B1F4}"/>
              </a:ext>
            </a:extLst>
          </p:cNvPr>
          <p:cNvSpPr/>
          <p:nvPr/>
        </p:nvSpPr>
        <p:spPr>
          <a:xfrm>
            <a:off x="6891972" y="2986625"/>
            <a:ext cx="1201939" cy="576616"/>
          </a:xfrm>
          <a:prstGeom prst="rect">
            <a:avLst/>
          </a:prstGeom>
          <a:solidFill>
            <a:schemeClr val="bg1">
              <a:lumMod val="9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nchorCtr="0">
            <a:no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GB" sz="1050" b="0" i="0" u="none" strike="noStrike" kern="1200" cap="none" spc="0" normalizeH="0" baseline="0" noProof="0">
                <a:ln>
                  <a:noFill/>
                </a:ln>
                <a:solidFill>
                  <a:prstClr val="black"/>
                </a:solidFill>
                <a:effectLst/>
                <a:uLnTx/>
                <a:uFillTx/>
                <a:latin typeface="Calibri"/>
                <a:ea typeface="+mn-ea"/>
                <a:cs typeface="+mn-cs"/>
              </a:rPr>
              <a:t>Risk sensing and foresight</a:t>
            </a:r>
          </a:p>
        </p:txBody>
      </p:sp>
      <p:sp>
        <p:nvSpPr>
          <p:cNvPr id="101" name="Rectangle 100">
            <a:extLst>
              <a:ext uri="{FF2B5EF4-FFF2-40B4-BE49-F238E27FC236}">
                <a16:creationId xmlns:a16="http://schemas.microsoft.com/office/drawing/2014/main" id="{96CC25DE-8880-4B7F-8811-8E9421DEED71}"/>
              </a:ext>
            </a:extLst>
          </p:cNvPr>
          <p:cNvSpPr/>
          <p:nvPr/>
        </p:nvSpPr>
        <p:spPr>
          <a:xfrm>
            <a:off x="8170480" y="1196293"/>
            <a:ext cx="1201939" cy="424858"/>
          </a:xfrm>
          <a:prstGeom prst="rect">
            <a:avLst/>
          </a:prstGeom>
          <a:solidFill>
            <a:schemeClr val="tx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nchorCtr="0">
            <a:no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GB" sz="1050" b="1" i="0" u="none" strike="noStrike" kern="1200" cap="none" spc="0" normalizeH="0" baseline="0" noProof="0">
                <a:ln>
                  <a:noFill/>
                </a:ln>
                <a:solidFill>
                  <a:prstClr val="white"/>
                </a:solidFill>
                <a:effectLst/>
                <a:uLnTx/>
                <a:uFillTx/>
                <a:latin typeface="Calibri"/>
                <a:ea typeface="+mn-ea"/>
                <a:cs typeface="+mn-cs"/>
              </a:rPr>
              <a:t>Treasury</a:t>
            </a:r>
          </a:p>
        </p:txBody>
      </p:sp>
      <p:sp>
        <p:nvSpPr>
          <p:cNvPr id="102" name="Rectangle 101">
            <a:extLst>
              <a:ext uri="{FF2B5EF4-FFF2-40B4-BE49-F238E27FC236}">
                <a16:creationId xmlns:a16="http://schemas.microsoft.com/office/drawing/2014/main" id="{70BA461C-ECFD-4C40-8ED5-84A9E1CEE400}"/>
              </a:ext>
            </a:extLst>
          </p:cNvPr>
          <p:cNvSpPr/>
          <p:nvPr/>
        </p:nvSpPr>
        <p:spPr>
          <a:xfrm>
            <a:off x="8170480" y="1698226"/>
            <a:ext cx="1201939" cy="576616"/>
          </a:xfrm>
          <a:prstGeom prst="rect">
            <a:avLst/>
          </a:prstGeom>
          <a:solidFill>
            <a:schemeClr val="bg1">
              <a:lumMod val="9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nchorCtr="0">
            <a:no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GB" sz="1050" b="0" i="0" u="none" strike="noStrike" kern="1200" cap="none" spc="0" normalizeH="0" baseline="0" noProof="0">
                <a:ln>
                  <a:noFill/>
                </a:ln>
                <a:solidFill>
                  <a:prstClr val="black"/>
                </a:solidFill>
                <a:effectLst/>
                <a:uLnTx/>
                <a:uFillTx/>
                <a:latin typeface="Calibri"/>
                <a:ea typeface="+mn-ea"/>
                <a:cs typeface="+mn-cs"/>
              </a:rPr>
              <a:t>Treasury operations</a:t>
            </a:r>
          </a:p>
        </p:txBody>
      </p:sp>
      <p:sp>
        <p:nvSpPr>
          <p:cNvPr id="103" name="Rectangle 102">
            <a:extLst>
              <a:ext uri="{FF2B5EF4-FFF2-40B4-BE49-F238E27FC236}">
                <a16:creationId xmlns:a16="http://schemas.microsoft.com/office/drawing/2014/main" id="{2FF00F58-F372-46E0-B881-E24EF72EF4DD}"/>
              </a:ext>
            </a:extLst>
          </p:cNvPr>
          <p:cNvSpPr/>
          <p:nvPr/>
        </p:nvSpPr>
        <p:spPr>
          <a:xfrm>
            <a:off x="8170480" y="2346307"/>
            <a:ext cx="1201939" cy="576616"/>
          </a:xfrm>
          <a:prstGeom prst="rect">
            <a:avLst/>
          </a:prstGeom>
          <a:solidFill>
            <a:schemeClr val="bg1">
              <a:lumMod val="9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nchorCtr="0">
            <a:no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GB" sz="1050" b="0" i="0" u="none" strike="noStrike" kern="1200" cap="none" spc="0" normalizeH="0" baseline="0" noProof="0">
                <a:ln>
                  <a:noFill/>
                </a:ln>
                <a:solidFill>
                  <a:prstClr val="black"/>
                </a:solidFill>
                <a:effectLst/>
                <a:uLnTx/>
                <a:uFillTx/>
                <a:latin typeface="Calibri"/>
                <a:ea typeface="+mn-ea"/>
                <a:cs typeface="+mn-cs"/>
              </a:rPr>
              <a:t>Financial risk management</a:t>
            </a:r>
          </a:p>
        </p:txBody>
      </p:sp>
      <p:sp>
        <p:nvSpPr>
          <p:cNvPr id="104" name="Rectangle 103">
            <a:extLst>
              <a:ext uri="{FF2B5EF4-FFF2-40B4-BE49-F238E27FC236}">
                <a16:creationId xmlns:a16="http://schemas.microsoft.com/office/drawing/2014/main" id="{1220C24D-FE7C-4D26-AC90-1A8FA1B0EFC2}"/>
              </a:ext>
            </a:extLst>
          </p:cNvPr>
          <p:cNvSpPr/>
          <p:nvPr/>
        </p:nvSpPr>
        <p:spPr>
          <a:xfrm>
            <a:off x="8170480" y="2986625"/>
            <a:ext cx="1201939" cy="576616"/>
          </a:xfrm>
          <a:prstGeom prst="rect">
            <a:avLst/>
          </a:prstGeom>
          <a:solidFill>
            <a:schemeClr val="bg1">
              <a:lumMod val="9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nchorCtr="0">
            <a:no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GB" sz="1050" b="0" i="0" u="none" strike="noStrike" kern="1200" cap="none" spc="0" normalizeH="0" baseline="0" noProof="0">
                <a:ln>
                  <a:noFill/>
                </a:ln>
                <a:solidFill>
                  <a:prstClr val="black"/>
                </a:solidFill>
                <a:effectLst/>
                <a:uLnTx/>
                <a:uFillTx/>
                <a:latin typeface="Calibri"/>
                <a:ea typeface="+mn-ea"/>
                <a:cs typeface="+mn-cs"/>
              </a:rPr>
              <a:t>Debt and capital markets</a:t>
            </a:r>
          </a:p>
        </p:txBody>
      </p:sp>
      <p:sp>
        <p:nvSpPr>
          <p:cNvPr id="105" name="Rectangle 104">
            <a:extLst>
              <a:ext uri="{FF2B5EF4-FFF2-40B4-BE49-F238E27FC236}">
                <a16:creationId xmlns:a16="http://schemas.microsoft.com/office/drawing/2014/main" id="{02EE25FA-E98A-4F3A-8A18-1B0BF6C0C07C}"/>
              </a:ext>
            </a:extLst>
          </p:cNvPr>
          <p:cNvSpPr/>
          <p:nvPr/>
        </p:nvSpPr>
        <p:spPr>
          <a:xfrm>
            <a:off x="8170480" y="3642469"/>
            <a:ext cx="1201939" cy="576616"/>
          </a:xfrm>
          <a:prstGeom prst="rect">
            <a:avLst/>
          </a:prstGeom>
          <a:solidFill>
            <a:schemeClr val="bg1">
              <a:lumMod val="9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nchorCtr="0">
            <a:no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GB" sz="1050" b="0" i="0" u="none" strike="noStrike" kern="1200" cap="none" spc="0" normalizeH="0" baseline="0" noProof="0">
                <a:ln>
                  <a:noFill/>
                </a:ln>
                <a:solidFill>
                  <a:prstClr val="black"/>
                </a:solidFill>
                <a:effectLst/>
                <a:uLnTx/>
                <a:uFillTx/>
                <a:latin typeface="Calibri"/>
                <a:ea typeface="+mn-ea"/>
                <a:cs typeface="+mn-cs"/>
              </a:rPr>
              <a:t>Investments</a:t>
            </a:r>
          </a:p>
        </p:txBody>
      </p:sp>
      <p:sp>
        <p:nvSpPr>
          <p:cNvPr id="106" name="Rectangle 105">
            <a:extLst>
              <a:ext uri="{FF2B5EF4-FFF2-40B4-BE49-F238E27FC236}">
                <a16:creationId xmlns:a16="http://schemas.microsoft.com/office/drawing/2014/main" id="{6E8B292F-BD11-41CD-A5D8-B8ED669E8334}"/>
              </a:ext>
            </a:extLst>
          </p:cNvPr>
          <p:cNvSpPr/>
          <p:nvPr/>
        </p:nvSpPr>
        <p:spPr>
          <a:xfrm>
            <a:off x="4360022" y="1196293"/>
            <a:ext cx="1201939" cy="424858"/>
          </a:xfrm>
          <a:prstGeom prst="rect">
            <a:avLst/>
          </a:prstGeom>
          <a:solidFill>
            <a:schemeClr val="tx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nchorCtr="0">
            <a:no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GB" sz="1050" b="1" i="0" u="none" strike="noStrike" kern="1200" cap="none" spc="0" normalizeH="0" baseline="0" noProof="0">
                <a:ln>
                  <a:noFill/>
                </a:ln>
                <a:solidFill>
                  <a:prstClr val="white"/>
                </a:solidFill>
                <a:effectLst/>
                <a:uLnTx/>
                <a:uFillTx/>
                <a:latin typeface="Calibri"/>
                <a:ea typeface="+mn-ea"/>
                <a:cs typeface="+mn-cs"/>
              </a:rPr>
              <a:t>Transactional finance</a:t>
            </a:r>
          </a:p>
        </p:txBody>
      </p:sp>
      <p:sp>
        <p:nvSpPr>
          <p:cNvPr id="107" name="Rectangle 106">
            <a:extLst>
              <a:ext uri="{FF2B5EF4-FFF2-40B4-BE49-F238E27FC236}">
                <a16:creationId xmlns:a16="http://schemas.microsoft.com/office/drawing/2014/main" id="{3D7C9756-1CFB-4592-BC82-24AEAF74C27F}"/>
              </a:ext>
            </a:extLst>
          </p:cNvPr>
          <p:cNvSpPr/>
          <p:nvPr/>
        </p:nvSpPr>
        <p:spPr>
          <a:xfrm>
            <a:off x="4360022" y="1698226"/>
            <a:ext cx="1201939" cy="576616"/>
          </a:xfrm>
          <a:prstGeom prst="rect">
            <a:avLst/>
          </a:prstGeom>
          <a:solidFill>
            <a:schemeClr val="bg1">
              <a:lumMod val="9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nchorCtr="0">
            <a:no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GB" sz="1050" b="0" i="0" u="none" strike="noStrike" kern="1200" cap="none" spc="0" normalizeH="0" baseline="0" noProof="0">
                <a:ln>
                  <a:noFill/>
                </a:ln>
                <a:solidFill>
                  <a:prstClr val="black"/>
                </a:solidFill>
                <a:effectLst/>
                <a:uLnTx/>
                <a:uFillTx/>
                <a:latin typeface="Calibri"/>
                <a:ea typeface="+mn-ea"/>
                <a:cs typeface="+mn-cs"/>
              </a:rPr>
              <a:t>Source-to-pay</a:t>
            </a:r>
          </a:p>
        </p:txBody>
      </p:sp>
      <p:sp>
        <p:nvSpPr>
          <p:cNvPr id="108" name="Rectangle 107">
            <a:extLst>
              <a:ext uri="{FF2B5EF4-FFF2-40B4-BE49-F238E27FC236}">
                <a16:creationId xmlns:a16="http://schemas.microsoft.com/office/drawing/2014/main" id="{FE3F3C13-F346-4935-9556-D84CC2F26D16}"/>
              </a:ext>
            </a:extLst>
          </p:cNvPr>
          <p:cNvSpPr/>
          <p:nvPr/>
        </p:nvSpPr>
        <p:spPr>
          <a:xfrm>
            <a:off x="4360022" y="2346307"/>
            <a:ext cx="1201939" cy="576616"/>
          </a:xfrm>
          <a:prstGeom prst="rect">
            <a:avLst/>
          </a:prstGeom>
          <a:solidFill>
            <a:schemeClr val="bg1">
              <a:lumMod val="9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nchorCtr="0">
            <a:no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GB" sz="1050" b="0" i="0" u="none" strike="noStrike" kern="1200" cap="none" spc="0" normalizeH="0" baseline="0" noProof="0">
                <a:ln>
                  <a:noFill/>
                </a:ln>
                <a:solidFill>
                  <a:prstClr val="black"/>
                </a:solidFill>
                <a:effectLst/>
                <a:uLnTx/>
                <a:uFillTx/>
                <a:latin typeface="Calibri"/>
                <a:ea typeface="+mn-ea"/>
                <a:cs typeface="+mn-cs"/>
              </a:rPr>
              <a:t>Order-to-cash</a:t>
            </a:r>
          </a:p>
        </p:txBody>
      </p:sp>
      <p:sp>
        <p:nvSpPr>
          <p:cNvPr id="109" name="Rectangle 108">
            <a:extLst>
              <a:ext uri="{FF2B5EF4-FFF2-40B4-BE49-F238E27FC236}">
                <a16:creationId xmlns:a16="http://schemas.microsoft.com/office/drawing/2014/main" id="{1C6E30AD-4660-415E-A719-C37689E66C02}"/>
              </a:ext>
            </a:extLst>
          </p:cNvPr>
          <p:cNvSpPr/>
          <p:nvPr/>
        </p:nvSpPr>
        <p:spPr>
          <a:xfrm>
            <a:off x="4360022" y="2986625"/>
            <a:ext cx="1201939" cy="576616"/>
          </a:xfrm>
          <a:prstGeom prst="rect">
            <a:avLst/>
          </a:prstGeom>
          <a:solidFill>
            <a:schemeClr val="bg1">
              <a:lumMod val="9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nchorCtr="0">
            <a:no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GB" sz="1050" b="0" i="0" u="none" strike="noStrike" kern="1200" cap="none" spc="0" normalizeH="0" baseline="0" noProof="0">
                <a:ln>
                  <a:noFill/>
                </a:ln>
                <a:solidFill>
                  <a:prstClr val="black"/>
                </a:solidFill>
                <a:effectLst/>
                <a:uLnTx/>
                <a:uFillTx/>
                <a:latin typeface="Calibri"/>
                <a:ea typeface="+mn-ea"/>
                <a:cs typeface="+mn-cs"/>
              </a:rPr>
              <a:t>Capital asset management</a:t>
            </a:r>
          </a:p>
        </p:txBody>
      </p:sp>
      <p:sp>
        <p:nvSpPr>
          <p:cNvPr id="111" name="Rectangle 110">
            <a:extLst>
              <a:ext uri="{FF2B5EF4-FFF2-40B4-BE49-F238E27FC236}">
                <a16:creationId xmlns:a16="http://schemas.microsoft.com/office/drawing/2014/main" id="{65CFAD50-39CF-48FD-94BE-DDD39F35ADB8}"/>
              </a:ext>
            </a:extLst>
          </p:cNvPr>
          <p:cNvSpPr/>
          <p:nvPr/>
        </p:nvSpPr>
        <p:spPr>
          <a:xfrm>
            <a:off x="3082257" y="2986625"/>
            <a:ext cx="1201939" cy="576616"/>
          </a:xfrm>
          <a:prstGeom prst="rect">
            <a:avLst/>
          </a:prstGeom>
          <a:solidFill>
            <a:schemeClr val="bg1">
              <a:lumMod val="9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nchorCtr="0">
            <a:no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GB" sz="1050" b="0" i="0" u="none" strike="noStrike" kern="1200" cap="none" spc="0" normalizeH="0" baseline="0" noProof="0">
                <a:ln>
                  <a:noFill/>
                </a:ln>
                <a:solidFill>
                  <a:prstClr val="black"/>
                </a:solidFill>
                <a:effectLst/>
                <a:uLnTx/>
                <a:uFillTx/>
                <a:latin typeface="Calibri"/>
                <a:ea typeface="+mn-ea"/>
                <a:cs typeface="+mn-cs"/>
              </a:rPr>
              <a:t>Manufacturing and supply chain finance</a:t>
            </a:r>
          </a:p>
        </p:txBody>
      </p:sp>
      <p:sp>
        <p:nvSpPr>
          <p:cNvPr id="112" name="Rectangle 111">
            <a:extLst>
              <a:ext uri="{FF2B5EF4-FFF2-40B4-BE49-F238E27FC236}">
                <a16:creationId xmlns:a16="http://schemas.microsoft.com/office/drawing/2014/main" id="{EFFFFDE5-DF19-4769-A32A-F3DAB4F255DA}"/>
              </a:ext>
            </a:extLst>
          </p:cNvPr>
          <p:cNvSpPr/>
          <p:nvPr/>
        </p:nvSpPr>
        <p:spPr>
          <a:xfrm>
            <a:off x="4360022" y="4287822"/>
            <a:ext cx="1201939" cy="576616"/>
          </a:xfrm>
          <a:prstGeom prst="rect">
            <a:avLst/>
          </a:prstGeom>
          <a:solidFill>
            <a:schemeClr val="bg1">
              <a:lumMod val="9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nchorCtr="0">
            <a:no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GB" sz="1050" b="0" i="0" u="none" strike="noStrike" kern="1200" cap="none" spc="0" normalizeH="0" baseline="0" noProof="0">
                <a:ln>
                  <a:noFill/>
                </a:ln>
                <a:solidFill>
                  <a:prstClr val="black"/>
                </a:solidFill>
                <a:effectLst/>
                <a:uLnTx/>
                <a:uFillTx/>
                <a:latin typeface="Calibri"/>
                <a:ea typeface="+mn-ea"/>
                <a:cs typeface="+mn-cs"/>
              </a:rPr>
              <a:t>Subledger close</a:t>
            </a:r>
          </a:p>
        </p:txBody>
      </p:sp>
      <p:sp>
        <p:nvSpPr>
          <p:cNvPr id="113" name="Rectangle 112">
            <a:extLst>
              <a:ext uri="{FF2B5EF4-FFF2-40B4-BE49-F238E27FC236}">
                <a16:creationId xmlns:a16="http://schemas.microsoft.com/office/drawing/2014/main" id="{B8477C3D-169A-4502-829D-9E19DF7B3558}"/>
              </a:ext>
            </a:extLst>
          </p:cNvPr>
          <p:cNvSpPr/>
          <p:nvPr/>
        </p:nvSpPr>
        <p:spPr>
          <a:xfrm>
            <a:off x="1803007" y="1196293"/>
            <a:ext cx="1201939" cy="424858"/>
          </a:xfrm>
          <a:prstGeom prst="rect">
            <a:avLst/>
          </a:prstGeom>
          <a:solidFill>
            <a:schemeClr val="tx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nchorCtr="0">
            <a:no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GB" sz="1050" b="1" i="0" u="none" strike="noStrike" kern="1200" cap="none" spc="0" normalizeH="0" baseline="0" noProof="0">
                <a:ln>
                  <a:noFill/>
                </a:ln>
                <a:solidFill>
                  <a:prstClr val="white"/>
                </a:solidFill>
                <a:effectLst/>
                <a:uLnTx/>
                <a:uFillTx/>
                <a:latin typeface="Calibri"/>
                <a:ea typeface="+mn-ea"/>
                <a:cs typeface="+mn-cs"/>
              </a:rPr>
              <a:t>Financial planning and analysis (FP&amp;A)</a:t>
            </a:r>
          </a:p>
        </p:txBody>
      </p:sp>
      <p:sp>
        <p:nvSpPr>
          <p:cNvPr id="114" name="Rectangle 113">
            <a:extLst>
              <a:ext uri="{FF2B5EF4-FFF2-40B4-BE49-F238E27FC236}">
                <a16:creationId xmlns:a16="http://schemas.microsoft.com/office/drawing/2014/main" id="{2243E2BA-BD3A-4782-B156-64F0BA1758C2}"/>
              </a:ext>
            </a:extLst>
          </p:cNvPr>
          <p:cNvSpPr/>
          <p:nvPr/>
        </p:nvSpPr>
        <p:spPr>
          <a:xfrm>
            <a:off x="1803007" y="2994389"/>
            <a:ext cx="1201939" cy="560197"/>
          </a:xfrm>
          <a:prstGeom prst="rect">
            <a:avLst/>
          </a:prstGeom>
          <a:solidFill>
            <a:schemeClr val="bg1">
              <a:lumMod val="9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nchorCtr="0">
            <a:no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GB" sz="1050" b="0" i="0" u="none" strike="noStrike" kern="1200" cap="none" spc="0" normalizeH="0" baseline="0" noProof="0">
                <a:ln>
                  <a:noFill/>
                </a:ln>
                <a:solidFill>
                  <a:prstClr val="black"/>
                </a:solidFill>
                <a:effectLst/>
                <a:uLnTx/>
                <a:uFillTx/>
                <a:latin typeface="Calibri"/>
                <a:ea typeface="+mn-ea"/>
                <a:cs typeface="+mn-cs"/>
              </a:rPr>
              <a:t>Performance management reporting</a:t>
            </a:r>
          </a:p>
        </p:txBody>
      </p:sp>
      <p:sp>
        <p:nvSpPr>
          <p:cNvPr id="115" name="Rectangle 114">
            <a:extLst>
              <a:ext uri="{FF2B5EF4-FFF2-40B4-BE49-F238E27FC236}">
                <a16:creationId xmlns:a16="http://schemas.microsoft.com/office/drawing/2014/main" id="{6C134E04-A6C6-45DC-9937-033FCE31E626}"/>
              </a:ext>
            </a:extLst>
          </p:cNvPr>
          <p:cNvSpPr/>
          <p:nvPr/>
        </p:nvSpPr>
        <p:spPr>
          <a:xfrm>
            <a:off x="1803007" y="1698226"/>
            <a:ext cx="1201939" cy="576616"/>
          </a:xfrm>
          <a:prstGeom prst="rect">
            <a:avLst/>
          </a:prstGeom>
          <a:solidFill>
            <a:schemeClr val="bg1">
              <a:lumMod val="9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nchorCtr="0">
            <a:no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GB" sz="1050" b="0" i="0" u="none" strike="noStrike" kern="1200" cap="none" spc="0" normalizeH="0" baseline="0" noProof="0">
                <a:ln>
                  <a:noFill/>
                </a:ln>
                <a:solidFill>
                  <a:prstClr val="black"/>
                </a:solidFill>
                <a:effectLst/>
                <a:uLnTx/>
                <a:uFillTx/>
                <a:latin typeface="Calibri"/>
                <a:ea typeface="+mn-ea"/>
                <a:cs typeface="+mn-cs"/>
              </a:rPr>
              <a:t>Long-range </a:t>
            </a:r>
          </a:p>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GB" sz="1050" b="0" i="0" u="none" strike="noStrike" kern="1200" cap="none" spc="0" normalizeH="0" baseline="0" noProof="0">
                <a:ln>
                  <a:noFill/>
                </a:ln>
                <a:solidFill>
                  <a:prstClr val="black"/>
                </a:solidFill>
                <a:effectLst/>
                <a:uLnTx/>
                <a:uFillTx/>
                <a:latin typeface="Calibri"/>
                <a:ea typeface="+mn-ea"/>
                <a:cs typeface="+mn-cs"/>
              </a:rPr>
              <a:t>planning</a:t>
            </a:r>
          </a:p>
        </p:txBody>
      </p:sp>
      <p:sp>
        <p:nvSpPr>
          <p:cNvPr id="117" name="Rectangle 116">
            <a:extLst>
              <a:ext uri="{FF2B5EF4-FFF2-40B4-BE49-F238E27FC236}">
                <a16:creationId xmlns:a16="http://schemas.microsoft.com/office/drawing/2014/main" id="{A8968566-829F-4615-980F-74181C929764}"/>
              </a:ext>
            </a:extLst>
          </p:cNvPr>
          <p:cNvSpPr/>
          <p:nvPr/>
        </p:nvSpPr>
        <p:spPr>
          <a:xfrm>
            <a:off x="1803007" y="3633004"/>
            <a:ext cx="1201939" cy="576616"/>
          </a:xfrm>
          <a:prstGeom prst="rect">
            <a:avLst/>
          </a:prstGeom>
          <a:solidFill>
            <a:schemeClr val="bg1">
              <a:lumMod val="9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nchorCtr="0">
            <a:no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GB" sz="1050" b="0" i="0" u="none" strike="noStrike" kern="1200" cap="none" spc="0" normalizeH="0" baseline="0" noProof="0">
                <a:ln>
                  <a:noFill/>
                </a:ln>
                <a:solidFill>
                  <a:prstClr val="black"/>
                </a:solidFill>
                <a:effectLst/>
                <a:uLnTx/>
                <a:uFillTx/>
                <a:latin typeface="Calibri"/>
                <a:ea typeface="+mn-ea"/>
                <a:cs typeface="+mn-cs"/>
              </a:rPr>
              <a:t>Insights and decision support</a:t>
            </a:r>
          </a:p>
        </p:txBody>
      </p:sp>
      <p:sp>
        <p:nvSpPr>
          <p:cNvPr id="118" name="Rectangle 117">
            <a:extLst>
              <a:ext uri="{FF2B5EF4-FFF2-40B4-BE49-F238E27FC236}">
                <a16:creationId xmlns:a16="http://schemas.microsoft.com/office/drawing/2014/main" id="{287D11A2-CF8D-49E4-A080-029250887814}"/>
              </a:ext>
            </a:extLst>
          </p:cNvPr>
          <p:cNvSpPr/>
          <p:nvPr/>
        </p:nvSpPr>
        <p:spPr>
          <a:xfrm>
            <a:off x="1803007" y="2339355"/>
            <a:ext cx="1201939" cy="576616"/>
          </a:xfrm>
          <a:prstGeom prst="rect">
            <a:avLst/>
          </a:prstGeom>
          <a:solidFill>
            <a:schemeClr val="bg1">
              <a:lumMod val="9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nchorCtr="0">
            <a:no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GB" sz="1050" b="0" i="0" u="none" strike="noStrike" kern="1200" cap="none" spc="0" normalizeH="0" baseline="0" noProof="0">
                <a:ln>
                  <a:noFill/>
                </a:ln>
                <a:solidFill>
                  <a:prstClr val="black"/>
                </a:solidFill>
                <a:effectLst/>
                <a:uLnTx/>
                <a:uFillTx/>
                <a:latin typeface="Calibri"/>
                <a:ea typeface="+mn-ea"/>
                <a:cs typeface="+mn-cs"/>
              </a:rPr>
              <a:t>Budgeting and forecasting</a:t>
            </a:r>
          </a:p>
        </p:txBody>
      </p:sp>
      <p:sp>
        <p:nvSpPr>
          <p:cNvPr id="119" name="Rectangle 118">
            <a:extLst>
              <a:ext uri="{FF2B5EF4-FFF2-40B4-BE49-F238E27FC236}">
                <a16:creationId xmlns:a16="http://schemas.microsoft.com/office/drawing/2014/main" id="{DF5BF623-D2E1-4ACA-BDC6-7422191A62B2}"/>
              </a:ext>
            </a:extLst>
          </p:cNvPr>
          <p:cNvSpPr/>
          <p:nvPr/>
        </p:nvSpPr>
        <p:spPr>
          <a:xfrm>
            <a:off x="10727494" y="1196293"/>
            <a:ext cx="1201939" cy="424858"/>
          </a:xfrm>
          <a:prstGeom prst="rect">
            <a:avLst/>
          </a:prstGeom>
          <a:solidFill>
            <a:schemeClr val="tx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nchorCtr="0">
            <a:no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GB" sz="1050" b="1" i="0" u="none" strike="noStrike" kern="1200" cap="none" spc="0" normalizeH="0" baseline="0" noProof="0">
                <a:ln>
                  <a:noFill/>
                </a:ln>
                <a:solidFill>
                  <a:prstClr val="white"/>
                </a:solidFill>
                <a:effectLst/>
                <a:uLnTx/>
                <a:uFillTx/>
                <a:latin typeface="Calibri"/>
                <a:ea typeface="+mn-ea"/>
                <a:cs typeface="+mn-cs"/>
              </a:rPr>
              <a:t>Investor relations</a:t>
            </a:r>
          </a:p>
        </p:txBody>
      </p:sp>
      <p:sp>
        <p:nvSpPr>
          <p:cNvPr id="120" name="Rectangle 119">
            <a:extLst>
              <a:ext uri="{FF2B5EF4-FFF2-40B4-BE49-F238E27FC236}">
                <a16:creationId xmlns:a16="http://schemas.microsoft.com/office/drawing/2014/main" id="{46EC3E70-8C4E-4606-84FC-232D11EAD3BE}"/>
              </a:ext>
            </a:extLst>
          </p:cNvPr>
          <p:cNvSpPr/>
          <p:nvPr/>
        </p:nvSpPr>
        <p:spPr>
          <a:xfrm>
            <a:off x="10727494" y="1698226"/>
            <a:ext cx="1201939" cy="576616"/>
          </a:xfrm>
          <a:prstGeom prst="rect">
            <a:avLst/>
          </a:prstGeom>
          <a:solidFill>
            <a:schemeClr val="bg1">
              <a:lumMod val="9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nchorCtr="0">
            <a:no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GB" sz="1050" b="0" i="0" u="none" strike="noStrike" kern="1200" cap="none" spc="0" normalizeH="0" baseline="0" noProof="0">
                <a:ln>
                  <a:noFill/>
                </a:ln>
                <a:solidFill>
                  <a:prstClr val="black"/>
                </a:solidFill>
                <a:effectLst/>
                <a:uLnTx/>
                <a:uFillTx/>
                <a:latin typeface="Calibri"/>
                <a:ea typeface="+mn-ea"/>
                <a:cs typeface="+mn-cs"/>
              </a:rPr>
              <a:t>Capital markets financing and valuation</a:t>
            </a:r>
          </a:p>
        </p:txBody>
      </p:sp>
      <p:sp>
        <p:nvSpPr>
          <p:cNvPr id="122" name="Rectangle 121">
            <a:extLst>
              <a:ext uri="{FF2B5EF4-FFF2-40B4-BE49-F238E27FC236}">
                <a16:creationId xmlns:a16="http://schemas.microsoft.com/office/drawing/2014/main" id="{C25C4040-8ACC-4552-8C5F-F932AF5CD344}"/>
              </a:ext>
            </a:extLst>
          </p:cNvPr>
          <p:cNvSpPr/>
          <p:nvPr/>
        </p:nvSpPr>
        <p:spPr>
          <a:xfrm>
            <a:off x="10727494" y="2986625"/>
            <a:ext cx="1201939" cy="576616"/>
          </a:xfrm>
          <a:prstGeom prst="rect">
            <a:avLst/>
          </a:prstGeom>
          <a:solidFill>
            <a:schemeClr val="bg1">
              <a:lumMod val="9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nchorCtr="0">
            <a:no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GB" sz="1050" b="0" i="0" u="none" strike="noStrike" kern="1200" cap="none" spc="0" normalizeH="0" baseline="0" noProof="0">
                <a:ln>
                  <a:noFill/>
                </a:ln>
                <a:solidFill>
                  <a:prstClr val="black"/>
                </a:solidFill>
                <a:effectLst/>
                <a:uLnTx/>
                <a:uFillTx/>
                <a:latin typeface="Calibri"/>
                <a:ea typeface="+mn-ea"/>
                <a:cs typeface="+mn-cs"/>
              </a:rPr>
              <a:t>IR planning and strategy</a:t>
            </a:r>
          </a:p>
        </p:txBody>
      </p:sp>
      <p:sp>
        <p:nvSpPr>
          <p:cNvPr id="124" name="Rectangle 123">
            <a:extLst>
              <a:ext uri="{FF2B5EF4-FFF2-40B4-BE49-F238E27FC236}">
                <a16:creationId xmlns:a16="http://schemas.microsoft.com/office/drawing/2014/main" id="{2C96128E-C5C8-4444-9943-2A792F078A46}"/>
              </a:ext>
            </a:extLst>
          </p:cNvPr>
          <p:cNvSpPr/>
          <p:nvPr/>
        </p:nvSpPr>
        <p:spPr>
          <a:xfrm>
            <a:off x="10727494" y="2346307"/>
            <a:ext cx="1201939" cy="576616"/>
          </a:xfrm>
          <a:prstGeom prst="rect">
            <a:avLst/>
          </a:prstGeom>
          <a:solidFill>
            <a:schemeClr val="bg1">
              <a:lumMod val="9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nchorCtr="0">
            <a:no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GB" sz="1050" b="0" i="0" u="none" strike="noStrike" kern="1200" cap="none" spc="0" normalizeH="0" baseline="0" noProof="0">
                <a:ln>
                  <a:noFill/>
                </a:ln>
                <a:solidFill>
                  <a:prstClr val="black"/>
                </a:solidFill>
                <a:effectLst/>
                <a:uLnTx/>
                <a:uFillTx/>
                <a:latin typeface="Calibri"/>
                <a:ea typeface="+mn-ea"/>
                <a:cs typeface="+mn-cs"/>
              </a:rPr>
              <a:t>Regulatory and governance</a:t>
            </a:r>
          </a:p>
        </p:txBody>
      </p:sp>
      <p:sp>
        <p:nvSpPr>
          <p:cNvPr id="135" name="Rectangle 134">
            <a:extLst>
              <a:ext uri="{FF2B5EF4-FFF2-40B4-BE49-F238E27FC236}">
                <a16:creationId xmlns:a16="http://schemas.microsoft.com/office/drawing/2014/main" id="{455C531C-CE5A-46FC-AD0B-A1195E98953A}"/>
              </a:ext>
            </a:extLst>
          </p:cNvPr>
          <p:cNvSpPr/>
          <p:nvPr/>
        </p:nvSpPr>
        <p:spPr>
          <a:xfrm>
            <a:off x="9448986" y="1196293"/>
            <a:ext cx="1201939" cy="424858"/>
          </a:xfrm>
          <a:prstGeom prst="rect">
            <a:avLst/>
          </a:prstGeom>
          <a:solidFill>
            <a:schemeClr val="tx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nchorCtr="0">
            <a:no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GB" sz="1050" b="1" i="0" u="none" strike="noStrike" kern="1200" cap="none" spc="0" normalizeH="0" baseline="0" noProof="0">
                <a:ln>
                  <a:noFill/>
                </a:ln>
                <a:solidFill>
                  <a:prstClr val="white"/>
                </a:solidFill>
                <a:effectLst/>
                <a:uLnTx/>
                <a:uFillTx/>
                <a:latin typeface="Calibri"/>
                <a:ea typeface="+mn-ea"/>
                <a:cs typeface="+mn-cs"/>
              </a:rPr>
              <a:t>Tax</a:t>
            </a:r>
          </a:p>
        </p:txBody>
      </p:sp>
      <p:sp>
        <p:nvSpPr>
          <p:cNvPr id="136" name="Rectangle 135">
            <a:extLst>
              <a:ext uri="{FF2B5EF4-FFF2-40B4-BE49-F238E27FC236}">
                <a16:creationId xmlns:a16="http://schemas.microsoft.com/office/drawing/2014/main" id="{59942614-7C82-4DE5-B035-74B0BDFC0E42}"/>
              </a:ext>
            </a:extLst>
          </p:cNvPr>
          <p:cNvSpPr/>
          <p:nvPr/>
        </p:nvSpPr>
        <p:spPr>
          <a:xfrm>
            <a:off x="9448986" y="1698226"/>
            <a:ext cx="1201939" cy="576616"/>
          </a:xfrm>
          <a:prstGeom prst="rect">
            <a:avLst/>
          </a:prstGeom>
          <a:solidFill>
            <a:schemeClr val="bg1">
              <a:lumMod val="9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nchorCtr="0">
            <a:no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GB" sz="1050" b="0" i="0" u="none" strike="noStrike" kern="1200" cap="none" spc="0" normalizeH="0" baseline="0" noProof="0">
                <a:ln>
                  <a:noFill/>
                </a:ln>
                <a:solidFill>
                  <a:prstClr val="black"/>
                </a:solidFill>
                <a:effectLst/>
                <a:uLnTx/>
                <a:uFillTx/>
                <a:latin typeface="Calibri"/>
                <a:ea typeface="+mn-ea"/>
                <a:cs typeface="+mn-cs"/>
              </a:rPr>
              <a:t>Tax accounting and provision</a:t>
            </a:r>
          </a:p>
        </p:txBody>
      </p:sp>
      <p:sp>
        <p:nvSpPr>
          <p:cNvPr id="137" name="Rectangle 136">
            <a:extLst>
              <a:ext uri="{FF2B5EF4-FFF2-40B4-BE49-F238E27FC236}">
                <a16:creationId xmlns:a16="http://schemas.microsoft.com/office/drawing/2014/main" id="{9595C824-717B-4C99-8870-EAD351728DD3}"/>
              </a:ext>
            </a:extLst>
          </p:cNvPr>
          <p:cNvSpPr/>
          <p:nvPr/>
        </p:nvSpPr>
        <p:spPr>
          <a:xfrm>
            <a:off x="9448986" y="2346307"/>
            <a:ext cx="1201939" cy="576616"/>
          </a:xfrm>
          <a:prstGeom prst="rect">
            <a:avLst/>
          </a:prstGeom>
          <a:solidFill>
            <a:schemeClr val="bg1">
              <a:lumMod val="9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nchorCtr="0">
            <a:no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GB" sz="1050" b="0" i="0" u="none" strike="noStrike" kern="1200" cap="none" spc="0" normalizeH="0" baseline="0" noProof="0">
                <a:ln>
                  <a:noFill/>
                </a:ln>
                <a:solidFill>
                  <a:prstClr val="black"/>
                </a:solidFill>
                <a:effectLst/>
                <a:uLnTx/>
                <a:uFillTx/>
                <a:latin typeface="Calibri"/>
                <a:ea typeface="+mn-ea"/>
                <a:cs typeface="+mn-cs"/>
              </a:rPr>
              <a:t>Direct tax compliance</a:t>
            </a:r>
          </a:p>
        </p:txBody>
      </p:sp>
      <p:sp>
        <p:nvSpPr>
          <p:cNvPr id="138" name="Rectangle 137">
            <a:extLst>
              <a:ext uri="{FF2B5EF4-FFF2-40B4-BE49-F238E27FC236}">
                <a16:creationId xmlns:a16="http://schemas.microsoft.com/office/drawing/2014/main" id="{8F15EE8A-702A-4E3D-89DF-07104FF4849B}"/>
              </a:ext>
            </a:extLst>
          </p:cNvPr>
          <p:cNvSpPr/>
          <p:nvPr/>
        </p:nvSpPr>
        <p:spPr>
          <a:xfrm>
            <a:off x="9448986" y="2986625"/>
            <a:ext cx="1201939" cy="576616"/>
          </a:xfrm>
          <a:prstGeom prst="rect">
            <a:avLst/>
          </a:prstGeom>
          <a:solidFill>
            <a:schemeClr val="bg1">
              <a:lumMod val="9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nchorCtr="0">
            <a:no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GB" sz="1050" b="0" i="0" u="none" strike="noStrike" kern="1200" cap="none" spc="0" normalizeH="0" baseline="0" noProof="0">
                <a:ln>
                  <a:noFill/>
                </a:ln>
                <a:solidFill>
                  <a:prstClr val="black"/>
                </a:solidFill>
                <a:effectLst/>
                <a:uLnTx/>
                <a:uFillTx/>
                <a:latin typeface="Calibri"/>
                <a:ea typeface="+mn-ea"/>
                <a:cs typeface="+mn-cs"/>
              </a:rPr>
              <a:t>Indirect tax compliance</a:t>
            </a:r>
          </a:p>
        </p:txBody>
      </p:sp>
      <p:sp>
        <p:nvSpPr>
          <p:cNvPr id="139" name="Rectangle 138">
            <a:extLst>
              <a:ext uri="{FF2B5EF4-FFF2-40B4-BE49-F238E27FC236}">
                <a16:creationId xmlns:a16="http://schemas.microsoft.com/office/drawing/2014/main" id="{B2E3D7E1-27C4-4E29-951E-4C4C2D8A9F4C}"/>
              </a:ext>
            </a:extLst>
          </p:cNvPr>
          <p:cNvSpPr/>
          <p:nvPr/>
        </p:nvSpPr>
        <p:spPr>
          <a:xfrm>
            <a:off x="9448986" y="3642469"/>
            <a:ext cx="1201939" cy="576616"/>
          </a:xfrm>
          <a:prstGeom prst="rect">
            <a:avLst/>
          </a:prstGeom>
          <a:solidFill>
            <a:schemeClr val="bg1">
              <a:lumMod val="9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nchorCtr="0">
            <a:no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GB" sz="1050" b="0" i="0" u="none" strike="noStrike" kern="1200" cap="none" spc="0" normalizeH="0" baseline="0" noProof="0">
                <a:ln>
                  <a:noFill/>
                </a:ln>
                <a:solidFill>
                  <a:prstClr val="black"/>
                </a:solidFill>
                <a:effectLst/>
                <a:uLnTx/>
                <a:uFillTx/>
                <a:latin typeface="Calibri"/>
                <a:ea typeface="+mn-ea"/>
                <a:cs typeface="+mn-cs"/>
              </a:rPr>
              <a:t>Tax technology advisory</a:t>
            </a:r>
          </a:p>
        </p:txBody>
      </p:sp>
      <p:sp>
        <p:nvSpPr>
          <p:cNvPr id="140" name="Rectangle 139">
            <a:extLst>
              <a:ext uri="{FF2B5EF4-FFF2-40B4-BE49-F238E27FC236}">
                <a16:creationId xmlns:a16="http://schemas.microsoft.com/office/drawing/2014/main" id="{067B10AC-08E8-4459-A318-8ABA1FF174BE}"/>
              </a:ext>
            </a:extLst>
          </p:cNvPr>
          <p:cNvSpPr/>
          <p:nvPr/>
        </p:nvSpPr>
        <p:spPr>
          <a:xfrm>
            <a:off x="9448986" y="4290549"/>
            <a:ext cx="1201939" cy="576616"/>
          </a:xfrm>
          <a:prstGeom prst="rect">
            <a:avLst/>
          </a:prstGeom>
          <a:solidFill>
            <a:schemeClr val="bg1">
              <a:lumMod val="9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nchorCtr="0">
            <a:no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GB" sz="1050" b="0" i="0" u="none" strike="noStrike" kern="1200" cap="none" spc="0" normalizeH="0" baseline="0" noProof="0">
                <a:ln>
                  <a:noFill/>
                </a:ln>
                <a:solidFill>
                  <a:prstClr val="black"/>
                </a:solidFill>
                <a:effectLst/>
                <a:uLnTx/>
                <a:uFillTx/>
                <a:latin typeface="Calibri"/>
                <a:ea typeface="+mn-ea"/>
                <a:cs typeface="+mn-cs"/>
              </a:rPr>
              <a:t>Tax advisory</a:t>
            </a:r>
          </a:p>
        </p:txBody>
      </p:sp>
      <p:sp>
        <p:nvSpPr>
          <p:cNvPr id="62" name="Rectangle 61">
            <a:extLst>
              <a:ext uri="{FF2B5EF4-FFF2-40B4-BE49-F238E27FC236}">
                <a16:creationId xmlns:a16="http://schemas.microsoft.com/office/drawing/2014/main" id="{99669EE2-C241-4F9E-8D00-8BC39B84C46D}"/>
              </a:ext>
            </a:extLst>
          </p:cNvPr>
          <p:cNvSpPr/>
          <p:nvPr/>
        </p:nvSpPr>
        <p:spPr>
          <a:xfrm>
            <a:off x="4360022" y="4925628"/>
            <a:ext cx="1201939" cy="576616"/>
          </a:xfrm>
          <a:prstGeom prst="rect">
            <a:avLst/>
          </a:prstGeom>
          <a:solidFill>
            <a:schemeClr val="bg1">
              <a:lumMod val="9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nchorCtr="0">
            <a:no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GB" sz="1050" b="0" i="0" u="none" strike="noStrike" kern="1200" cap="none" spc="0" normalizeH="0" baseline="0" noProof="0">
                <a:ln>
                  <a:noFill/>
                </a:ln>
                <a:solidFill>
                  <a:prstClr val="black"/>
                </a:solidFill>
                <a:effectLst/>
                <a:uLnTx/>
                <a:uFillTx/>
                <a:latin typeface="Calibri"/>
                <a:ea typeface="+mn-ea"/>
                <a:cs typeface="+mn-cs"/>
              </a:rPr>
              <a:t>Operational reporting</a:t>
            </a:r>
          </a:p>
        </p:txBody>
      </p:sp>
      <p:sp>
        <p:nvSpPr>
          <p:cNvPr id="59" name="Rectangle 58">
            <a:extLst>
              <a:ext uri="{FF2B5EF4-FFF2-40B4-BE49-F238E27FC236}">
                <a16:creationId xmlns:a16="http://schemas.microsoft.com/office/drawing/2014/main" id="{74F37789-2652-444B-A0D4-77654C1425DD}"/>
              </a:ext>
            </a:extLst>
          </p:cNvPr>
          <p:cNvSpPr/>
          <p:nvPr/>
        </p:nvSpPr>
        <p:spPr>
          <a:xfrm>
            <a:off x="523756" y="1196293"/>
            <a:ext cx="1201940" cy="424858"/>
          </a:xfrm>
          <a:prstGeom prst="rect">
            <a:avLst/>
          </a:prstGeom>
          <a:solidFill>
            <a:schemeClr val="tx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45720" tIns="91440" rIns="45720" bIns="91440" rtlCol="0" anchor="ctr" anchorCtr="0">
            <a:no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GB" sz="1050" b="1" i="0" u="none" strike="noStrike" kern="1200" cap="none" spc="0" normalizeH="0" baseline="0" noProof="0">
                <a:ln>
                  <a:noFill/>
                </a:ln>
                <a:solidFill>
                  <a:prstClr val="white"/>
                </a:solidFill>
                <a:effectLst/>
                <a:uLnTx/>
                <a:uFillTx/>
                <a:latin typeface="Calibri"/>
                <a:ea typeface="+mn-ea"/>
                <a:cs typeface="+mn-cs"/>
              </a:rPr>
              <a:t>Strategic Finance</a:t>
            </a:r>
          </a:p>
        </p:txBody>
      </p:sp>
      <p:sp>
        <p:nvSpPr>
          <p:cNvPr id="60" name="Rectangle 59">
            <a:extLst>
              <a:ext uri="{FF2B5EF4-FFF2-40B4-BE49-F238E27FC236}">
                <a16:creationId xmlns:a16="http://schemas.microsoft.com/office/drawing/2014/main" id="{09883577-2DDB-4EF5-A139-792486BFA84F}"/>
              </a:ext>
            </a:extLst>
          </p:cNvPr>
          <p:cNvSpPr/>
          <p:nvPr/>
        </p:nvSpPr>
        <p:spPr>
          <a:xfrm>
            <a:off x="523756" y="1698226"/>
            <a:ext cx="1201940" cy="576616"/>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45720" bIns="91440" rtlCol="0" anchor="ctr" anchorCtr="0">
            <a:no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GB" sz="1050" b="0" i="0" u="none" strike="noStrike" kern="1200" cap="none" spc="0" normalizeH="0" baseline="0" noProof="0">
                <a:ln>
                  <a:noFill/>
                </a:ln>
                <a:solidFill>
                  <a:prstClr val="black"/>
                </a:solidFill>
                <a:effectLst/>
                <a:uLnTx/>
                <a:uFillTx/>
                <a:latin typeface="Calibri"/>
                <a:ea typeface="+mn-ea"/>
                <a:cs typeface="+mn-cs"/>
              </a:rPr>
              <a:t>Finance visioning</a:t>
            </a:r>
          </a:p>
        </p:txBody>
      </p:sp>
      <p:sp>
        <p:nvSpPr>
          <p:cNvPr id="61" name="Rectangle 60">
            <a:extLst>
              <a:ext uri="{FF2B5EF4-FFF2-40B4-BE49-F238E27FC236}">
                <a16:creationId xmlns:a16="http://schemas.microsoft.com/office/drawing/2014/main" id="{B8DE556A-C831-44EE-A88B-D5C050EB05B1}"/>
              </a:ext>
            </a:extLst>
          </p:cNvPr>
          <p:cNvSpPr/>
          <p:nvPr/>
        </p:nvSpPr>
        <p:spPr>
          <a:xfrm>
            <a:off x="523756" y="2986625"/>
            <a:ext cx="1201940" cy="576616"/>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45720" bIns="91440" rtlCol="0" anchor="ctr" anchorCtr="0">
            <a:no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prstClr val="black"/>
                </a:solidFill>
                <a:effectLst/>
                <a:uLnTx/>
                <a:uFillTx/>
                <a:latin typeface="Calibri"/>
                <a:ea typeface="+mn-ea"/>
                <a:cs typeface="+mn-cs"/>
              </a:rPr>
              <a:t>Corporate development</a:t>
            </a:r>
          </a:p>
        </p:txBody>
      </p:sp>
      <p:sp>
        <p:nvSpPr>
          <p:cNvPr id="63" name="Rectangle 62">
            <a:extLst>
              <a:ext uri="{FF2B5EF4-FFF2-40B4-BE49-F238E27FC236}">
                <a16:creationId xmlns:a16="http://schemas.microsoft.com/office/drawing/2014/main" id="{4464B5DE-CFAB-47F2-B28E-B082ABB0DF9F}"/>
              </a:ext>
            </a:extLst>
          </p:cNvPr>
          <p:cNvSpPr/>
          <p:nvPr/>
        </p:nvSpPr>
        <p:spPr>
          <a:xfrm>
            <a:off x="523755" y="3641806"/>
            <a:ext cx="1201940" cy="576616"/>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45720" bIns="91440" rtlCol="0" anchor="ctr" anchorCtr="0">
            <a:no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GB" sz="1050" b="0" i="0" u="none" strike="noStrike" kern="1200" cap="none" spc="0" normalizeH="0" baseline="0" noProof="0">
                <a:ln>
                  <a:noFill/>
                </a:ln>
                <a:solidFill>
                  <a:prstClr val="black"/>
                </a:solidFill>
                <a:effectLst/>
                <a:uLnTx/>
                <a:uFillTx/>
                <a:latin typeface="Calibri"/>
                <a:ea typeface="+mn-ea"/>
                <a:cs typeface="+mn-cs"/>
              </a:rPr>
              <a:t>Finance Transformation</a:t>
            </a:r>
          </a:p>
        </p:txBody>
      </p:sp>
      <p:sp>
        <p:nvSpPr>
          <p:cNvPr id="64" name="Rectangle 63">
            <a:extLst>
              <a:ext uri="{FF2B5EF4-FFF2-40B4-BE49-F238E27FC236}">
                <a16:creationId xmlns:a16="http://schemas.microsoft.com/office/drawing/2014/main" id="{01E3A94F-1E7B-41D6-9453-41505FEACEEE}"/>
              </a:ext>
            </a:extLst>
          </p:cNvPr>
          <p:cNvSpPr/>
          <p:nvPr/>
        </p:nvSpPr>
        <p:spPr>
          <a:xfrm>
            <a:off x="523756" y="2341304"/>
            <a:ext cx="1201940" cy="576616"/>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45720" bIns="91440" rtlCol="0" anchor="ctr" anchorCtr="0">
            <a:no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prstClr val="black"/>
                </a:solidFill>
                <a:effectLst/>
                <a:uLnTx/>
                <a:uFillTx/>
                <a:latin typeface="Calibri"/>
                <a:ea typeface="+mn-ea"/>
                <a:cs typeface="+mn-cs"/>
              </a:rPr>
              <a:t>Capital optimization</a:t>
            </a:r>
          </a:p>
        </p:txBody>
      </p:sp>
      <p:sp>
        <p:nvSpPr>
          <p:cNvPr id="67" name="Rectangle 66">
            <a:extLst>
              <a:ext uri="{FF2B5EF4-FFF2-40B4-BE49-F238E27FC236}">
                <a16:creationId xmlns:a16="http://schemas.microsoft.com/office/drawing/2014/main" id="{1D46656D-F12D-4DE8-93D6-A15F0EAB9915}"/>
              </a:ext>
            </a:extLst>
          </p:cNvPr>
          <p:cNvSpPr/>
          <p:nvPr/>
        </p:nvSpPr>
        <p:spPr>
          <a:xfrm>
            <a:off x="522260" y="4290549"/>
            <a:ext cx="1201940" cy="576616"/>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45720" bIns="91440" rtlCol="0" anchor="ctr" anchorCtr="0">
            <a:no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GB" sz="1050" b="0" i="0" u="none" strike="noStrike" kern="1200" cap="none" spc="0" normalizeH="0" baseline="0" noProof="0">
                <a:ln>
                  <a:noFill/>
                </a:ln>
                <a:solidFill>
                  <a:prstClr val="black"/>
                </a:solidFill>
                <a:effectLst/>
                <a:uLnTx/>
                <a:uFillTx/>
                <a:latin typeface="Calibri"/>
                <a:ea typeface="+mn-ea"/>
                <a:cs typeface="+mn-cs"/>
              </a:rPr>
              <a:t>Enterprise transformation</a:t>
            </a:r>
          </a:p>
        </p:txBody>
      </p:sp>
      <p:sp>
        <p:nvSpPr>
          <p:cNvPr id="70" name="Rectangle 69">
            <a:extLst>
              <a:ext uri="{FF2B5EF4-FFF2-40B4-BE49-F238E27FC236}">
                <a16:creationId xmlns:a16="http://schemas.microsoft.com/office/drawing/2014/main" id="{59F62EC6-B5BE-45F5-874E-46A983F47A96}"/>
              </a:ext>
            </a:extLst>
          </p:cNvPr>
          <p:cNvSpPr/>
          <p:nvPr/>
        </p:nvSpPr>
        <p:spPr>
          <a:xfrm>
            <a:off x="4360022" y="3641806"/>
            <a:ext cx="1201939" cy="576616"/>
          </a:xfrm>
          <a:prstGeom prst="rect">
            <a:avLst/>
          </a:prstGeom>
          <a:solidFill>
            <a:schemeClr val="bg1">
              <a:lumMod val="9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nchorCtr="0">
            <a:no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GB" sz="1050" b="0" i="0" u="none" strike="noStrike" kern="1200" cap="none" spc="0" normalizeH="0" baseline="0" noProof="0">
                <a:ln>
                  <a:noFill/>
                </a:ln>
                <a:solidFill>
                  <a:prstClr val="black"/>
                </a:solidFill>
                <a:effectLst/>
                <a:uLnTx/>
                <a:uFillTx/>
                <a:latin typeface="Calibri"/>
                <a:ea typeface="+mn-ea"/>
                <a:cs typeface="+mn-cs"/>
              </a:rPr>
              <a:t>Project accounting</a:t>
            </a:r>
          </a:p>
        </p:txBody>
      </p:sp>
      <p:sp>
        <p:nvSpPr>
          <p:cNvPr id="71" name="Rectangle 70">
            <a:extLst>
              <a:ext uri="{FF2B5EF4-FFF2-40B4-BE49-F238E27FC236}">
                <a16:creationId xmlns:a16="http://schemas.microsoft.com/office/drawing/2014/main" id="{26EC5D52-8FD3-48B5-85FC-9F76326EE609}"/>
              </a:ext>
            </a:extLst>
          </p:cNvPr>
          <p:cNvSpPr/>
          <p:nvPr/>
        </p:nvSpPr>
        <p:spPr>
          <a:xfrm>
            <a:off x="9448985" y="4928475"/>
            <a:ext cx="1201939" cy="576616"/>
          </a:xfrm>
          <a:prstGeom prst="rect">
            <a:avLst/>
          </a:prstGeom>
          <a:solidFill>
            <a:schemeClr val="bg1">
              <a:lumMod val="9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nchorCtr="0">
            <a:no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GB" sz="1050" b="0" i="0" u="none" strike="noStrike" kern="1200" cap="none" spc="0" normalizeH="0" baseline="0" noProof="0">
                <a:ln>
                  <a:noFill/>
                </a:ln>
                <a:solidFill>
                  <a:prstClr val="black"/>
                </a:solidFill>
                <a:effectLst/>
                <a:uLnTx/>
                <a:uFillTx/>
                <a:latin typeface="Calibri"/>
                <a:ea typeface="+mn-ea"/>
                <a:cs typeface="+mn-cs"/>
              </a:rPr>
              <a:t>Tax controversy and audit support</a:t>
            </a:r>
          </a:p>
        </p:txBody>
      </p:sp>
      <p:sp>
        <p:nvSpPr>
          <p:cNvPr id="66" name="Rectangle 65">
            <a:extLst>
              <a:ext uri="{FF2B5EF4-FFF2-40B4-BE49-F238E27FC236}">
                <a16:creationId xmlns:a16="http://schemas.microsoft.com/office/drawing/2014/main" id="{620C9C9E-FD2F-4BDA-927C-6BE92A7BE5FD}"/>
              </a:ext>
            </a:extLst>
          </p:cNvPr>
          <p:cNvSpPr/>
          <p:nvPr/>
        </p:nvSpPr>
        <p:spPr>
          <a:xfrm>
            <a:off x="523756" y="907132"/>
            <a:ext cx="11405677" cy="199884"/>
          </a:xfrm>
          <a:prstGeom prst="rect">
            <a:avLst/>
          </a:prstGeom>
          <a:solidFill>
            <a:srgbClr val="86BC25"/>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45720" bIns="91440" rtlCol="0" anchor="ctr" anchorCtr="0">
            <a:no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prstClr val="white"/>
                </a:solidFill>
                <a:effectLst/>
                <a:uLnTx/>
                <a:uFillTx/>
                <a:latin typeface="Calibri"/>
                <a:ea typeface="+mn-ea"/>
                <a:cs typeface="+mn-cs"/>
              </a:rPr>
              <a:t>CFO Strategy</a:t>
            </a:r>
          </a:p>
        </p:txBody>
      </p:sp>
      <p:grpSp>
        <p:nvGrpSpPr>
          <p:cNvPr id="65" name="Graphic 4">
            <a:extLst>
              <a:ext uri="{FF2B5EF4-FFF2-40B4-BE49-F238E27FC236}">
                <a16:creationId xmlns:a16="http://schemas.microsoft.com/office/drawing/2014/main" id="{087B5E90-59DF-3C4C-9B6F-CAB063C6D5A8}"/>
              </a:ext>
            </a:extLst>
          </p:cNvPr>
          <p:cNvGrpSpPr>
            <a:grpSpLocks noChangeAspect="1"/>
          </p:cNvGrpSpPr>
          <p:nvPr/>
        </p:nvGrpSpPr>
        <p:grpSpPr>
          <a:xfrm>
            <a:off x="11422299" y="237871"/>
            <a:ext cx="533505" cy="533003"/>
            <a:chOff x="8840477" y="1885990"/>
            <a:chExt cx="362312" cy="361971"/>
          </a:xfrm>
          <a:solidFill>
            <a:schemeClr val="accent4"/>
          </a:solidFill>
        </p:grpSpPr>
        <p:sp>
          <p:nvSpPr>
            <p:cNvPr id="68" name="Graphic 4">
              <a:extLst>
                <a:ext uri="{FF2B5EF4-FFF2-40B4-BE49-F238E27FC236}">
                  <a16:creationId xmlns:a16="http://schemas.microsoft.com/office/drawing/2014/main" id="{165D22DB-45F5-5448-A0B0-7FC4FA2B8396}"/>
                </a:ext>
              </a:extLst>
            </p:cNvPr>
            <p:cNvSpPr/>
            <p:nvPr/>
          </p:nvSpPr>
          <p:spPr>
            <a:xfrm>
              <a:off x="8840477" y="1885990"/>
              <a:ext cx="362312" cy="361971"/>
            </a:xfrm>
            <a:custGeom>
              <a:avLst/>
              <a:gdLst>
                <a:gd name="connsiteX0" fmla="*/ 181474 w 362312"/>
                <a:gd name="connsiteY0" fmla="*/ 0 h 361971"/>
                <a:gd name="connsiteX1" fmla="*/ 0 w 362312"/>
                <a:gd name="connsiteY1" fmla="*/ 180667 h 361971"/>
                <a:gd name="connsiteX2" fmla="*/ 180836 w 362312"/>
                <a:gd name="connsiteY2" fmla="*/ 361972 h 361971"/>
                <a:gd name="connsiteX3" fmla="*/ 362309 w 362312"/>
                <a:gd name="connsiteY3" fmla="*/ 181305 h 361971"/>
                <a:gd name="connsiteX4" fmla="*/ 362309 w 362312"/>
                <a:gd name="connsiteY4" fmla="*/ 181305 h 361971"/>
                <a:gd name="connsiteX5" fmla="*/ 181474 w 362312"/>
                <a:gd name="connsiteY5" fmla="*/ 0 h 361971"/>
                <a:gd name="connsiteX6" fmla="*/ 181474 w 362312"/>
                <a:gd name="connsiteY6" fmla="*/ 348565 h 361971"/>
                <a:gd name="connsiteX7" fmla="*/ 12780 w 362312"/>
                <a:gd name="connsiteY7" fmla="*/ 180667 h 361971"/>
                <a:gd name="connsiteX8" fmla="*/ 180836 w 362312"/>
                <a:gd name="connsiteY8" fmla="*/ 12130 h 361971"/>
                <a:gd name="connsiteX9" fmla="*/ 349529 w 362312"/>
                <a:gd name="connsiteY9" fmla="*/ 180028 h 361971"/>
                <a:gd name="connsiteX10" fmla="*/ 349529 w 362312"/>
                <a:gd name="connsiteY10" fmla="*/ 180028 h 361971"/>
                <a:gd name="connsiteX11" fmla="*/ 181474 w 362312"/>
                <a:gd name="connsiteY11" fmla="*/ 348565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62312" h="361971">
                  <a:moveTo>
                    <a:pt x="181474" y="0"/>
                  </a:moveTo>
                  <a:cubicBezTo>
                    <a:pt x="81152" y="0"/>
                    <a:pt x="0" y="81077"/>
                    <a:pt x="0" y="180667"/>
                  </a:cubicBezTo>
                  <a:cubicBezTo>
                    <a:pt x="0" y="280895"/>
                    <a:pt x="81152" y="361972"/>
                    <a:pt x="180836" y="361972"/>
                  </a:cubicBezTo>
                  <a:cubicBezTo>
                    <a:pt x="281157" y="361972"/>
                    <a:pt x="362309" y="280895"/>
                    <a:pt x="362309" y="181305"/>
                  </a:cubicBezTo>
                  <a:cubicBezTo>
                    <a:pt x="362309" y="181305"/>
                    <a:pt x="362309" y="181305"/>
                    <a:pt x="362309" y="181305"/>
                  </a:cubicBezTo>
                  <a:cubicBezTo>
                    <a:pt x="362949" y="80438"/>
                    <a:pt x="281796" y="0"/>
                    <a:pt x="181474" y="0"/>
                  </a:cubicBezTo>
                  <a:close/>
                  <a:moveTo>
                    <a:pt x="181474" y="348565"/>
                  </a:moveTo>
                  <a:cubicBezTo>
                    <a:pt x="88181" y="348565"/>
                    <a:pt x="12780" y="273235"/>
                    <a:pt x="12780" y="180667"/>
                  </a:cubicBezTo>
                  <a:cubicBezTo>
                    <a:pt x="12780" y="87461"/>
                    <a:pt x="88181" y="12130"/>
                    <a:pt x="180836" y="12130"/>
                  </a:cubicBezTo>
                  <a:cubicBezTo>
                    <a:pt x="274128" y="12130"/>
                    <a:pt x="349529" y="87461"/>
                    <a:pt x="349529" y="180028"/>
                  </a:cubicBezTo>
                  <a:cubicBezTo>
                    <a:pt x="349529" y="180028"/>
                    <a:pt x="349529" y="180028"/>
                    <a:pt x="349529" y="180028"/>
                  </a:cubicBezTo>
                  <a:cubicBezTo>
                    <a:pt x="350169" y="273235"/>
                    <a:pt x="274767" y="348565"/>
                    <a:pt x="181474" y="348565"/>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9" name="Graphic 4">
              <a:extLst>
                <a:ext uri="{FF2B5EF4-FFF2-40B4-BE49-F238E27FC236}">
                  <a16:creationId xmlns:a16="http://schemas.microsoft.com/office/drawing/2014/main" id="{9F7D356B-2696-FC43-929A-417FBA843838}"/>
                </a:ext>
              </a:extLst>
            </p:cNvPr>
            <p:cNvSpPr/>
            <p:nvPr/>
          </p:nvSpPr>
          <p:spPr>
            <a:xfrm>
              <a:off x="8913486" y="1965631"/>
              <a:ext cx="216695" cy="202531"/>
            </a:xfrm>
            <a:custGeom>
              <a:avLst/>
              <a:gdLst>
                <a:gd name="connsiteX0" fmla="*/ 112938 w 216695"/>
                <a:gd name="connsiteY0" fmla="*/ 1436 h 202531"/>
                <a:gd name="connsiteX1" fmla="*/ 104632 w 216695"/>
                <a:gd name="connsiteY1" fmla="*/ 1436 h 202531"/>
                <a:gd name="connsiteX2" fmla="*/ 2393 w 216695"/>
                <a:gd name="connsiteY2" fmla="*/ 88897 h 202531"/>
                <a:gd name="connsiteX3" fmla="*/ 1114 w 216695"/>
                <a:gd name="connsiteY3" fmla="*/ 97835 h 202531"/>
                <a:gd name="connsiteX4" fmla="*/ 6865 w 216695"/>
                <a:gd name="connsiteY4" fmla="*/ 100388 h 202531"/>
                <a:gd name="connsiteX5" fmla="*/ 22201 w 216695"/>
                <a:gd name="connsiteY5" fmla="*/ 100388 h 202531"/>
                <a:gd name="connsiteX6" fmla="*/ 22201 w 216695"/>
                <a:gd name="connsiteY6" fmla="*/ 196148 h 202531"/>
                <a:gd name="connsiteX7" fmla="*/ 28591 w 216695"/>
                <a:gd name="connsiteY7" fmla="*/ 202532 h 202531"/>
                <a:gd name="connsiteX8" fmla="*/ 94407 w 216695"/>
                <a:gd name="connsiteY8" fmla="*/ 202532 h 202531"/>
                <a:gd name="connsiteX9" fmla="*/ 100797 w 216695"/>
                <a:gd name="connsiteY9" fmla="*/ 196148 h 202531"/>
                <a:gd name="connsiteX10" fmla="*/ 100797 w 216695"/>
                <a:gd name="connsiteY10" fmla="*/ 159121 h 202531"/>
                <a:gd name="connsiteX11" fmla="*/ 117412 w 216695"/>
                <a:gd name="connsiteY11" fmla="*/ 159121 h 202531"/>
                <a:gd name="connsiteX12" fmla="*/ 117412 w 216695"/>
                <a:gd name="connsiteY12" fmla="*/ 196148 h 202531"/>
                <a:gd name="connsiteX13" fmla="*/ 123802 w 216695"/>
                <a:gd name="connsiteY13" fmla="*/ 202532 h 202531"/>
                <a:gd name="connsiteX14" fmla="*/ 188979 w 216695"/>
                <a:gd name="connsiteY14" fmla="*/ 202532 h 202531"/>
                <a:gd name="connsiteX15" fmla="*/ 195369 w 216695"/>
                <a:gd name="connsiteY15" fmla="*/ 196148 h 202531"/>
                <a:gd name="connsiteX16" fmla="*/ 195369 w 216695"/>
                <a:gd name="connsiteY16" fmla="*/ 100388 h 202531"/>
                <a:gd name="connsiteX17" fmla="*/ 210705 w 216695"/>
                <a:gd name="connsiteY17" fmla="*/ 100388 h 202531"/>
                <a:gd name="connsiteX18" fmla="*/ 216456 w 216695"/>
                <a:gd name="connsiteY18" fmla="*/ 95919 h 202531"/>
                <a:gd name="connsiteX19" fmla="*/ 214538 w 216695"/>
                <a:gd name="connsiteY19" fmla="*/ 88897 h 202531"/>
                <a:gd name="connsiteX20" fmla="*/ 112938 w 216695"/>
                <a:gd name="connsiteY20" fmla="*/ 1436 h 202531"/>
                <a:gd name="connsiteX21" fmla="*/ 188979 w 216695"/>
                <a:gd name="connsiteY21" fmla="*/ 87620 h 202531"/>
                <a:gd name="connsiteX22" fmla="*/ 182589 w 216695"/>
                <a:gd name="connsiteY22" fmla="*/ 94004 h 202531"/>
                <a:gd name="connsiteX23" fmla="*/ 182589 w 216695"/>
                <a:gd name="connsiteY23" fmla="*/ 189764 h 202531"/>
                <a:gd name="connsiteX24" fmla="*/ 130191 w 216695"/>
                <a:gd name="connsiteY24" fmla="*/ 189764 h 202531"/>
                <a:gd name="connsiteX25" fmla="*/ 130191 w 216695"/>
                <a:gd name="connsiteY25" fmla="*/ 152737 h 202531"/>
                <a:gd name="connsiteX26" fmla="*/ 123802 w 216695"/>
                <a:gd name="connsiteY26" fmla="*/ 146353 h 202531"/>
                <a:gd name="connsiteX27" fmla="*/ 94407 w 216695"/>
                <a:gd name="connsiteY27" fmla="*/ 146353 h 202531"/>
                <a:gd name="connsiteX28" fmla="*/ 88017 w 216695"/>
                <a:gd name="connsiteY28" fmla="*/ 152737 h 202531"/>
                <a:gd name="connsiteX29" fmla="*/ 88017 w 216695"/>
                <a:gd name="connsiteY29" fmla="*/ 189764 h 202531"/>
                <a:gd name="connsiteX30" fmla="*/ 34981 w 216695"/>
                <a:gd name="connsiteY30" fmla="*/ 189764 h 202531"/>
                <a:gd name="connsiteX31" fmla="*/ 34981 w 216695"/>
                <a:gd name="connsiteY31" fmla="*/ 94004 h 202531"/>
                <a:gd name="connsiteX32" fmla="*/ 28591 w 216695"/>
                <a:gd name="connsiteY32" fmla="*/ 87620 h 202531"/>
                <a:gd name="connsiteX33" fmla="*/ 24118 w 216695"/>
                <a:gd name="connsiteY33" fmla="*/ 87620 h 202531"/>
                <a:gd name="connsiteX34" fmla="*/ 109104 w 216695"/>
                <a:gd name="connsiteY34" fmla="*/ 14843 h 202531"/>
                <a:gd name="connsiteX35" fmla="*/ 193451 w 216695"/>
                <a:gd name="connsiteY35" fmla="*/ 87620 h 202531"/>
                <a:gd name="connsiteX36" fmla="*/ 188979 w 216695"/>
                <a:gd name="connsiteY36" fmla="*/ 87620 h 202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216695" h="202531">
                  <a:moveTo>
                    <a:pt x="112938" y="1436"/>
                  </a:moveTo>
                  <a:cubicBezTo>
                    <a:pt x="110382" y="-479"/>
                    <a:pt x="107187" y="-479"/>
                    <a:pt x="104632" y="1436"/>
                  </a:cubicBezTo>
                  <a:lnTo>
                    <a:pt x="2393" y="88897"/>
                  </a:lnTo>
                  <a:cubicBezTo>
                    <a:pt x="-163" y="90812"/>
                    <a:pt x="-802" y="95281"/>
                    <a:pt x="1114" y="97835"/>
                  </a:cubicBezTo>
                  <a:cubicBezTo>
                    <a:pt x="2393" y="99750"/>
                    <a:pt x="4948" y="100388"/>
                    <a:pt x="6865" y="100388"/>
                  </a:cubicBezTo>
                  <a:lnTo>
                    <a:pt x="22201" y="100388"/>
                  </a:lnTo>
                  <a:lnTo>
                    <a:pt x="22201" y="196148"/>
                  </a:lnTo>
                  <a:cubicBezTo>
                    <a:pt x="22201" y="199978"/>
                    <a:pt x="24758" y="202532"/>
                    <a:pt x="28591" y="202532"/>
                  </a:cubicBezTo>
                  <a:lnTo>
                    <a:pt x="94407" y="202532"/>
                  </a:lnTo>
                  <a:cubicBezTo>
                    <a:pt x="98242" y="202532"/>
                    <a:pt x="100797" y="199978"/>
                    <a:pt x="100797" y="196148"/>
                  </a:cubicBezTo>
                  <a:lnTo>
                    <a:pt x="100797" y="159121"/>
                  </a:lnTo>
                  <a:lnTo>
                    <a:pt x="117412" y="159121"/>
                  </a:lnTo>
                  <a:lnTo>
                    <a:pt x="117412" y="196148"/>
                  </a:lnTo>
                  <a:cubicBezTo>
                    <a:pt x="117412" y="199978"/>
                    <a:pt x="119967" y="202532"/>
                    <a:pt x="123802" y="202532"/>
                  </a:cubicBezTo>
                  <a:lnTo>
                    <a:pt x="188979" y="202532"/>
                  </a:lnTo>
                  <a:cubicBezTo>
                    <a:pt x="192812" y="202532"/>
                    <a:pt x="195369" y="199978"/>
                    <a:pt x="195369" y="196148"/>
                  </a:cubicBezTo>
                  <a:lnTo>
                    <a:pt x="195369" y="100388"/>
                  </a:lnTo>
                  <a:lnTo>
                    <a:pt x="210705" y="100388"/>
                  </a:lnTo>
                  <a:cubicBezTo>
                    <a:pt x="213261" y="100388"/>
                    <a:pt x="215816" y="98473"/>
                    <a:pt x="216456" y="95919"/>
                  </a:cubicBezTo>
                  <a:cubicBezTo>
                    <a:pt x="217094" y="93366"/>
                    <a:pt x="216456" y="90812"/>
                    <a:pt x="214538" y="88897"/>
                  </a:cubicBezTo>
                  <a:lnTo>
                    <a:pt x="112938" y="1436"/>
                  </a:lnTo>
                  <a:close/>
                  <a:moveTo>
                    <a:pt x="188979" y="87620"/>
                  </a:moveTo>
                  <a:cubicBezTo>
                    <a:pt x="185145" y="87620"/>
                    <a:pt x="182589" y="90174"/>
                    <a:pt x="182589" y="94004"/>
                  </a:cubicBezTo>
                  <a:lnTo>
                    <a:pt x="182589" y="189764"/>
                  </a:lnTo>
                  <a:lnTo>
                    <a:pt x="130191" y="189764"/>
                  </a:lnTo>
                  <a:lnTo>
                    <a:pt x="130191" y="152737"/>
                  </a:lnTo>
                  <a:cubicBezTo>
                    <a:pt x="130191" y="148906"/>
                    <a:pt x="127635" y="146353"/>
                    <a:pt x="123802" y="146353"/>
                  </a:cubicBezTo>
                  <a:lnTo>
                    <a:pt x="94407" y="146353"/>
                  </a:lnTo>
                  <a:cubicBezTo>
                    <a:pt x="90573" y="146353"/>
                    <a:pt x="88017" y="148906"/>
                    <a:pt x="88017" y="152737"/>
                  </a:cubicBezTo>
                  <a:lnTo>
                    <a:pt x="88017" y="189764"/>
                  </a:lnTo>
                  <a:lnTo>
                    <a:pt x="34981" y="189764"/>
                  </a:lnTo>
                  <a:lnTo>
                    <a:pt x="34981" y="94004"/>
                  </a:lnTo>
                  <a:cubicBezTo>
                    <a:pt x="34981" y="90174"/>
                    <a:pt x="32425" y="87620"/>
                    <a:pt x="28591" y="87620"/>
                  </a:cubicBezTo>
                  <a:lnTo>
                    <a:pt x="24118" y="87620"/>
                  </a:lnTo>
                  <a:lnTo>
                    <a:pt x="109104" y="14843"/>
                  </a:lnTo>
                  <a:lnTo>
                    <a:pt x="193451" y="87620"/>
                  </a:lnTo>
                  <a:lnTo>
                    <a:pt x="188979" y="87620"/>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72" name="Oval 71">
            <a:hlinkClick r:id="rId3" action="ppaction://hlinksldjump"/>
            <a:extLst>
              <a:ext uri="{FF2B5EF4-FFF2-40B4-BE49-F238E27FC236}">
                <a16:creationId xmlns:a16="http://schemas.microsoft.com/office/drawing/2014/main" id="{F54976E3-40A6-3A4E-B4F4-3D7411DF018F}"/>
              </a:ext>
            </a:extLst>
          </p:cNvPr>
          <p:cNvSpPr/>
          <p:nvPr/>
        </p:nvSpPr>
        <p:spPr bwMode="gray">
          <a:xfrm>
            <a:off x="11422299" y="237871"/>
            <a:ext cx="524943" cy="524943"/>
          </a:xfrm>
          <a:prstGeom prst="ellipse">
            <a:avLst/>
          </a:prstGeom>
          <a:no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33784736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7" name="Group 136">
            <a:extLst>
              <a:ext uri="{FF2B5EF4-FFF2-40B4-BE49-F238E27FC236}">
                <a16:creationId xmlns:a16="http://schemas.microsoft.com/office/drawing/2014/main" id="{D6764E74-9223-F2BD-DFEA-57BAAB19552A}"/>
              </a:ext>
            </a:extLst>
          </p:cNvPr>
          <p:cNvGrpSpPr/>
          <p:nvPr/>
        </p:nvGrpSpPr>
        <p:grpSpPr>
          <a:xfrm>
            <a:off x="7490006" y="933792"/>
            <a:ext cx="2152343" cy="4077182"/>
            <a:chOff x="5200910" y="764672"/>
            <a:chExt cx="2152343" cy="4077182"/>
          </a:xfrm>
        </p:grpSpPr>
        <p:sp>
          <p:nvSpPr>
            <p:cNvPr id="17" name="Rectangular Callout 40">
              <a:extLst>
                <a:ext uri="{FF2B5EF4-FFF2-40B4-BE49-F238E27FC236}">
                  <a16:creationId xmlns:a16="http://schemas.microsoft.com/office/drawing/2014/main" id="{0CFA87CE-BA6D-0EC1-5514-A8EB4AC34805}"/>
                </a:ext>
              </a:extLst>
            </p:cNvPr>
            <p:cNvSpPr/>
            <p:nvPr/>
          </p:nvSpPr>
          <p:spPr>
            <a:xfrm>
              <a:off x="5217549" y="2089673"/>
              <a:ext cx="2132827" cy="1407900"/>
            </a:xfrm>
            <a:prstGeom prst="rect">
              <a:avLst/>
            </a:prstGeom>
            <a:solidFill>
              <a:srgbClr val="DDEFE8"/>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nchorCtr="0"/>
            <a:lstStyle/>
            <a:p>
              <a:pPr algn="ctr"/>
              <a:r>
                <a:rPr lang="en-US" sz="1200">
                  <a:solidFill>
                    <a:schemeClr val="tx2">
                      <a:lumMod val="50000"/>
                    </a:schemeClr>
                  </a:solidFill>
                  <a:latin typeface="Open Sans" panose="020B0606030504020204" pitchFamily="34" charset="0"/>
                  <a:ea typeface="Open Sans" panose="020B0606030504020204" pitchFamily="34" charset="0"/>
                  <a:cs typeface="Open Sans" panose="020B0606030504020204" pitchFamily="34" charset="0"/>
                </a:rPr>
                <a:t>Stock replenishment is based on </a:t>
              </a:r>
              <a:r>
                <a:rPr lang="en-US" sz="1200" b="1">
                  <a:solidFill>
                    <a:schemeClr val="tx2">
                      <a:lumMod val="50000"/>
                    </a:schemeClr>
                  </a:solidFill>
                  <a:latin typeface="Open Sans" panose="020B0606030504020204" pitchFamily="34" charset="0"/>
                  <a:ea typeface="Open Sans" panose="020B0606030504020204" pitchFamily="34" charset="0"/>
                  <a:cs typeface="Open Sans" panose="020B0606030504020204" pitchFamily="34" charset="0"/>
                </a:rPr>
                <a:t>daily MRP runs and manual decisions by the planners </a:t>
              </a:r>
              <a:r>
                <a:rPr lang="en-US" sz="1200">
                  <a:solidFill>
                    <a:schemeClr val="tx2">
                      <a:lumMod val="50000"/>
                    </a:schemeClr>
                  </a:solidFill>
                  <a:latin typeface="Open Sans" panose="020B0606030504020204" pitchFamily="34" charset="0"/>
                  <a:ea typeface="Open Sans" panose="020B0606030504020204" pitchFamily="34" charset="0"/>
                  <a:cs typeface="Open Sans" panose="020B0606030504020204" pitchFamily="34" charset="0"/>
                </a:rPr>
                <a:t>for each location</a:t>
              </a:r>
            </a:p>
          </p:txBody>
        </p:sp>
        <p:sp>
          <p:nvSpPr>
            <p:cNvPr id="18" name="Rectangle 17">
              <a:extLst>
                <a:ext uri="{FF2B5EF4-FFF2-40B4-BE49-F238E27FC236}">
                  <a16:creationId xmlns:a16="http://schemas.microsoft.com/office/drawing/2014/main" id="{55F309F8-F4A8-43F7-441B-A755C458B4B2}"/>
                </a:ext>
              </a:extLst>
            </p:cNvPr>
            <p:cNvSpPr/>
            <p:nvPr/>
          </p:nvSpPr>
          <p:spPr>
            <a:xfrm>
              <a:off x="5200910" y="764672"/>
              <a:ext cx="2152343" cy="4077182"/>
            </a:xfrm>
            <a:prstGeom prst="rect">
              <a:avLst/>
            </a:prstGeom>
            <a:noFill/>
            <a:ln w="53975" cap="sq">
              <a:solidFill>
                <a:srgbClr val="0097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544222" rtl="0" eaLnBrk="1" fontAlgn="base" latinLnBrk="0" hangingPunct="1">
                <a:lnSpc>
                  <a:spcPct val="100000"/>
                </a:lnSpc>
                <a:spcBef>
                  <a:spcPct val="0"/>
                </a:spcBef>
                <a:spcAft>
                  <a:spcPts val="500"/>
                </a:spcAft>
                <a:buClrTx/>
                <a:buSzTx/>
                <a:buFontTx/>
                <a:buNone/>
                <a:tabLst/>
                <a:defRPr/>
              </a:pPr>
              <a:endParaRPr kumimoji="0" lang="en-US" sz="2000" b="1"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19" name="Rectangle 18">
              <a:extLst>
                <a:ext uri="{FF2B5EF4-FFF2-40B4-BE49-F238E27FC236}">
                  <a16:creationId xmlns:a16="http://schemas.microsoft.com/office/drawing/2014/main" id="{DDF3E5E1-848F-3B07-1DC4-E078E967371C}"/>
                </a:ext>
              </a:extLst>
            </p:cNvPr>
            <p:cNvSpPr/>
            <p:nvPr/>
          </p:nvSpPr>
          <p:spPr>
            <a:xfrm>
              <a:off x="5233434" y="1430165"/>
              <a:ext cx="2116942" cy="646331"/>
            </a:xfrm>
            <a:prstGeom prst="rect">
              <a:avLst/>
            </a:prstGeom>
            <a:noFill/>
            <a:ln w="19050">
              <a:noFill/>
            </a:ln>
          </p:spPr>
          <p:txBody>
            <a:bodyPr wrap="square">
              <a:spAutoFit/>
            </a:bodyPr>
            <a:lstStyle/>
            <a:p>
              <a:pPr algn="ctr"/>
              <a:r>
                <a:rPr lang="en-US" sz="1200" b="1">
                  <a:solidFill>
                    <a:schemeClr val="tx2">
                      <a:lumMod val="75000"/>
                    </a:schemeClr>
                  </a:solidFill>
                  <a:latin typeface="Open Sans" panose="020B0606030504020204" pitchFamily="34" charset="0"/>
                  <a:ea typeface="Open Sans" panose="020B0606030504020204" pitchFamily="34" charset="0"/>
                  <a:cs typeface="Open Sans" panose="020B0606030504020204" pitchFamily="34" charset="0"/>
                </a:rPr>
                <a:t>1.4: Automated &amp; Optimized Stock Replenishment</a:t>
              </a:r>
            </a:p>
          </p:txBody>
        </p:sp>
        <p:sp>
          <p:nvSpPr>
            <p:cNvPr id="101" name="Rectangle 100">
              <a:extLst>
                <a:ext uri="{FF2B5EF4-FFF2-40B4-BE49-F238E27FC236}">
                  <a16:creationId xmlns:a16="http://schemas.microsoft.com/office/drawing/2014/main" id="{5F454DE9-CCA5-ED02-1F53-FC91FAD5E411}"/>
                </a:ext>
              </a:extLst>
            </p:cNvPr>
            <p:cNvSpPr/>
            <p:nvPr/>
          </p:nvSpPr>
          <p:spPr>
            <a:xfrm>
              <a:off x="5220985" y="3484557"/>
              <a:ext cx="2101110" cy="1346787"/>
            </a:xfrm>
            <a:prstGeom prst="rect">
              <a:avLst/>
            </a:prstGeom>
            <a:noFill/>
            <a:ln w="19050">
              <a:noFill/>
            </a:ln>
          </p:spPr>
          <p:txBody>
            <a:bodyPr wrap="square" lIns="91440" tIns="45720" rIns="91440" bIns="45720" anchor="ctr">
              <a:noAutofit/>
            </a:bodyPr>
            <a:lstStyle/>
            <a:p>
              <a:pPr algn="ctr">
                <a:spcBef>
                  <a:spcPts val="600"/>
                </a:spcBef>
                <a:defRPr/>
              </a:pPr>
              <a:r>
                <a:rPr lang="en-US" sz="1200" err="1">
                  <a:solidFill>
                    <a:schemeClr val="tx2">
                      <a:lumMod val="75000"/>
                    </a:schemeClr>
                  </a:solidFill>
                  <a:latin typeface="Open Sans" panose="020B0606030504020204" pitchFamily="34" charset="0"/>
                  <a:ea typeface="Open Sans" panose="020B0606030504020204" pitchFamily="34" charset="0"/>
                  <a:cs typeface="Open Sans" panose="020B0606030504020204" pitchFamily="34" charset="0"/>
                </a:rPr>
                <a:t>GenAI</a:t>
              </a:r>
              <a:r>
                <a:rPr lang="en-US" sz="1200">
                  <a:solidFill>
                    <a:schemeClr val="tx2">
                      <a:lumMod val="75000"/>
                    </a:schemeClr>
                  </a:solidFill>
                  <a:latin typeface="Open Sans" panose="020B0606030504020204" pitchFamily="34" charset="0"/>
                  <a:ea typeface="Open Sans" panose="020B0606030504020204" pitchFamily="34" charset="0"/>
                  <a:cs typeface="Open Sans" panose="020B0606030504020204" pitchFamily="34" charset="0"/>
                </a:rPr>
                <a:t> will drive </a:t>
              </a:r>
              <a:r>
                <a:rPr lang="en-US" sz="1200" b="1">
                  <a:solidFill>
                    <a:schemeClr val="tx2">
                      <a:lumMod val="75000"/>
                    </a:schemeClr>
                  </a:solidFill>
                  <a:latin typeface="Open Sans" panose="020B0606030504020204" pitchFamily="34" charset="0"/>
                  <a:ea typeface="Open Sans" panose="020B0606030504020204" pitchFamily="34" charset="0"/>
                  <a:cs typeface="Open Sans" panose="020B0606030504020204" pitchFamily="34" charset="0"/>
                </a:rPr>
                <a:t>auto stock replenishment across the entire network </a:t>
              </a:r>
              <a:r>
                <a:rPr lang="en-US" sz="1200">
                  <a:solidFill>
                    <a:schemeClr val="tx2">
                      <a:lumMod val="75000"/>
                    </a:schemeClr>
                  </a:solidFill>
                  <a:latin typeface="Open Sans" panose="020B0606030504020204" pitchFamily="34" charset="0"/>
                  <a:ea typeface="Open Sans" panose="020B0606030504020204" pitchFamily="34" charset="0"/>
                  <a:cs typeface="Open Sans" panose="020B0606030504020204" pitchFamily="34" charset="0"/>
                </a:rPr>
                <a:t>based on real-time consumer data, demand variability and supply constraints</a:t>
              </a:r>
            </a:p>
          </p:txBody>
        </p:sp>
      </p:grpSp>
      <p:grpSp>
        <p:nvGrpSpPr>
          <p:cNvPr id="136" name="Group 135">
            <a:extLst>
              <a:ext uri="{FF2B5EF4-FFF2-40B4-BE49-F238E27FC236}">
                <a16:creationId xmlns:a16="http://schemas.microsoft.com/office/drawing/2014/main" id="{C6C30A9A-DB0A-C424-A9D5-A8D14ADE628F}"/>
              </a:ext>
            </a:extLst>
          </p:cNvPr>
          <p:cNvGrpSpPr/>
          <p:nvPr/>
        </p:nvGrpSpPr>
        <p:grpSpPr>
          <a:xfrm>
            <a:off x="9795413" y="933792"/>
            <a:ext cx="2161051" cy="4077182"/>
            <a:chOff x="7500868" y="764672"/>
            <a:chExt cx="2161051" cy="4077182"/>
          </a:xfrm>
        </p:grpSpPr>
        <p:sp>
          <p:nvSpPr>
            <p:cNvPr id="21" name="Rectangular Callout 40">
              <a:extLst>
                <a:ext uri="{FF2B5EF4-FFF2-40B4-BE49-F238E27FC236}">
                  <a16:creationId xmlns:a16="http://schemas.microsoft.com/office/drawing/2014/main" id="{7F77AE36-3CFB-AEFC-5675-670EE681085F}"/>
                </a:ext>
              </a:extLst>
            </p:cNvPr>
            <p:cNvSpPr/>
            <p:nvPr/>
          </p:nvSpPr>
          <p:spPr>
            <a:xfrm>
              <a:off x="7510806" y="2089673"/>
              <a:ext cx="2132827" cy="1407900"/>
            </a:xfrm>
            <a:prstGeom prst="rect">
              <a:avLst/>
            </a:prstGeom>
            <a:solidFill>
              <a:srgbClr val="DDEFE8"/>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nchorCtr="0"/>
            <a:lstStyle/>
            <a:p>
              <a:pPr algn="ctr"/>
              <a:r>
                <a:rPr lang="en-US" sz="1200" b="1">
                  <a:solidFill>
                    <a:schemeClr val="tx2">
                      <a:lumMod val="50000"/>
                    </a:schemeClr>
                  </a:solidFill>
                  <a:latin typeface="Open Sans" panose="020B0606030504020204" pitchFamily="34" charset="0"/>
                  <a:ea typeface="Open Sans" panose="020B0606030504020204" pitchFamily="34" charset="0"/>
                  <a:cs typeface="Open Sans" panose="020B0606030504020204" pitchFamily="34" charset="0"/>
                </a:rPr>
                <a:t>Pre-built dashboards for key KPIs</a:t>
              </a:r>
              <a:r>
                <a:rPr lang="en-US" sz="1200">
                  <a:solidFill>
                    <a:schemeClr val="tx2">
                      <a:lumMod val="50000"/>
                    </a:schemeClr>
                  </a:solidFill>
                  <a:latin typeface="Open Sans" panose="020B0606030504020204" pitchFamily="34" charset="0"/>
                  <a:ea typeface="Open Sans" panose="020B0606030504020204" pitchFamily="34" charset="0"/>
                  <a:cs typeface="Open Sans" panose="020B0606030504020204" pitchFamily="34" charset="0"/>
                </a:rPr>
                <a:t>, inflexibility in using disparate sources of information to generate real-time insights</a:t>
              </a:r>
            </a:p>
          </p:txBody>
        </p:sp>
        <p:sp>
          <p:nvSpPr>
            <p:cNvPr id="22" name="Rectangle 21">
              <a:extLst>
                <a:ext uri="{FF2B5EF4-FFF2-40B4-BE49-F238E27FC236}">
                  <a16:creationId xmlns:a16="http://schemas.microsoft.com/office/drawing/2014/main" id="{9A18F9B7-2A18-4261-1049-58087D67D8DB}"/>
                </a:ext>
              </a:extLst>
            </p:cNvPr>
            <p:cNvSpPr/>
            <p:nvPr/>
          </p:nvSpPr>
          <p:spPr>
            <a:xfrm>
              <a:off x="7509576" y="764672"/>
              <a:ext cx="2152343" cy="4077182"/>
            </a:xfrm>
            <a:prstGeom prst="rect">
              <a:avLst/>
            </a:prstGeom>
            <a:noFill/>
            <a:ln w="53975" cap="sq">
              <a:solidFill>
                <a:srgbClr val="0097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544222" rtl="0" eaLnBrk="1" fontAlgn="base" latinLnBrk="0" hangingPunct="1">
                <a:lnSpc>
                  <a:spcPct val="100000"/>
                </a:lnSpc>
                <a:spcBef>
                  <a:spcPct val="0"/>
                </a:spcBef>
                <a:spcAft>
                  <a:spcPts val="500"/>
                </a:spcAft>
                <a:buClrTx/>
                <a:buSzTx/>
                <a:buFontTx/>
                <a:buNone/>
                <a:tabLst/>
                <a:defRPr/>
              </a:pPr>
              <a:endParaRPr kumimoji="0" lang="en-US" sz="2000" b="1"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3" name="Rectangle 22">
              <a:extLst>
                <a:ext uri="{FF2B5EF4-FFF2-40B4-BE49-F238E27FC236}">
                  <a16:creationId xmlns:a16="http://schemas.microsoft.com/office/drawing/2014/main" id="{67FF8EDF-56E9-F384-7F3C-BF4040F6240E}"/>
                </a:ext>
              </a:extLst>
            </p:cNvPr>
            <p:cNvSpPr/>
            <p:nvPr/>
          </p:nvSpPr>
          <p:spPr>
            <a:xfrm>
              <a:off x="7539651" y="1414170"/>
              <a:ext cx="2103982" cy="461665"/>
            </a:xfrm>
            <a:prstGeom prst="rect">
              <a:avLst/>
            </a:prstGeom>
            <a:noFill/>
            <a:ln w="19050">
              <a:noFill/>
            </a:ln>
          </p:spPr>
          <p:txBody>
            <a:bodyPr wrap="square">
              <a:spAutoFit/>
            </a:bodyPr>
            <a:lstStyle/>
            <a:p>
              <a:pPr algn="ctr"/>
              <a:r>
                <a:rPr lang="en-US" sz="1200" b="1">
                  <a:solidFill>
                    <a:schemeClr val="tx2">
                      <a:lumMod val="75000"/>
                    </a:schemeClr>
                  </a:solidFill>
                  <a:latin typeface="Open Sans" panose="020B0606030504020204" pitchFamily="34" charset="0"/>
                  <a:ea typeface="Open Sans" panose="020B0606030504020204" pitchFamily="34" charset="0"/>
                  <a:cs typeface="Open Sans" panose="020B0606030504020204" pitchFamily="34" charset="0"/>
                </a:rPr>
                <a:t>1.5: Analytics and Dashboards</a:t>
              </a:r>
            </a:p>
          </p:txBody>
        </p:sp>
        <p:sp>
          <p:nvSpPr>
            <p:cNvPr id="102" name="Rectangle 101">
              <a:extLst>
                <a:ext uri="{FF2B5EF4-FFF2-40B4-BE49-F238E27FC236}">
                  <a16:creationId xmlns:a16="http://schemas.microsoft.com/office/drawing/2014/main" id="{1207C322-319C-9360-0CBB-85FFD0DED3D7}"/>
                </a:ext>
              </a:extLst>
            </p:cNvPr>
            <p:cNvSpPr/>
            <p:nvPr/>
          </p:nvSpPr>
          <p:spPr>
            <a:xfrm>
              <a:off x="7500868" y="3484557"/>
              <a:ext cx="2161051" cy="1346787"/>
            </a:xfrm>
            <a:prstGeom prst="rect">
              <a:avLst/>
            </a:prstGeom>
            <a:noFill/>
            <a:ln w="19050">
              <a:noFill/>
            </a:ln>
          </p:spPr>
          <p:txBody>
            <a:bodyPr wrap="square" lIns="91440" tIns="45720" rIns="91440" bIns="45720" anchor="ctr">
              <a:noAutofit/>
            </a:bodyPr>
            <a:lstStyle/>
            <a:p>
              <a:pPr algn="ctr">
                <a:spcBef>
                  <a:spcPts val="600"/>
                </a:spcBef>
                <a:defRPr/>
              </a:pPr>
              <a:r>
                <a:rPr lang="en-US" sz="1200" b="1">
                  <a:solidFill>
                    <a:schemeClr val="tx2">
                      <a:lumMod val="75000"/>
                    </a:schemeClr>
                  </a:solidFill>
                  <a:latin typeface="Open Sans" panose="020B0606030504020204" pitchFamily="34" charset="0"/>
                  <a:ea typeface="Open Sans" panose="020B0606030504020204" pitchFamily="34" charset="0"/>
                  <a:cs typeface="Open Sans" panose="020B0606030504020204" pitchFamily="34" charset="0"/>
                </a:rPr>
                <a:t>Dashboards / information is generated real-time </a:t>
              </a:r>
              <a:r>
                <a:rPr lang="en-US" sz="1200">
                  <a:solidFill>
                    <a:schemeClr val="tx2">
                      <a:lumMod val="75000"/>
                    </a:schemeClr>
                  </a:solidFill>
                  <a:latin typeface="Open Sans" panose="020B0606030504020204" pitchFamily="34" charset="0"/>
                  <a:ea typeface="Open Sans" panose="020B0606030504020204" pitchFamily="34" charset="0"/>
                  <a:cs typeface="Open Sans" panose="020B0606030504020204" pitchFamily="34" charset="0"/>
                </a:rPr>
                <a:t>based on user questions, independent of the source of the various underlying data</a:t>
              </a:r>
              <a:endParaRPr lang="en-US" sz="1200" b="1">
                <a:solidFill>
                  <a:schemeClr val="tx2">
                    <a:lumMod val="75000"/>
                  </a:schemeClr>
                </a:solidFill>
                <a:latin typeface="Open Sans" panose="020B0606030504020204" pitchFamily="34" charset="0"/>
                <a:ea typeface="Open Sans" panose="020B0606030504020204" pitchFamily="34" charset="0"/>
                <a:cs typeface="Open Sans" panose="020B0606030504020204" pitchFamily="34" charset="0"/>
              </a:endParaRPr>
            </a:p>
          </p:txBody>
        </p:sp>
      </p:grpSp>
      <p:sp>
        <p:nvSpPr>
          <p:cNvPr id="3" name="Title 2">
            <a:extLst>
              <a:ext uri="{FF2B5EF4-FFF2-40B4-BE49-F238E27FC236}">
                <a16:creationId xmlns:a16="http://schemas.microsoft.com/office/drawing/2014/main" id="{6968F31A-ADCE-A1F4-398E-BDBBEEB46C9E}"/>
              </a:ext>
            </a:extLst>
          </p:cNvPr>
          <p:cNvSpPr>
            <a:spLocks noGrp="1"/>
          </p:cNvSpPr>
          <p:nvPr>
            <p:ph type="title"/>
          </p:nvPr>
        </p:nvSpPr>
        <p:spPr>
          <a:xfrm>
            <a:off x="463295" y="506199"/>
            <a:ext cx="11390734" cy="365760"/>
          </a:xfrm>
        </p:spPr>
        <p:txBody>
          <a:bodyPr/>
          <a:lstStyle/>
          <a:p>
            <a:r>
              <a:rPr kumimoji="0" lang="en-US" sz="2100" b="0" i="0" u="none" strike="noStrike" kern="1200" cap="none" spc="0" normalizeH="0" baseline="0" noProof="0">
                <a:ln>
                  <a:noFill/>
                </a:ln>
                <a:solidFill>
                  <a:schemeClr val="tx1"/>
                </a:solidFill>
                <a:effectLst/>
                <a:uLnTx/>
                <a:uFillTx/>
                <a:latin typeface="Open Sans" panose="020B0606030504020204" pitchFamily="34" charset="0"/>
                <a:ea typeface="Open Sans" panose="020B0606030504020204" pitchFamily="34" charset="0"/>
                <a:cs typeface="Open Sans" panose="020B0606030504020204" pitchFamily="34" charset="0"/>
              </a:rPr>
              <a:t>Generative AI </a:t>
            </a:r>
            <a:r>
              <a:rPr lang="en-US" sz="2100" b="0">
                <a:solidFill>
                  <a:schemeClr val="tx1"/>
                </a:solidFill>
                <a:latin typeface="Open Sans" panose="020B0606030504020204" pitchFamily="34" charset="0"/>
                <a:ea typeface="Open Sans" panose="020B0606030504020204" pitchFamily="34" charset="0"/>
                <a:cs typeface="Open Sans" panose="020B0606030504020204" pitchFamily="34" charset="0"/>
              </a:rPr>
              <a:t>for Process Automation</a:t>
            </a:r>
          </a:p>
        </p:txBody>
      </p:sp>
      <p:sp>
        <p:nvSpPr>
          <p:cNvPr id="4" name="Rectangle 3">
            <a:extLst>
              <a:ext uri="{FF2B5EF4-FFF2-40B4-BE49-F238E27FC236}">
                <a16:creationId xmlns:a16="http://schemas.microsoft.com/office/drawing/2014/main" id="{EDD70D2F-F00E-B1DE-5244-AFC00FBA160B}"/>
              </a:ext>
            </a:extLst>
          </p:cNvPr>
          <p:cNvSpPr/>
          <p:nvPr/>
        </p:nvSpPr>
        <p:spPr bwMode="gray">
          <a:xfrm>
            <a:off x="571792" y="5176335"/>
            <a:ext cx="11398794" cy="1274775"/>
          </a:xfrm>
          <a:prstGeom prst="rect">
            <a:avLst/>
          </a:prstGeom>
          <a:solidFill>
            <a:schemeClr val="bg1"/>
          </a:solidFill>
          <a:ln w="38100" algn="ctr">
            <a:solidFill>
              <a:srgbClr val="D4ECEA"/>
            </a:solidFill>
            <a:miter lim="800000"/>
            <a:headEnd/>
            <a:tailEnd/>
          </a:ln>
        </p:spPr>
        <p:txBody>
          <a:bodyPr wrap="square" lIns="88900" tIns="88900" rIns="88900" bIns="88900" rtlCol="0" anchor="t"/>
          <a:lstStyle/>
          <a:p>
            <a:pPr>
              <a:lnSpc>
                <a:spcPct val="106000"/>
              </a:lnSpc>
              <a:spcAft>
                <a:spcPts val="600"/>
              </a:spcAft>
              <a:buFont typeface="Wingdings 2" pitchFamily="18" charset="2"/>
              <a:buNone/>
            </a:pPr>
            <a:r>
              <a:rPr lang="en-US" sz="1400" b="1"/>
              <a:t>Benefits:</a:t>
            </a:r>
          </a:p>
          <a:p>
            <a:pPr marL="285750" indent="-285750">
              <a:lnSpc>
                <a:spcPct val="106000"/>
              </a:lnSpc>
              <a:buFont typeface="Arial" panose="020B0604020202020204" pitchFamily="34" charset="0"/>
              <a:buChar char="•"/>
            </a:pPr>
            <a:r>
              <a:rPr lang="en-US" sz="1600" i="1"/>
              <a:t>Reimagine business processes to not only “execute activities more efficiently” but to rethink “what activities are required”</a:t>
            </a:r>
          </a:p>
          <a:p>
            <a:pPr marL="285750" indent="-285750">
              <a:lnSpc>
                <a:spcPct val="106000"/>
              </a:lnSpc>
              <a:buFont typeface="Arial" panose="020B0604020202020204" pitchFamily="34" charset="0"/>
              <a:buChar char="•"/>
            </a:pPr>
            <a:r>
              <a:rPr lang="en-US" sz="1600" i="1"/>
              <a:t>Reduce End to End Cycle time of business processes, unlocking significant efficiencies</a:t>
            </a:r>
          </a:p>
          <a:p>
            <a:pPr marL="285750" indent="-285750">
              <a:lnSpc>
                <a:spcPct val="106000"/>
              </a:lnSpc>
              <a:buFont typeface="Arial" panose="020B0604020202020204" pitchFamily="34" charset="0"/>
              <a:buChar char="•"/>
            </a:pPr>
            <a:r>
              <a:rPr lang="en-US" sz="1600" i="1"/>
              <a:t>Unlock net new capabilities that were once deemed unachievable (e.g. real-time business performance insights &amp; associated actions) </a:t>
            </a:r>
          </a:p>
        </p:txBody>
      </p:sp>
      <p:sp>
        <p:nvSpPr>
          <p:cNvPr id="5" name="Rectangle 3">
            <a:extLst>
              <a:ext uri="{FF2B5EF4-FFF2-40B4-BE49-F238E27FC236}">
                <a16:creationId xmlns:a16="http://schemas.microsoft.com/office/drawing/2014/main" id="{39EF34E4-BF3A-66F2-9FA9-975C1A56301E}"/>
              </a:ext>
            </a:extLst>
          </p:cNvPr>
          <p:cNvSpPr>
            <a:spLocks/>
          </p:cNvSpPr>
          <p:nvPr/>
        </p:nvSpPr>
        <p:spPr bwMode="auto">
          <a:xfrm rot="16200000">
            <a:off x="-98715" y="1480110"/>
            <a:ext cx="942844" cy="2516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lIns="0" tIns="0" rIns="0" bIns="0" anchor="ctr"/>
          <a:lstStyle/>
          <a:p>
            <a:pPr marL="0" marR="0" lvl="0" indent="0" algn="ctr" defTabSz="1219170" rtl="0" eaLnBrk="1" fontAlgn="auto" latinLnBrk="0" hangingPunct="1">
              <a:lnSpc>
                <a:spcPct val="90000"/>
              </a:lnSpc>
              <a:spcBef>
                <a:spcPts val="0"/>
              </a:spcBef>
              <a:spcAft>
                <a:spcPts val="300"/>
              </a:spcAft>
              <a:buClrTx/>
              <a:buSzTx/>
              <a:buFontTx/>
              <a:buNone/>
              <a:tabLst/>
              <a:defRPr/>
            </a:pPr>
            <a:r>
              <a:rPr lang="en-US" sz="1100" b="1">
                <a:solidFill>
                  <a:schemeClr val="tx2">
                    <a:lumMod val="75000"/>
                  </a:schemeClr>
                </a:solidFill>
                <a:latin typeface="Open Sans" panose="020B0606030504020204" pitchFamily="34" charset="0"/>
                <a:ea typeface="Open Sans" panose="020B0606030504020204" pitchFamily="34" charset="0"/>
                <a:cs typeface="Open Sans" panose="020B0606030504020204" pitchFamily="34" charset="0"/>
                <a:sym typeface="Frutiger Next Pro Medium" charset="0"/>
              </a:rPr>
              <a:t>Use Case</a:t>
            </a:r>
          </a:p>
        </p:txBody>
      </p:sp>
      <p:sp>
        <p:nvSpPr>
          <p:cNvPr id="6" name="Rectangle 3">
            <a:extLst>
              <a:ext uri="{FF2B5EF4-FFF2-40B4-BE49-F238E27FC236}">
                <a16:creationId xmlns:a16="http://schemas.microsoft.com/office/drawing/2014/main" id="{8717FCD0-1372-A0D7-CD9F-B4CAD132C31A}"/>
              </a:ext>
            </a:extLst>
          </p:cNvPr>
          <p:cNvSpPr>
            <a:spLocks/>
          </p:cNvSpPr>
          <p:nvPr/>
        </p:nvSpPr>
        <p:spPr bwMode="auto">
          <a:xfrm rot="16200000">
            <a:off x="-157391" y="2825848"/>
            <a:ext cx="1060194" cy="2516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lIns="0" tIns="0" rIns="0" bIns="0" anchor="ctr"/>
          <a:lstStyle/>
          <a:p>
            <a:pPr marL="0" marR="0" lvl="0" indent="0" algn="ctr" defTabSz="1219170" rtl="0" eaLnBrk="1" fontAlgn="auto" latinLnBrk="0" hangingPunct="1">
              <a:lnSpc>
                <a:spcPct val="90000"/>
              </a:lnSpc>
              <a:spcBef>
                <a:spcPts val="0"/>
              </a:spcBef>
              <a:spcAft>
                <a:spcPts val="300"/>
              </a:spcAft>
              <a:buClrTx/>
              <a:buSzTx/>
              <a:buFontTx/>
              <a:buNone/>
              <a:tabLst/>
              <a:defRPr/>
            </a:pPr>
            <a:r>
              <a:rPr kumimoji="0" lang="en-US" sz="1100" b="1" i="0" u="none" strike="noStrike" kern="1200" cap="none" spc="0" normalizeH="0" baseline="0" noProof="0">
                <a:ln>
                  <a:noFill/>
                </a:ln>
                <a:solidFill>
                  <a:schemeClr val="tx2">
                    <a:lumMod val="75000"/>
                  </a:schemeClr>
                </a:solidFill>
                <a:effectLst/>
                <a:uLnTx/>
                <a:uFillTx/>
                <a:latin typeface="Open Sans" panose="020B0606030504020204" pitchFamily="34" charset="0"/>
                <a:ea typeface="Open Sans" panose="020B0606030504020204" pitchFamily="34" charset="0"/>
                <a:cs typeface="Open Sans" panose="020B0606030504020204" pitchFamily="34" charset="0"/>
                <a:sym typeface="Frutiger Next Pro Medium" charset="0"/>
              </a:rPr>
              <a:t>Current State</a:t>
            </a:r>
          </a:p>
        </p:txBody>
      </p:sp>
      <p:cxnSp>
        <p:nvCxnSpPr>
          <p:cNvPr id="7" name="Straight Connector 6">
            <a:extLst>
              <a:ext uri="{FF2B5EF4-FFF2-40B4-BE49-F238E27FC236}">
                <a16:creationId xmlns:a16="http://schemas.microsoft.com/office/drawing/2014/main" id="{18164B76-3CC2-AB80-D42C-082BEA654207}"/>
              </a:ext>
            </a:extLst>
          </p:cNvPr>
          <p:cNvCxnSpPr>
            <a:cxnSpLocks/>
          </p:cNvCxnSpPr>
          <p:nvPr/>
        </p:nvCxnSpPr>
        <p:spPr>
          <a:xfrm>
            <a:off x="138414" y="2263163"/>
            <a:ext cx="11799121" cy="0"/>
          </a:xfrm>
          <a:prstGeom prst="line">
            <a:avLst/>
          </a:prstGeom>
          <a:ln w="2222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9FA68153-CEB6-3B4C-7B98-0BDA436902B6}"/>
              </a:ext>
            </a:extLst>
          </p:cNvPr>
          <p:cNvCxnSpPr>
            <a:cxnSpLocks/>
          </p:cNvCxnSpPr>
          <p:nvPr/>
        </p:nvCxnSpPr>
        <p:spPr>
          <a:xfrm flipV="1">
            <a:off x="171465" y="3470985"/>
            <a:ext cx="11780835" cy="24004"/>
          </a:xfrm>
          <a:prstGeom prst="line">
            <a:avLst/>
          </a:prstGeom>
          <a:ln w="2222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sp>
        <p:nvSpPr>
          <p:cNvPr id="82" name="Rectangle 3">
            <a:extLst>
              <a:ext uri="{FF2B5EF4-FFF2-40B4-BE49-F238E27FC236}">
                <a16:creationId xmlns:a16="http://schemas.microsoft.com/office/drawing/2014/main" id="{32E91D6E-A565-B875-B928-6E0A78642BE4}"/>
              </a:ext>
            </a:extLst>
          </p:cNvPr>
          <p:cNvSpPr>
            <a:spLocks/>
          </p:cNvSpPr>
          <p:nvPr/>
        </p:nvSpPr>
        <p:spPr bwMode="auto">
          <a:xfrm rot="16200000">
            <a:off x="-157391" y="4206307"/>
            <a:ext cx="1060194" cy="2516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lIns="0" tIns="0" rIns="0" bIns="0" anchor="ctr"/>
          <a:lstStyle/>
          <a:p>
            <a:pPr marL="0" marR="0" lvl="0" indent="0" algn="ctr" defTabSz="1219170" rtl="0" eaLnBrk="1" fontAlgn="auto" latinLnBrk="0" hangingPunct="1">
              <a:lnSpc>
                <a:spcPct val="90000"/>
              </a:lnSpc>
              <a:spcBef>
                <a:spcPts val="0"/>
              </a:spcBef>
              <a:spcAft>
                <a:spcPts val="300"/>
              </a:spcAft>
              <a:buClrTx/>
              <a:buSzTx/>
              <a:buFontTx/>
              <a:buNone/>
              <a:tabLst/>
              <a:defRPr/>
            </a:pPr>
            <a:r>
              <a:rPr kumimoji="0" lang="en-US" sz="1100" b="1" i="0" u="none" strike="noStrike" kern="1200" cap="none" spc="0" normalizeH="0" baseline="0" noProof="0">
                <a:ln>
                  <a:noFill/>
                </a:ln>
                <a:solidFill>
                  <a:schemeClr val="tx2">
                    <a:lumMod val="75000"/>
                  </a:schemeClr>
                </a:solidFill>
                <a:effectLst/>
                <a:uLnTx/>
                <a:uFillTx/>
                <a:latin typeface="Open Sans" panose="020B0606030504020204" pitchFamily="34" charset="0"/>
                <a:ea typeface="Open Sans" panose="020B0606030504020204" pitchFamily="34" charset="0"/>
                <a:cs typeface="Open Sans" panose="020B0606030504020204" pitchFamily="34" charset="0"/>
                <a:sym typeface="Frutiger Next Pro Medium" charset="0"/>
              </a:rPr>
              <a:t>Future State</a:t>
            </a:r>
          </a:p>
        </p:txBody>
      </p:sp>
      <p:grpSp>
        <p:nvGrpSpPr>
          <p:cNvPr id="139" name="Group 138">
            <a:extLst>
              <a:ext uri="{FF2B5EF4-FFF2-40B4-BE49-F238E27FC236}">
                <a16:creationId xmlns:a16="http://schemas.microsoft.com/office/drawing/2014/main" id="{0D1F65F9-35E4-0FA8-4688-4FBED1C09BF9}"/>
              </a:ext>
            </a:extLst>
          </p:cNvPr>
          <p:cNvGrpSpPr/>
          <p:nvPr/>
        </p:nvGrpSpPr>
        <p:grpSpPr>
          <a:xfrm>
            <a:off x="571793" y="933792"/>
            <a:ext cx="2154332" cy="4077182"/>
            <a:chOff x="571793" y="764672"/>
            <a:chExt cx="2154332" cy="4077182"/>
          </a:xfrm>
        </p:grpSpPr>
        <p:sp>
          <p:nvSpPr>
            <p:cNvPr id="12" name="Rectangular Callout 40">
              <a:extLst>
                <a:ext uri="{FF2B5EF4-FFF2-40B4-BE49-F238E27FC236}">
                  <a16:creationId xmlns:a16="http://schemas.microsoft.com/office/drawing/2014/main" id="{9BBEA66E-770B-263A-1E0C-A5616DD9C364}"/>
                </a:ext>
              </a:extLst>
            </p:cNvPr>
            <p:cNvSpPr/>
            <p:nvPr/>
          </p:nvSpPr>
          <p:spPr>
            <a:xfrm>
              <a:off x="571793" y="2087089"/>
              <a:ext cx="2154332" cy="1407900"/>
            </a:xfrm>
            <a:prstGeom prst="rect">
              <a:avLst/>
            </a:prstGeom>
            <a:solidFill>
              <a:srgbClr val="DDEFE8"/>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nchorCtr="0"/>
            <a:lstStyle/>
            <a:p>
              <a:pPr algn="ctr"/>
              <a:r>
                <a:rPr lang="en-US" sz="1200">
                  <a:solidFill>
                    <a:schemeClr val="tx2">
                      <a:lumMod val="50000"/>
                    </a:schemeClr>
                  </a:solidFill>
                  <a:latin typeface="Open Sans" panose="020B0606030504020204" pitchFamily="34" charset="0"/>
                  <a:ea typeface="Open Sans" panose="020B0606030504020204" pitchFamily="34" charset="0"/>
                  <a:cs typeface="Open Sans" panose="020B0606030504020204" pitchFamily="34" charset="0"/>
                </a:rPr>
                <a:t>Use the month end process to identify and correct operational issues that occurred during the month. </a:t>
              </a:r>
              <a:r>
                <a:rPr lang="en-US" sz="1200" b="1">
                  <a:solidFill>
                    <a:schemeClr val="tx2">
                      <a:lumMod val="50000"/>
                    </a:schemeClr>
                  </a:solidFill>
                  <a:latin typeface="Open Sans" panose="020B0606030504020204" pitchFamily="34" charset="0"/>
                  <a:ea typeface="Open Sans" panose="020B0606030504020204" pitchFamily="34" charset="0"/>
                  <a:cs typeface="Open Sans" panose="020B0606030504020204" pitchFamily="34" charset="0"/>
                </a:rPr>
                <a:t>Significant time and resource commitment</a:t>
              </a:r>
            </a:p>
          </p:txBody>
        </p:sp>
        <p:sp>
          <p:nvSpPr>
            <p:cNvPr id="10" name="Rectangle 9">
              <a:extLst>
                <a:ext uri="{FF2B5EF4-FFF2-40B4-BE49-F238E27FC236}">
                  <a16:creationId xmlns:a16="http://schemas.microsoft.com/office/drawing/2014/main" id="{5D338EE6-2353-E457-1C9A-C8942F24795E}"/>
                </a:ext>
              </a:extLst>
            </p:cNvPr>
            <p:cNvSpPr/>
            <p:nvPr/>
          </p:nvSpPr>
          <p:spPr>
            <a:xfrm>
              <a:off x="606344" y="3484557"/>
              <a:ext cx="2085277" cy="1346787"/>
            </a:xfrm>
            <a:prstGeom prst="rect">
              <a:avLst/>
            </a:prstGeom>
            <a:noFill/>
            <a:ln w="19050">
              <a:noFill/>
            </a:ln>
          </p:spPr>
          <p:txBody>
            <a:bodyPr wrap="square" lIns="91440" tIns="45720" rIns="91440" bIns="45720" anchor="ctr">
              <a:noAutofit/>
            </a:bodyPr>
            <a:lstStyle/>
            <a:p>
              <a:pPr algn="ctr">
                <a:spcBef>
                  <a:spcPts val="600"/>
                </a:spcBef>
                <a:defRPr/>
              </a:pPr>
              <a:r>
                <a:rPr lang="en-US" sz="1200">
                  <a:solidFill>
                    <a:schemeClr val="tx2">
                      <a:lumMod val="75000"/>
                    </a:schemeClr>
                  </a:solidFill>
                  <a:latin typeface="Open Sans" panose="020B0606030504020204" pitchFamily="34" charset="0"/>
                  <a:ea typeface="Open Sans" panose="020B0606030504020204" pitchFamily="34" charset="0"/>
                  <a:cs typeface="Open Sans" panose="020B0606030504020204" pitchFamily="34" charset="0"/>
                </a:rPr>
                <a:t>Use </a:t>
              </a:r>
              <a:r>
                <a:rPr lang="en-US" sz="1200" err="1">
                  <a:solidFill>
                    <a:schemeClr val="tx2">
                      <a:lumMod val="75000"/>
                    </a:schemeClr>
                  </a:solidFill>
                  <a:latin typeface="Open Sans" panose="020B0606030504020204" pitchFamily="34" charset="0"/>
                  <a:ea typeface="Open Sans" panose="020B0606030504020204" pitchFamily="34" charset="0"/>
                  <a:cs typeface="Open Sans" panose="020B0606030504020204" pitchFamily="34" charset="0"/>
                </a:rPr>
                <a:t>GenAI</a:t>
              </a:r>
              <a:r>
                <a:rPr lang="en-US" sz="1200">
                  <a:solidFill>
                    <a:schemeClr val="tx2">
                      <a:lumMod val="75000"/>
                    </a:schemeClr>
                  </a:solidFill>
                  <a:latin typeface="Open Sans" panose="020B0606030504020204" pitchFamily="34" charset="0"/>
                  <a:ea typeface="Open Sans" panose="020B0606030504020204" pitchFamily="34" charset="0"/>
                  <a:cs typeface="Open Sans" panose="020B0606030504020204" pitchFamily="34" charset="0"/>
                </a:rPr>
                <a:t> to identify and </a:t>
              </a:r>
              <a:r>
                <a:rPr lang="en-US" sz="1200" b="1">
                  <a:solidFill>
                    <a:schemeClr val="tx2">
                      <a:lumMod val="75000"/>
                    </a:schemeClr>
                  </a:solidFill>
                  <a:latin typeface="Open Sans" panose="020B0606030504020204" pitchFamily="34" charset="0"/>
                  <a:ea typeface="Open Sans" panose="020B0606030504020204" pitchFamily="34" charset="0"/>
                  <a:cs typeface="Open Sans" panose="020B0606030504020204" pitchFamily="34" charset="0"/>
                </a:rPr>
                <a:t>address transaction processing errors </a:t>
              </a:r>
              <a:r>
                <a:rPr lang="en-US" sz="1200">
                  <a:solidFill>
                    <a:schemeClr val="tx2">
                      <a:lumMod val="75000"/>
                    </a:schemeClr>
                  </a:solidFill>
                  <a:latin typeface="Open Sans" panose="020B0606030504020204" pitchFamily="34" charset="0"/>
                  <a:ea typeface="Open Sans" panose="020B0606030504020204" pitchFamily="34" charset="0"/>
                  <a:cs typeface="Open Sans" panose="020B0606030504020204" pitchFamily="34" charset="0"/>
                </a:rPr>
                <a:t>on a real-time basis and </a:t>
              </a:r>
              <a:r>
                <a:rPr lang="en-US" sz="1200" b="1">
                  <a:solidFill>
                    <a:schemeClr val="tx2">
                      <a:lumMod val="75000"/>
                    </a:schemeClr>
                  </a:solidFill>
                  <a:latin typeface="Open Sans" panose="020B0606030504020204" pitchFamily="34" charset="0"/>
                  <a:ea typeface="Open Sans" panose="020B0606030504020204" pitchFamily="34" charset="0"/>
                  <a:cs typeface="Open Sans" panose="020B0606030504020204" pitchFamily="34" charset="0"/>
                </a:rPr>
                <a:t>minimize / eliminate </a:t>
              </a:r>
              <a:r>
                <a:rPr lang="en-US" sz="1200">
                  <a:solidFill>
                    <a:schemeClr val="tx2">
                      <a:lumMod val="75000"/>
                    </a:schemeClr>
                  </a:solidFill>
                  <a:latin typeface="Open Sans" panose="020B0606030504020204" pitchFamily="34" charset="0"/>
                  <a:ea typeface="Open Sans" panose="020B0606030504020204" pitchFamily="34" charset="0"/>
                  <a:cs typeface="Open Sans" panose="020B0606030504020204" pitchFamily="34" charset="0"/>
                </a:rPr>
                <a:t>month end processing</a:t>
              </a:r>
            </a:p>
          </p:txBody>
        </p:sp>
        <p:sp>
          <p:nvSpPr>
            <p:cNvPr id="9" name="Rectangle 8">
              <a:extLst>
                <a:ext uri="{FF2B5EF4-FFF2-40B4-BE49-F238E27FC236}">
                  <a16:creationId xmlns:a16="http://schemas.microsoft.com/office/drawing/2014/main" id="{F875C707-BD7B-F281-A554-CF638759E1FD}"/>
                </a:ext>
              </a:extLst>
            </p:cNvPr>
            <p:cNvSpPr/>
            <p:nvPr/>
          </p:nvSpPr>
          <p:spPr>
            <a:xfrm>
              <a:off x="571793" y="764672"/>
              <a:ext cx="2154332" cy="4077182"/>
            </a:xfrm>
            <a:prstGeom prst="rect">
              <a:avLst/>
            </a:prstGeom>
            <a:noFill/>
            <a:ln w="53975" cap="sq">
              <a:solidFill>
                <a:srgbClr val="0097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544222" rtl="0" eaLnBrk="1" fontAlgn="base" latinLnBrk="0" hangingPunct="1">
                <a:lnSpc>
                  <a:spcPct val="100000"/>
                </a:lnSpc>
                <a:spcBef>
                  <a:spcPct val="0"/>
                </a:spcBef>
                <a:spcAft>
                  <a:spcPts val="500"/>
                </a:spcAft>
                <a:buClrTx/>
                <a:buSzTx/>
                <a:buFontTx/>
                <a:buNone/>
                <a:tabLst/>
                <a:defRPr/>
              </a:pPr>
              <a:endParaRPr kumimoji="0" lang="en-US" sz="2000" b="1"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11" name="Rectangle 10">
              <a:extLst>
                <a:ext uri="{FF2B5EF4-FFF2-40B4-BE49-F238E27FC236}">
                  <a16:creationId xmlns:a16="http://schemas.microsoft.com/office/drawing/2014/main" id="{43537F8A-6E7C-4235-CE6C-DB50DA81323B}"/>
                </a:ext>
              </a:extLst>
            </p:cNvPr>
            <p:cNvSpPr/>
            <p:nvPr/>
          </p:nvSpPr>
          <p:spPr>
            <a:xfrm>
              <a:off x="571793" y="1414171"/>
              <a:ext cx="2119828" cy="646331"/>
            </a:xfrm>
            <a:prstGeom prst="rect">
              <a:avLst/>
            </a:prstGeom>
            <a:noFill/>
            <a:ln w="19050">
              <a:noFill/>
            </a:ln>
          </p:spPr>
          <p:txBody>
            <a:bodyPr wrap="square">
              <a:spAutoFit/>
            </a:bodyPr>
            <a:lstStyle/>
            <a:p>
              <a:pPr algn="ctr"/>
              <a:r>
                <a:rPr lang="en-US" sz="1200" b="1">
                  <a:solidFill>
                    <a:schemeClr val="tx2">
                      <a:lumMod val="75000"/>
                    </a:schemeClr>
                  </a:solidFill>
                  <a:latin typeface="Open Sans" panose="020B0606030504020204" pitchFamily="34" charset="0"/>
                  <a:ea typeface="Open Sans" panose="020B0606030504020204" pitchFamily="34" charset="0"/>
                  <a:cs typeface="Open Sans" panose="020B0606030504020204" pitchFamily="34" charset="0"/>
                </a:rPr>
                <a:t>1.1: Minimize / Eliminate Month End Close Processes</a:t>
              </a:r>
            </a:p>
          </p:txBody>
        </p:sp>
      </p:grpSp>
      <p:grpSp>
        <p:nvGrpSpPr>
          <p:cNvPr id="138" name="Group 137">
            <a:extLst>
              <a:ext uri="{FF2B5EF4-FFF2-40B4-BE49-F238E27FC236}">
                <a16:creationId xmlns:a16="http://schemas.microsoft.com/office/drawing/2014/main" id="{601447FA-2EFF-3F0F-A5D8-219A5685B832}"/>
              </a:ext>
            </a:extLst>
          </p:cNvPr>
          <p:cNvGrpSpPr/>
          <p:nvPr/>
        </p:nvGrpSpPr>
        <p:grpSpPr>
          <a:xfrm>
            <a:off x="2879190" y="933792"/>
            <a:ext cx="2152343" cy="4077182"/>
            <a:chOff x="2892244" y="764672"/>
            <a:chExt cx="2152343" cy="4077182"/>
          </a:xfrm>
        </p:grpSpPr>
        <p:sp>
          <p:nvSpPr>
            <p:cNvPr id="13" name="Rectangular Callout 40">
              <a:extLst>
                <a:ext uri="{FF2B5EF4-FFF2-40B4-BE49-F238E27FC236}">
                  <a16:creationId xmlns:a16="http://schemas.microsoft.com/office/drawing/2014/main" id="{4C7EDB84-2561-99D5-ABFE-0CE98BD56992}"/>
                </a:ext>
              </a:extLst>
            </p:cNvPr>
            <p:cNvSpPr/>
            <p:nvPr/>
          </p:nvSpPr>
          <p:spPr>
            <a:xfrm>
              <a:off x="2905226" y="2083997"/>
              <a:ext cx="2132827" cy="1407900"/>
            </a:xfrm>
            <a:prstGeom prst="rect">
              <a:avLst/>
            </a:prstGeom>
            <a:solidFill>
              <a:srgbClr val="DDEFE8"/>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nchorCtr="0"/>
            <a:lstStyle/>
            <a:p>
              <a:pPr algn="ctr"/>
              <a:r>
                <a:rPr lang="en-US" sz="1200" b="1" dirty="0">
                  <a:solidFill>
                    <a:schemeClr val="tx2">
                      <a:lumMod val="50000"/>
                    </a:schemeClr>
                  </a:solidFill>
                  <a:latin typeface="Open Sans" panose="020B0606030504020204" pitchFamily="34" charset="0"/>
                  <a:ea typeface="Open Sans" panose="020B0606030504020204" pitchFamily="34" charset="0"/>
                  <a:cs typeface="Open Sans" panose="020B0606030504020204" pitchFamily="34" charset="0"/>
                </a:rPr>
                <a:t>Service contracts are written up manually </a:t>
              </a:r>
              <a:r>
                <a:rPr lang="en-US" sz="1200" dirty="0">
                  <a:solidFill>
                    <a:schemeClr val="tx2">
                      <a:lumMod val="50000"/>
                    </a:schemeClr>
                  </a:solidFill>
                  <a:latin typeface="Open Sans" panose="020B0606030504020204" pitchFamily="34" charset="0"/>
                  <a:ea typeface="Open Sans" panose="020B0606030504020204" pitchFamily="34" charset="0"/>
                  <a:cs typeface="Open Sans" panose="020B0606030504020204" pitchFamily="34" charset="0"/>
                </a:rPr>
                <a:t>by leveraging templates. </a:t>
              </a:r>
              <a:r>
                <a:rPr lang="en-US" sz="1200" b="1" dirty="0">
                  <a:solidFill>
                    <a:schemeClr val="tx2">
                      <a:lumMod val="50000"/>
                    </a:schemeClr>
                  </a:solidFill>
                  <a:latin typeface="Open Sans" panose="020B0606030504020204" pitchFamily="34" charset="0"/>
                  <a:ea typeface="Open Sans" panose="020B0606030504020204" pitchFamily="34" charset="0"/>
                  <a:cs typeface="Open Sans" panose="020B0606030504020204" pitchFamily="34" charset="0"/>
                </a:rPr>
                <a:t>Highly manual and error prone</a:t>
              </a:r>
              <a:r>
                <a:rPr lang="en-US" sz="1200" dirty="0">
                  <a:solidFill>
                    <a:schemeClr val="tx2">
                      <a:lumMod val="50000"/>
                    </a:schemeClr>
                  </a:solidFill>
                  <a:latin typeface="Open Sans" panose="020B0606030504020204" pitchFamily="34" charset="0"/>
                  <a:ea typeface="Open Sans" panose="020B0606030504020204" pitchFamily="34" charset="0"/>
                  <a:cs typeface="Open Sans" panose="020B0606030504020204" pitchFamily="34" charset="0"/>
                </a:rPr>
                <a:t>, with no ability to automate monitoring compliance</a:t>
              </a:r>
            </a:p>
          </p:txBody>
        </p:sp>
        <p:sp>
          <p:nvSpPr>
            <p:cNvPr id="14" name="Rectangle 13">
              <a:extLst>
                <a:ext uri="{FF2B5EF4-FFF2-40B4-BE49-F238E27FC236}">
                  <a16:creationId xmlns:a16="http://schemas.microsoft.com/office/drawing/2014/main" id="{91A1EF53-4303-230F-881F-866C3EADC211}"/>
                </a:ext>
              </a:extLst>
            </p:cNvPr>
            <p:cNvSpPr/>
            <p:nvPr/>
          </p:nvSpPr>
          <p:spPr>
            <a:xfrm>
              <a:off x="2892244" y="764672"/>
              <a:ext cx="2152343" cy="4077182"/>
            </a:xfrm>
            <a:prstGeom prst="rect">
              <a:avLst/>
            </a:prstGeom>
            <a:noFill/>
            <a:ln w="53975" cap="sq">
              <a:solidFill>
                <a:srgbClr val="0097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544222" rtl="0" eaLnBrk="1" fontAlgn="base" latinLnBrk="0" hangingPunct="1">
                <a:lnSpc>
                  <a:spcPct val="100000"/>
                </a:lnSpc>
                <a:spcBef>
                  <a:spcPct val="0"/>
                </a:spcBef>
                <a:spcAft>
                  <a:spcPts val="500"/>
                </a:spcAft>
                <a:buClrTx/>
                <a:buSzTx/>
                <a:buFontTx/>
                <a:buNone/>
                <a:tabLst/>
                <a:defRPr/>
              </a:pPr>
              <a:endParaRPr kumimoji="0" lang="en-US" sz="2000" b="1"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15" name="Rectangle 14">
              <a:extLst>
                <a:ext uri="{FF2B5EF4-FFF2-40B4-BE49-F238E27FC236}">
                  <a16:creationId xmlns:a16="http://schemas.microsoft.com/office/drawing/2014/main" id="{5C787673-D2D0-39FA-B3D3-7E43A2CB7EB8}"/>
                </a:ext>
              </a:extLst>
            </p:cNvPr>
            <p:cNvSpPr/>
            <p:nvPr/>
          </p:nvSpPr>
          <p:spPr>
            <a:xfrm>
              <a:off x="2905226" y="1430166"/>
              <a:ext cx="2126023" cy="461665"/>
            </a:xfrm>
            <a:prstGeom prst="rect">
              <a:avLst/>
            </a:prstGeom>
            <a:noFill/>
            <a:ln w="19050">
              <a:noFill/>
            </a:ln>
          </p:spPr>
          <p:txBody>
            <a:bodyPr wrap="square">
              <a:spAutoFit/>
            </a:bodyPr>
            <a:lstStyle/>
            <a:p>
              <a:pPr algn="ctr"/>
              <a:r>
                <a:rPr lang="en-US" sz="1200" b="1">
                  <a:solidFill>
                    <a:schemeClr val="tx2">
                      <a:lumMod val="75000"/>
                    </a:schemeClr>
                  </a:solidFill>
                  <a:latin typeface="Open Sans" panose="020B0606030504020204" pitchFamily="34" charset="0"/>
                  <a:ea typeface="Open Sans" panose="020B0606030504020204" pitchFamily="34" charset="0"/>
                  <a:cs typeface="Open Sans" panose="020B0606030504020204" pitchFamily="34" charset="0"/>
                </a:rPr>
                <a:t>1.2: Contract Lifecycle Management</a:t>
              </a:r>
            </a:p>
          </p:txBody>
        </p:sp>
        <p:sp>
          <p:nvSpPr>
            <p:cNvPr id="100" name="Rectangle 99">
              <a:extLst>
                <a:ext uri="{FF2B5EF4-FFF2-40B4-BE49-F238E27FC236}">
                  <a16:creationId xmlns:a16="http://schemas.microsoft.com/office/drawing/2014/main" id="{45E38BBE-8A87-D511-17F7-E488B251AB1F}"/>
                </a:ext>
              </a:extLst>
            </p:cNvPr>
            <p:cNvSpPr/>
            <p:nvPr/>
          </p:nvSpPr>
          <p:spPr>
            <a:xfrm>
              <a:off x="2925597" y="3484557"/>
              <a:ext cx="2085277" cy="1346787"/>
            </a:xfrm>
            <a:prstGeom prst="rect">
              <a:avLst/>
            </a:prstGeom>
            <a:noFill/>
            <a:ln w="19050">
              <a:noFill/>
            </a:ln>
          </p:spPr>
          <p:txBody>
            <a:bodyPr wrap="square" lIns="91440" tIns="45720" rIns="91440" bIns="45720" anchor="ctr">
              <a:noAutofit/>
            </a:bodyPr>
            <a:lstStyle/>
            <a:p>
              <a:pPr algn="ctr">
                <a:spcBef>
                  <a:spcPts val="600"/>
                </a:spcBef>
                <a:defRPr/>
              </a:pPr>
              <a:r>
                <a:rPr lang="en-US" sz="1200" b="1">
                  <a:solidFill>
                    <a:schemeClr val="tx2">
                      <a:lumMod val="75000"/>
                    </a:schemeClr>
                  </a:solidFill>
                  <a:latin typeface="Open Sans" panose="020B0606030504020204" pitchFamily="34" charset="0"/>
                  <a:ea typeface="Open Sans" panose="020B0606030504020204" pitchFamily="34" charset="0"/>
                  <a:cs typeface="Open Sans" panose="020B0606030504020204" pitchFamily="34" charset="0"/>
                </a:rPr>
                <a:t>Automate contract authoring, negotiations and sign-off processes </a:t>
              </a:r>
              <a:r>
                <a:rPr lang="en-US" sz="1200">
                  <a:solidFill>
                    <a:schemeClr val="tx2">
                      <a:lumMod val="75000"/>
                    </a:schemeClr>
                  </a:solidFill>
                  <a:latin typeface="Open Sans" panose="020B0606030504020204" pitchFamily="34" charset="0"/>
                  <a:ea typeface="Open Sans" panose="020B0606030504020204" pitchFamily="34" charset="0"/>
                  <a:cs typeface="Open Sans" panose="020B0606030504020204" pitchFamily="34" charset="0"/>
                </a:rPr>
                <a:t>using </a:t>
              </a:r>
              <a:r>
                <a:rPr lang="en-US" sz="1200" err="1">
                  <a:solidFill>
                    <a:schemeClr val="tx2">
                      <a:lumMod val="75000"/>
                    </a:schemeClr>
                  </a:solidFill>
                  <a:latin typeface="Open Sans" panose="020B0606030504020204" pitchFamily="34" charset="0"/>
                  <a:ea typeface="Open Sans" panose="020B0606030504020204" pitchFamily="34" charset="0"/>
                  <a:cs typeface="Open Sans" panose="020B0606030504020204" pitchFamily="34" charset="0"/>
                </a:rPr>
                <a:t>GenAI</a:t>
              </a:r>
              <a:r>
                <a:rPr lang="en-US" sz="1200">
                  <a:solidFill>
                    <a:schemeClr val="tx2">
                      <a:lumMod val="75000"/>
                    </a:schemeClr>
                  </a:solidFill>
                  <a:latin typeface="Open Sans" panose="020B0606030504020204" pitchFamily="34" charset="0"/>
                  <a:ea typeface="Open Sans" panose="020B0606030504020204" pitchFamily="34" charset="0"/>
                  <a:cs typeface="Open Sans" panose="020B0606030504020204" pitchFamily="34" charset="0"/>
                </a:rPr>
                <a:t>. Drive to continuous compliance monitoring</a:t>
              </a:r>
            </a:p>
          </p:txBody>
        </p:sp>
      </p:grpSp>
      <p:grpSp>
        <p:nvGrpSpPr>
          <p:cNvPr id="135" name="Group 134">
            <a:extLst>
              <a:ext uri="{FF2B5EF4-FFF2-40B4-BE49-F238E27FC236}">
                <a16:creationId xmlns:a16="http://schemas.microsoft.com/office/drawing/2014/main" id="{BF4EEAB3-B779-4D4A-9CDB-3E161424087B}"/>
              </a:ext>
            </a:extLst>
          </p:cNvPr>
          <p:cNvGrpSpPr/>
          <p:nvPr/>
        </p:nvGrpSpPr>
        <p:grpSpPr>
          <a:xfrm>
            <a:off x="5184598" y="933792"/>
            <a:ext cx="2152343" cy="4104880"/>
            <a:chOff x="9818243" y="764672"/>
            <a:chExt cx="2152343" cy="4104880"/>
          </a:xfrm>
        </p:grpSpPr>
        <p:sp>
          <p:nvSpPr>
            <p:cNvPr id="66" name="Rectangular Callout 40">
              <a:extLst>
                <a:ext uri="{FF2B5EF4-FFF2-40B4-BE49-F238E27FC236}">
                  <a16:creationId xmlns:a16="http://schemas.microsoft.com/office/drawing/2014/main" id="{E0C5006C-95E5-B78D-BC39-1F51A0CD4239}"/>
                </a:ext>
              </a:extLst>
            </p:cNvPr>
            <p:cNvSpPr/>
            <p:nvPr/>
          </p:nvSpPr>
          <p:spPr>
            <a:xfrm>
              <a:off x="9819473" y="2097707"/>
              <a:ext cx="2132827" cy="1387173"/>
            </a:xfrm>
            <a:prstGeom prst="rect">
              <a:avLst/>
            </a:prstGeom>
            <a:solidFill>
              <a:srgbClr val="DDEFE8"/>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nchorCtr="0"/>
            <a:lstStyle/>
            <a:p>
              <a:pPr algn="ctr"/>
              <a:r>
                <a:rPr lang="en-US" sz="1200" b="1">
                  <a:solidFill>
                    <a:schemeClr val="tx2">
                      <a:lumMod val="50000"/>
                    </a:schemeClr>
                  </a:solidFill>
                  <a:latin typeface="Open Sans" panose="020B0606030504020204" pitchFamily="34" charset="0"/>
                  <a:ea typeface="Open Sans" panose="020B0606030504020204" pitchFamily="34" charset="0"/>
                  <a:cs typeface="Open Sans" panose="020B0606030504020204" pitchFamily="34" charset="0"/>
                </a:rPr>
                <a:t>Sales orders are still received manually </a:t>
              </a:r>
              <a:r>
                <a:rPr lang="en-US" sz="1200">
                  <a:solidFill>
                    <a:schemeClr val="tx2">
                      <a:lumMod val="50000"/>
                    </a:schemeClr>
                  </a:solidFill>
                  <a:latin typeface="Open Sans" panose="020B0606030504020204" pitchFamily="34" charset="0"/>
                  <a:ea typeface="Open Sans" panose="020B0606030504020204" pitchFamily="34" charset="0"/>
                  <a:cs typeface="Open Sans" panose="020B0606030504020204" pitchFamily="34" charset="0"/>
                </a:rPr>
                <a:t>/ calls / emails from customers and entered into SAP by customer service representatives</a:t>
              </a:r>
            </a:p>
          </p:txBody>
        </p:sp>
        <p:sp>
          <p:nvSpPr>
            <p:cNvPr id="67" name="Rectangle 66">
              <a:extLst>
                <a:ext uri="{FF2B5EF4-FFF2-40B4-BE49-F238E27FC236}">
                  <a16:creationId xmlns:a16="http://schemas.microsoft.com/office/drawing/2014/main" id="{400AD9C6-CC97-29B4-0AE3-DEFF49B1CA26}"/>
                </a:ext>
              </a:extLst>
            </p:cNvPr>
            <p:cNvSpPr/>
            <p:nvPr/>
          </p:nvSpPr>
          <p:spPr>
            <a:xfrm>
              <a:off x="9818243" y="764672"/>
              <a:ext cx="2152343" cy="4077182"/>
            </a:xfrm>
            <a:prstGeom prst="rect">
              <a:avLst/>
            </a:prstGeom>
            <a:noFill/>
            <a:ln w="53975" cap="sq">
              <a:solidFill>
                <a:srgbClr val="0097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544222" rtl="0" eaLnBrk="1" fontAlgn="base" latinLnBrk="0" hangingPunct="1">
                <a:lnSpc>
                  <a:spcPct val="100000"/>
                </a:lnSpc>
                <a:spcBef>
                  <a:spcPct val="0"/>
                </a:spcBef>
                <a:spcAft>
                  <a:spcPts val="500"/>
                </a:spcAft>
                <a:buClrTx/>
                <a:buSzTx/>
                <a:buFontTx/>
                <a:buNone/>
                <a:tabLst/>
                <a:defRPr/>
              </a:pPr>
              <a:endParaRPr kumimoji="0" lang="en-US" sz="2000" b="1"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68" name="Rectangle 67">
              <a:extLst>
                <a:ext uri="{FF2B5EF4-FFF2-40B4-BE49-F238E27FC236}">
                  <a16:creationId xmlns:a16="http://schemas.microsoft.com/office/drawing/2014/main" id="{D66FB11A-9F23-1590-4BC7-621DDDB99C6C}"/>
                </a:ext>
              </a:extLst>
            </p:cNvPr>
            <p:cNvSpPr/>
            <p:nvPr/>
          </p:nvSpPr>
          <p:spPr>
            <a:xfrm>
              <a:off x="9848318" y="1414170"/>
              <a:ext cx="2122268" cy="461665"/>
            </a:xfrm>
            <a:prstGeom prst="rect">
              <a:avLst/>
            </a:prstGeom>
            <a:noFill/>
            <a:ln w="19050">
              <a:noFill/>
            </a:ln>
          </p:spPr>
          <p:txBody>
            <a:bodyPr wrap="square">
              <a:spAutoFit/>
            </a:bodyPr>
            <a:lstStyle/>
            <a:p>
              <a:pPr algn="ctr"/>
              <a:r>
                <a:rPr lang="en-US" sz="1200" b="1">
                  <a:solidFill>
                    <a:schemeClr val="tx2">
                      <a:lumMod val="75000"/>
                    </a:schemeClr>
                  </a:solidFill>
                  <a:latin typeface="Open Sans" panose="020B0606030504020204" pitchFamily="34" charset="0"/>
                  <a:ea typeface="Open Sans" panose="020B0606030504020204" pitchFamily="34" charset="0"/>
                  <a:cs typeface="Open Sans" panose="020B0606030504020204" pitchFamily="34" charset="0"/>
                </a:rPr>
                <a:t>1.3: Sales Order Processing</a:t>
              </a:r>
            </a:p>
          </p:txBody>
        </p:sp>
        <p:sp>
          <p:nvSpPr>
            <p:cNvPr id="103" name="Rectangle 102">
              <a:extLst>
                <a:ext uri="{FF2B5EF4-FFF2-40B4-BE49-F238E27FC236}">
                  <a16:creationId xmlns:a16="http://schemas.microsoft.com/office/drawing/2014/main" id="{4A7879F7-A5AA-4A72-FA2A-C0C0EC12710D}"/>
                </a:ext>
              </a:extLst>
            </p:cNvPr>
            <p:cNvSpPr/>
            <p:nvPr/>
          </p:nvSpPr>
          <p:spPr>
            <a:xfrm>
              <a:off x="9843247" y="3484557"/>
              <a:ext cx="2085277" cy="1384995"/>
            </a:xfrm>
            <a:prstGeom prst="rect">
              <a:avLst/>
            </a:prstGeom>
            <a:noFill/>
            <a:ln w="19050">
              <a:noFill/>
            </a:ln>
          </p:spPr>
          <p:txBody>
            <a:bodyPr wrap="square" lIns="91440" tIns="45720" rIns="91440" bIns="45720" anchor="ctr">
              <a:spAutoFit/>
            </a:bodyPr>
            <a:lstStyle/>
            <a:p>
              <a:pPr algn="ctr">
                <a:spcBef>
                  <a:spcPts val="600"/>
                </a:spcBef>
                <a:defRPr/>
              </a:pPr>
              <a:r>
                <a:rPr lang="en-US" sz="1200" b="1">
                  <a:solidFill>
                    <a:schemeClr val="tx2">
                      <a:lumMod val="75000"/>
                    </a:schemeClr>
                  </a:solidFill>
                  <a:latin typeface="Open Sans" panose="020B0606030504020204" pitchFamily="34" charset="0"/>
                  <a:ea typeface="Open Sans" panose="020B0606030504020204" pitchFamily="34" charset="0"/>
                  <a:cs typeface="Open Sans" panose="020B0606030504020204" pitchFamily="34" charset="0"/>
                </a:rPr>
                <a:t>Combine </a:t>
              </a:r>
              <a:r>
                <a:rPr lang="en-US" sz="1200" b="1" err="1">
                  <a:solidFill>
                    <a:schemeClr val="tx2">
                      <a:lumMod val="75000"/>
                    </a:schemeClr>
                  </a:solidFill>
                  <a:latin typeface="Open Sans" panose="020B0606030504020204" pitchFamily="34" charset="0"/>
                  <a:ea typeface="Open Sans" panose="020B0606030504020204" pitchFamily="34" charset="0"/>
                  <a:cs typeface="Open Sans" panose="020B0606030504020204" pitchFamily="34" charset="0"/>
                </a:rPr>
                <a:t>GenAI</a:t>
              </a:r>
              <a:r>
                <a:rPr lang="en-US" sz="1200" b="1">
                  <a:solidFill>
                    <a:schemeClr val="tx2">
                      <a:lumMod val="75000"/>
                    </a:schemeClr>
                  </a:solidFill>
                  <a:latin typeface="Open Sans" panose="020B0606030504020204" pitchFamily="34" charset="0"/>
                  <a:ea typeface="Open Sans" panose="020B0606030504020204" pitchFamily="34" charset="0"/>
                  <a:cs typeface="Open Sans" panose="020B0606030504020204" pitchFamily="34" charset="0"/>
                </a:rPr>
                <a:t> with optical character recognition </a:t>
              </a:r>
              <a:r>
                <a:rPr lang="en-US" sz="1200">
                  <a:solidFill>
                    <a:schemeClr val="tx2">
                      <a:lumMod val="75000"/>
                    </a:schemeClr>
                  </a:solidFill>
                  <a:latin typeface="Open Sans" panose="020B0606030504020204" pitchFamily="34" charset="0"/>
                  <a:ea typeface="Open Sans" panose="020B0606030504020204" pitchFamily="34" charset="0"/>
                  <a:cs typeface="Open Sans" panose="020B0606030504020204" pitchFamily="34" charset="0"/>
                </a:rPr>
                <a:t>to fully automate the creation of sales orders in SAP; focus customer service on </a:t>
              </a:r>
              <a:r>
                <a:rPr lang="en-US" sz="1200" b="1">
                  <a:solidFill>
                    <a:schemeClr val="tx2">
                      <a:lumMod val="75000"/>
                    </a:schemeClr>
                  </a:solidFill>
                  <a:latin typeface="Open Sans" panose="020B0606030504020204" pitchFamily="34" charset="0"/>
                  <a:ea typeface="Open Sans" panose="020B0606030504020204" pitchFamily="34" charset="0"/>
                  <a:cs typeface="Open Sans" panose="020B0606030504020204" pitchFamily="34" charset="0"/>
                </a:rPr>
                <a:t>managing exceptions</a:t>
              </a:r>
            </a:p>
          </p:txBody>
        </p:sp>
      </p:grpSp>
      <p:sp>
        <p:nvSpPr>
          <p:cNvPr id="30" name="Financial_Fill_11">
            <a:extLst>
              <a:ext uri="{FF2B5EF4-FFF2-40B4-BE49-F238E27FC236}">
                <a16:creationId xmlns:a16="http://schemas.microsoft.com/office/drawing/2014/main" id="{383E4B73-9AE6-1F9E-7398-DA1F5849F509}"/>
              </a:ext>
            </a:extLst>
          </p:cNvPr>
          <p:cNvSpPr>
            <a:spLocks noChangeAspect="1" noEditPoints="1"/>
          </p:cNvSpPr>
          <p:nvPr/>
        </p:nvSpPr>
        <p:spPr bwMode="auto">
          <a:xfrm>
            <a:off x="0" y="0"/>
            <a:ext cx="0" cy="0"/>
          </a:xfrm>
          <a:custGeom>
            <a:avLst/>
            <a:gdLst>
              <a:gd name="T0" fmla="*/ 202 w 512"/>
              <a:gd name="T1" fmla="*/ 181 h 512"/>
              <a:gd name="T2" fmla="*/ 309 w 512"/>
              <a:gd name="T3" fmla="*/ 160 h 512"/>
              <a:gd name="T4" fmla="*/ 160 w 512"/>
              <a:gd name="T5" fmla="*/ 117 h 512"/>
              <a:gd name="T6" fmla="*/ 352 w 512"/>
              <a:gd name="T7" fmla="*/ 394 h 512"/>
              <a:gd name="T8" fmla="*/ 160 w 512"/>
              <a:gd name="T9" fmla="*/ 117 h 512"/>
              <a:gd name="T10" fmla="*/ 234 w 512"/>
              <a:gd name="T11" fmla="*/ 352 h 512"/>
              <a:gd name="T12" fmla="*/ 234 w 512"/>
              <a:gd name="T13" fmla="*/ 373 h 512"/>
              <a:gd name="T14" fmla="*/ 245 w 512"/>
              <a:gd name="T15" fmla="*/ 320 h 512"/>
              <a:gd name="T16" fmla="*/ 224 w 512"/>
              <a:gd name="T17" fmla="*/ 320 h 512"/>
              <a:gd name="T18" fmla="*/ 245 w 512"/>
              <a:gd name="T19" fmla="*/ 320 h 512"/>
              <a:gd name="T20" fmla="*/ 234 w 512"/>
              <a:gd name="T21" fmla="*/ 266 h 512"/>
              <a:gd name="T22" fmla="*/ 234 w 512"/>
              <a:gd name="T23" fmla="*/ 288 h 512"/>
              <a:gd name="T24" fmla="*/ 245 w 512"/>
              <a:gd name="T25" fmla="*/ 234 h 512"/>
              <a:gd name="T26" fmla="*/ 224 w 512"/>
              <a:gd name="T27" fmla="*/ 234 h 512"/>
              <a:gd name="T28" fmla="*/ 245 w 512"/>
              <a:gd name="T29" fmla="*/ 234 h 512"/>
              <a:gd name="T30" fmla="*/ 277 w 512"/>
              <a:gd name="T31" fmla="*/ 352 h 512"/>
              <a:gd name="T32" fmla="*/ 277 w 512"/>
              <a:gd name="T33" fmla="*/ 373 h 512"/>
              <a:gd name="T34" fmla="*/ 288 w 512"/>
              <a:gd name="T35" fmla="*/ 320 h 512"/>
              <a:gd name="T36" fmla="*/ 266 w 512"/>
              <a:gd name="T37" fmla="*/ 320 h 512"/>
              <a:gd name="T38" fmla="*/ 288 w 512"/>
              <a:gd name="T39" fmla="*/ 320 h 512"/>
              <a:gd name="T40" fmla="*/ 277 w 512"/>
              <a:gd name="T41" fmla="*/ 266 h 512"/>
              <a:gd name="T42" fmla="*/ 277 w 512"/>
              <a:gd name="T43" fmla="*/ 288 h 512"/>
              <a:gd name="T44" fmla="*/ 288 w 512"/>
              <a:gd name="T45" fmla="*/ 234 h 512"/>
              <a:gd name="T46" fmla="*/ 266 w 512"/>
              <a:gd name="T47" fmla="*/ 234 h 512"/>
              <a:gd name="T48" fmla="*/ 288 w 512"/>
              <a:gd name="T49" fmla="*/ 234 h 512"/>
              <a:gd name="T50" fmla="*/ 320 w 512"/>
              <a:gd name="T51" fmla="*/ 309 h 512"/>
              <a:gd name="T52" fmla="*/ 309 w 512"/>
              <a:gd name="T53" fmla="*/ 362 h 512"/>
              <a:gd name="T54" fmla="*/ 330 w 512"/>
              <a:gd name="T55" fmla="*/ 362 h 512"/>
              <a:gd name="T56" fmla="*/ 330 w 512"/>
              <a:gd name="T57" fmla="*/ 277 h 512"/>
              <a:gd name="T58" fmla="*/ 309 w 512"/>
              <a:gd name="T59" fmla="*/ 277 h 512"/>
              <a:gd name="T60" fmla="*/ 330 w 512"/>
              <a:gd name="T61" fmla="*/ 277 h 512"/>
              <a:gd name="T62" fmla="*/ 320 w 512"/>
              <a:gd name="T63" fmla="*/ 224 h 512"/>
              <a:gd name="T64" fmla="*/ 320 w 512"/>
              <a:gd name="T65" fmla="*/ 245 h 512"/>
              <a:gd name="T66" fmla="*/ 181 w 512"/>
              <a:gd name="T67" fmla="*/ 192 h 512"/>
              <a:gd name="T68" fmla="*/ 320 w 512"/>
              <a:gd name="T69" fmla="*/ 202 h 512"/>
              <a:gd name="T70" fmla="*/ 330 w 512"/>
              <a:gd name="T71" fmla="*/ 149 h 512"/>
              <a:gd name="T72" fmla="*/ 192 w 512"/>
              <a:gd name="T73" fmla="*/ 138 h 512"/>
              <a:gd name="T74" fmla="*/ 181 w 512"/>
              <a:gd name="T75" fmla="*/ 192 h 512"/>
              <a:gd name="T76" fmla="*/ 192 w 512"/>
              <a:gd name="T77" fmla="*/ 245 h 512"/>
              <a:gd name="T78" fmla="*/ 192 w 512"/>
              <a:gd name="T79" fmla="*/ 224 h 512"/>
              <a:gd name="T80" fmla="*/ 181 w 512"/>
              <a:gd name="T81" fmla="*/ 277 h 512"/>
              <a:gd name="T82" fmla="*/ 202 w 512"/>
              <a:gd name="T83" fmla="*/ 277 h 512"/>
              <a:gd name="T84" fmla="*/ 181 w 512"/>
              <a:gd name="T85" fmla="*/ 277 h 512"/>
              <a:gd name="T86" fmla="*/ 192 w 512"/>
              <a:gd name="T87" fmla="*/ 330 h 512"/>
              <a:gd name="T88" fmla="*/ 192 w 512"/>
              <a:gd name="T89" fmla="*/ 309 h 512"/>
              <a:gd name="T90" fmla="*/ 181 w 512"/>
              <a:gd name="T91" fmla="*/ 362 h 512"/>
              <a:gd name="T92" fmla="*/ 202 w 512"/>
              <a:gd name="T93" fmla="*/ 362 h 512"/>
              <a:gd name="T94" fmla="*/ 181 w 512"/>
              <a:gd name="T95" fmla="*/ 362 h 512"/>
              <a:gd name="T96" fmla="*/ 256 w 512"/>
              <a:gd name="T97" fmla="*/ 512 h 512"/>
              <a:gd name="T98" fmla="*/ 256 w 512"/>
              <a:gd name="T99" fmla="*/ 0 h 512"/>
              <a:gd name="T100" fmla="*/ 373 w 512"/>
              <a:gd name="T101" fmla="*/ 106 h 512"/>
              <a:gd name="T102" fmla="*/ 149 w 512"/>
              <a:gd name="T103" fmla="*/ 96 h 512"/>
              <a:gd name="T104" fmla="*/ 138 w 512"/>
              <a:gd name="T105" fmla="*/ 405 h 512"/>
              <a:gd name="T106" fmla="*/ 362 w 512"/>
              <a:gd name="T107" fmla="*/ 416 h 512"/>
              <a:gd name="T108" fmla="*/ 373 w 512"/>
              <a:gd name="T109" fmla="*/ 10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512" h="512">
                <a:moveTo>
                  <a:pt x="309" y="181"/>
                </a:moveTo>
                <a:cubicBezTo>
                  <a:pt x="202" y="181"/>
                  <a:pt x="202" y="181"/>
                  <a:pt x="202" y="181"/>
                </a:cubicBezTo>
                <a:cubicBezTo>
                  <a:pt x="202" y="160"/>
                  <a:pt x="202" y="160"/>
                  <a:pt x="202" y="160"/>
                </a:cubicBezTo>
                <a:cubicBezTo>
                  <a:pt x="309" y="160"/>
                  <a:pt x="309" y="160"/>
                  <a:pt x="309" y="160"/>
                </a:cubicBezTo>
                <a:lnTo>
                  <a:pt x="309" y="181"/>
                </a:lnTo>
                <a:close/>
                <a:moveTo>
                  <a:pt x="160" y="117"/>
                </a:moveTo>
                <a:cubicBezTo>
                  <a:pt x="352" y="117"/>
                  <a:pt x="352" y="117"/>
                  <a:pt x="352" y="117"/>
                </a:cubicBezTo>
                <a:cubicBezTo>
                  <a:pt x="352" y="394"/>
                  <a:pt x="352" y="394"/>
                  <a:pt x="352" y="394"/>
                </a:cubicBezTo>
                <a:cubicBezTo>
                  <a:pt x="160" y="394"/>
                  <a:pt x="160" y="394"/>
                  <a:pt x="160" y="394"/>
                </a:cubicBezTo>
                <a:lnTo>
                  <a:pt x="160" y="117"/>
                </a:lnTo>
                <a:close/>
                <a:moveTo>
                  <a:pt x="245" y="362"/>
                </a:moveTo>
                <a:cubicBezTo>
                  <a:pt x="245" y="356"/>
                  <a:pt x="240" y="352"/>
                  <a:pt x="234" y="352"/>
                </a:cubicBezTo>
                <a:cubicBezTo>
                  <a:pt x="228" y="352"/>
                  <a:pt x="224" y="356"/>
                  <a:pt x="224" y="362"/>
                </a:cubicBezTo>
                <a:cubicBezTo>
                  <a:pt x="224" y="368"/>
                  <a:pt x="228" y="373"/>
                  <a:pt x="234" y="373"/>
                </a:cubicBezTo>
                <a:cubicBezTo>
                  <a:pt x="240" y="373"/>
                  <a:pt x="245" y="368"/>
                  <a:pt x="245" y="362"/>
                </a:cubicBezTo>
                <a:close/>
                <a:moveTo>
                  <a:pt x="245" y="320"/>
                </a:moveTo>
                <a:cubicBezTo>
                  <a:pt x="245" y="314"/>
                  <a:pt x="240" y="309"/>
                  <a:pt x="234" y="309"/>
                </a:cubicBezTo>
                <a:cubicBezTo>
                  <a:pt x="228" y="309"/>
                  <a:pt x="224" y="314"/>
                  <a:pt x="224" y="320"/>
                </a:cubicBezTo>
                <a:cubicBezTo>
                  <a:pt x="224" y="326"/>
                  <a:pt x="228" y="330"/>
                  <a:pt x="234" y="330"/>
                </a:cubicBezTo>
                <a:cubicBezTo>
                  <a:pt x="240" y="330"/>
                  <a:pt x="245" y="326"/>
                  <a:pt x="245" y="320"/>
                </a:cubicBezTo>
                <a:close/>
                <a:moveTo>
                  <a:pt x="245" y="277"/>
                </a:moveTo>
                <a:cubicBezTo>
                  <a:pt x="245" y="271"/>
                  <a:pt x="240" y="266"/>
                  <a:pt x="234" y="266"/>
                </a:cubicBezTo>
                <a:cubicBezTo>
                  <a:pt x="228" y="266"/>
                  <a:pt x="224" y="271"/>
                  <a:pt x="224" y="277"/>
                </a:cubicBezTo>
                <a:cubicBezTo>
                  <a:pt x="224" y="283"/>
                  <a:pt x="228" y="288"/>
                  <a:pt x="234" y="288"/>
                </a:cubicBezTo>
                <a:cubicBezTo>
                  <a:pt x="240" y="288"/>
                  <a:pt x="245" y="283"/>
                  <a:pt x="245" y="277"/>
                </a:cubicBezTo>
                <a:close/>
                <a:moveTo>
                  <a:pt x="245" y="234"/>
                </a:moveTo>
                <a:cubicBezTo>
                  <a:pt x="245" y="228"/>
                  <a:pt x="240" y="224"/>
                  <a:pt x="234" y="224"/>
                </a:cubicBezTo>
                <a:cubicBezTo>
                  <a:pt x="228" y="224"/>
                  <a:pt x="224" y="228"/>
                  <a:pt x="224" y="234"/>
                </a:cubicBezTo>
                <a:cubicBezTo>
                  <a:pt x="224" y="240"/>
                  <a:pt x="228" y="245"/>
                  <a:pt x="234" y="245"/>
                </a:cubicBezTo>
                <a:cubicBezTo>
                  <a:pt x="240" y="245"/>
                  <a:pt x="245" y="240"/>
                  <a:pt x="245" y="234"/>
                </a:cubicBezTo>
                <a:close/>
                <a:moveTo>
                  <a:pt x="288" y="362"/>
                </a:moveTo>
                <a:cubicBezTo>
                  <a:pt x="288" y="356"/>
                  <a:pt x="283" y="352"/>
                  <a:pt x="277" y="352"/>
                </a:cubicBezTo>
                <a:cubicBezTo>
                  <a:pt x="271" y="352"/>
                  <a:pt x="266" y="356"/>
                  <a:pt x="266" y="362"/>
                </a:cubicBezTo>
                <a:cubicBezTo>
                  <a:pt x="266" y="368"/>
                  <a:pt x="271" y="373"/>
                  <a:pt x="277" y="373"/>
                </a:cubicBezTo>
                <a:cubicBezTo>
                  <a:pt x="283" y="373"/>
                  <a:pt x="288" y="368"/>
                  <a:pt x="288" y="362"/>
                </a:cubicBezTo>
                <a:close/>
                <a:moveTo>
                  <a:pt x="288" y="320"/>
                </a:moveTo>
                <a:cubicBezTo>
                  <a:pt x="288" y="314"/>
                  <a:pt x="283" y="309"/>
                  <a:pt x="277" y="309"/>
                </a:cubicBezTo>
                <a:cubicBezTo>
                  <a:pt x="271" y="309"/>
                  <a:pt x="266" y="314"/>
                  <a:pt x="266" y="320"/>
                </a:cubicBezTo>
                <a:cubicBezTo>
                  <a:pt x="266" y="326"/>
                  <a:pt x="271" y="330"/>
                  <a:pt x="277" y="330"/>
                </a:cubicBezTo>
                <a:cubicBezTo>
                  <a:pt x="283" y="330"/>
                  <a:pt x="288" y="326"/>
                  <a:pt x="288" y="320"/>
                </a:cubicBezTo>
                <a:close/>
                <a:moveTo>
                  <a:pt x="288" y="277"/>
                </a:moveTo>
                <a:cubicBezTo>
                  <a:pt x="288" y="271"/>
                  <a:pt x="283" y="266"/>
                  <a:pt x="277" y="266"/>
                </a:cubicBezTo>
                <a:cubicBezTo>
                  <a:pt x="271" y="266"/>
                  <a:pt x="266" y="271"/>
                  <a:pt x="266" y="277"/>
                </a:cubicBezTo>
                <a:cubicBezTo>
                  <a:pt x="266" y="283"/>
                  <a:pt x="271" y="288"/>
                  <a:pt x="277" y="288"/>
                </a:cubicBezTo>
                <a:cubicBezTo>
                  <a:pt x="283" y="288"/>
                  <a:pt x="288" y="283"/>
                  <a:pt x="288" y="277"/>
                </a:cubicBezTo>
                <a:close/>
                <a:moveTo>
                  <a:pt x="288" y="234"/>
                </a:moveTo>
                <a:cubicBezTo>
                  <a:pt x="288" y="228"/>
                  <a:pt x="283" y="224"/>
                  <a:pt x="277" y="224"/>
                </a:cubicBezTo>
                <a:cubicBezTo>
                  <a:pt x="271" y="224"/>
                  <a:pt x="266" y="228"/>
                  <a:pt x="266" y="234"/>
                </a:cubicBezTo>
                <a:cubicBezTo>
                  <a:pt x="266" y="240"/>
                  <a:pt x="271" y="245"/>
                  <a:pt x="277" y="245"/>
                </a:cubicBezTo>
                <a:cubicBezTo>
                  <a:pt x="283" y="245"/>
                  <a:pt x="288" y="240"/>
                  <a:pt x="288" y="234"/>
                </a:cubicBezTo>
                <a:close/>
                <a:moveTo>
                  <a:pt x="330" y="320"/>
                </a:moveTo>
                <a:cubicBezTo>
                  <a:pt x="330" y="314"/>
                  <a:pt x="326" y="309"/>
                  <a:pt x="320" y="309"/>
                </a:cubicBezTo>
                <a:cubicBezTo>
                  <a:pt x="314" y="309"/>
                  <a:pt x="309" y="314"/>
                  <a:pt x="309" y="320"/>
                </a:cubicBezTo>
                <a:cubicBezTo>
                  <a:pt x="309" y="362"/>
                  <a:pt x="309" y="362"/>
                  <a:pt x="309" y="362"/>
                </a:cubicBezTo>
                <a:cubicBezTo>
                  <a:pt x="309" y="368"/>
                  <a:pt x="314" y="373"/>
                  <a:pt x="320" y="373"/>
                </a:cubicBezTo>
                <a:cubicBezTo>
                  <a:pt x="326" y="373"/>
                  <a:pt x="330" y="368"/>
                  <a:pt x="330" y="362"/>
                </a:cubicBezTo>
                <a:lnTo>
                  <a:pt x="330" y="320"/>
                </a:lnTo>
                <a:close/>
                <a:moveTo>
                  <a:pt x="330" y="277"/>
                </a:moveTo>
                <a:cubicBezTo>
                  <a:pt x="330" y="271"/>
                  <a:pt x="326" y="266"/>
                  <a:pt x="320" y="266"/>
                </a:cubicBezTo>
                <a:cubicBezTo>
                  <a:pt x="314" y="266"/>
                  <a:pt x="309" y="271"/>
                  <a:pt x="309" y="277"/>
                </a:cubicBezTo>
                <a:cubicBezTo>
                  <a:pt x="309" y="283"/>
                  <a:pt x="314" y="288"/>
                  <a:pt x="320" y="288"/>
                </a:cubicBezTo>
                <a:cubicBezTo>
                  <a:pt x="326" y="288"/>
                  <a:pt x="330" y="283"/>
                  <a:pt x="330" y="277"/>
                </a:cubicBezTo>
                <a:close/>
                <a:moveTo>
                  <a:pt x="330" y="234"/>
                </a:moveTo>
                <a:cubicBezTo>
                  <a:pt x="330" y="228"/>
                  <a:pt x="326" y="224"/>
                  <a:pt x="320" y="224"/>
                </a:cubicBezTo>
                <a:cubicBezTo>
                  <a:pt x="314" y="224"/>
                  <a:pt x="309" y="228"/>
                  <a:pt x="309" y="234"/>
                </a:cubicBezTo>
                <a:cubicBezTo>
                  <a:pt x="309" y="240"/>
                  <a:pt x="314" y="245"/>
                  <a:pt x="320" y="245"/>
                </a:cubicBezTo>
                <a:cubicBezTo>
                  <a:pt x="326" y="245"/>
                  <a:pt x="330" y="240"/>
                  <a:pt x="330" y="234"/>
                </a:cubicBezTo>
                <a:close/>
                <a:moveTo>
                  <a:pt x="181" y="192"/>
                </a:moveTo>
                <a:cubicBezTo>
                  <a:pt x="181" y="198"/>
                  <a:pt x="186" y="202"/>
                  <a:pt x="192" y="202"/>
                </a:cubicBezTo>
                <a:cubicBezTo>
                  <a:pt x="320" y="202"/>
                  <a:pt x="320" y="202"/>
                  <a:pt x="320" y="202"/>
                </a:cubicBezTo>
                <a:cubicBezTo>
                  <a:pt x="326" y="202"/>
                  <a:pt x="330" y="198"/>
                  <a:pt x="330" y="192"/>
                </a:cubicBezTo>
                <a:cubicBezTo>
                  <a:pt x="330" y="149"/>
                  <a:pt x="330" y="149"/>
                  <a:pt x="330" y="149"/>
                </a:cubicBezTo>
                <a:cubicBezTo>
                  <a:pt x="330" y="143"/>
                  <a:pt x="326" y="138"/>
                  <a:pt x="320" y="138"/>
                </a:cubicBezTo>
                <a:cubicBezTo>
                  <a:pt x="192" y="138"/>
                  <a:pt x="192" y="138"/>
                  <a:pt x="192" y="138"/>
                </a:cubicBezTo>
                <a:cubicBezTo>
                  <a:pt x="186" y="138"/>
                  <a:pt x="181" y="143"/>
                  <a:pt x="181" y="149"/>
                </a:cubicBezTo>
                <a:lnTo>
                  <a:pt x="181" y="192"/>
                </a:lnTo>
                <a:close/>
                <a:moveTo>
                  <a:pt x="181" y="234"/>
                </a:moveTo>
                <a:cubicBezTo>
                  <a:pt x="181" y="240"/>
                  <a:pt x="186" y="245"/>
                  <a:pt x="192" y="245"/>
                </a:cubicBezTo>
                <a:cubicBezTo>
                  <a:pt x="198" y="245"/>
                  <a:pt x="202" y="240"/>
                  <a:pt x="202" y="234"/>
                </a:cubicBezTo>
                <a:cubicBezTo>
                  <a:pt x="202" y="228"/>
                  <a:pt x="198" y="224"/>
                  <a:pt x="192" y="224"/>
                </a:cubicBezTo>
                <a:cubicBezTo>
                  <a:pt x="186" y="224"/>
                  <a:pt x="181" y="228"/>
                  <a:pt x="181" y="234"/>
                </a:cubicBezTo>
                <a:close/>
                <a:moveTo>
                  <a:pt x="181" y="277"/>
                </a:moveTo>
                <a:cubicBezTo>
                  <a:pt x="181" y="283"/>
                  <a:pt x="186" y="288"/>
                  <a:pt x="192" y="288"/>
                </a:cubicBezTo>
                <a:cubicBezTo>
                  <a:pt x="198" y="288"/>
                  <a:pt x="202" y="283"/>
                  <a:pt x="202" y="277"/>
                </a:cubicBezTo>
                <a:cubicBezTo>
                  <a:pt x="202" y="271"/>
                  <a:pt x="198" y="266"/>
                  <a:pt x="192" y="266"/>
                </a:cubicBezTo>
                <a:cubicBezTo>
                  <a:pt x="186" y="266"/>
                  <a:pt x="181" y="271"/>
                  <a:pt x="181" y="277"/>
                </a:cubicBezTo>
                <a:close/>
                <a:moveTo>
                  <a:pt x="181" y="320"/>
                </a:moveTo>
                <a:cubicBezTo>
                  <a:pt x="181" y="326"/>
                  <a:pt x="186" y="330"/>
                  <a:pt x="192" y="330"/>
                </a:cubicBezTo>
                <a:cubicBezTo>
                  <a:pt x="198" y="330"/>
                  <a:pt x="202" y="326"/>
                  <a:pt x="202" y="320"/>
                </a:cubicBezTo>
                <a:cubicBezTo>
                  <a:pt x="202" y="314"/>
                  <a:pt x="198" y="309"/>
                  <a:pt x="192" y="309"/>
                </a:cubicBezTo>
                <a:cubicBezTo>
                  <a:pt x="186" y="309"/>
                  <a:pt x="181" y="314"/>
                  <a:pt x="181" y="320"/>
                </a:cubicBezTo>
                <a:close/>
                <a:moveTo>
                  <a:pt x="181" y="362"/>
                </a:moveTo>
                <a:cubicBezTo>
                  <a:pt x="181" y="368"/>
                  <a:pt x="186" y="373"/>
                  <a:pt x="192" y="373"/>
                </a:cubicBezTo>
                <a:cubicBezTo>
                  <a:pt x="198" y="373"/>
                  <a:pt x="202" y="368"/>
                  <a:pt x="202" y="362"/>
                </a:cubicBezTo>
                <a:cubicBezTo>
                  <a:pt x="202" y="356"/>
                  <a:pt x="198" y="352"/>
                  <a:pt x="192" y="352"/>
                </a:cubicBezTo>
                <a:cubicBezTo>
                  <a:pt x="186" y="352"/>
                  <a:pt x="181" y="356"/>
                  <a:pt x="181" y="362"/>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106"/>
                </a:moveTo>
                <a:cubicBezTo>
                  <a:pt x="373" y="100"/>
                  <a:pt x="368" y="96"/>
                  <a:pt x="362" y="96"/>
                </a:cubicBezTo>
                <a:cubicBezTo>
                  <a:pt x="149" y="96"/>
                  <a:pt x="149" y="96"/>
                  <a:pt x="149" y="96"/>
                </a:cubicBezTo>
                <a:cubicBezTo>
                  <a:pt x="143" y="96"/>
                  <a:pt x="138" y="100"/>
                  <a:pt x="138" y="106"/>
                </a:cubicBezTo>
                <a:cubicBezTo>
                  <a:pt x="138" y="405"/>
                  <a:pt x="138" y="405"/>
                  <a:pt x="138" y="405"/>
                </a:cubicBezTo>
                <a:cubicBezTo>
                  <a:pt x="138" y="411"/>
                  <a:pt x="143" y="416"/>
                  <a:pt x="149" y="416"/>
                </a:cubicBezTo>
                <a:cubicBezTo>
                  <a:pt x="362" y="416"/>
                  <a:pt x="362" y="416"/>
                  <a:pt x="362" y="416"/>
                </a:cubicBezTo>
                <a:cubicBezTo>
                  <a:pt x="368" y="416"/>
                  <a:pt x="373" y="411"/>
                  <a:pt x="373" y="405"/>
                </a:cubicBezTo>
                <a:lnTo>
                  <a:pt x="373" y="106"/>
                </a:lnTo>
                <a:close/>
              </a:path>
            </a:pathLst>
          </a:custGeom>
          <a:solidFill>
            <a:schemeClr val="accent4"/>
          </a:solidFill>
          <a:ln>
            <a:noFill/>
          </a:ln>
        </p:spPr>
        <p:txBody>
          <a:bodyPr vert="horz" wrap="square" lIns="91440" tIns="45720" rIns="91440" bIns="45720" numCol="1" anchor="t" anchorCtr="0" compatLnSpc="1">
            <a:prstTxWarp prst="textNoShape">
              <a:avLst/>
            </a:prstTxWarp>
          </a:bodyPr>
          <a:lstStyle/>
          <a:p>
            <a:endParaRPr lang="en-US" sz="1200"/>
          </a:p>
        </p:txBody>
      </p:sp>
      <p:grpSp>
        <p:nvGrpSpPr>
          <p:cNvPr id="31" name="Financial_Border_11">
            <a:extLst>
              <a:ext uri="{FF2B5EF4-FFF2-40B4-BE49-F238E27FC236}">
                <a16:creationId xmlns:a16="http://schemas.microsoft.com/office/drawing/2014/main" id="{97517B34-0F54-8DD1-8311-A41DA964C377}"/>
              </a:ext>
            </a:extLst>
          </p:cNvPr>
          <p:cNvGrpSpPr>
            <a:grpSpLocks noChangeAspect="1"/>
          </p:cNvGrpSpPr>
          <p:nvPr/>
        </p:nvGrpSpPr>
        <p:grpSpPr bwMode="auto">
          <a:xfrm>
            <a:off x="1380310" y="1008745"/>
            <a:ext cx="576539" cy="576541"/>
            <a:chOff x="3203" y="3365"/>
            <a:chExt cx="341" cy="340"/>
          </a:xfrm>
          <a:solidFill>
            <a:schemeClr val="accent3"/>
          </a:solidFill>
        </p:grpSpPr>
        <p:sp>
          <p:nvSpPr>
            <p:cNvPr id="32" name="Freeform 764">
              <a:extLst>
                <a:ext uri="{FF2B5EF4-FFF2-40B4-BE49-F238E27FC236}">
                  <a16:creationId xmlns:a16="http://schemas.microsoft.com/office/drawing/2014/main" id="{86DB41DA-023C-88AB-7E84-0F19902B5F96}"/>
                </a:ext>
              </a:extLst>
            </p:cNvPr>
            <p:cNvSpPr>
              <a:spLocks noEditPoints="1"/>
            </p:cNvSpPr>
            <p:nvPr/>
          </p:nvSpPr>
          <p:spPr bwMode="auto">
            <a:xfrm>
              <a:off x="3295" y="3429"/>
              <a:ext cx="156" cy="212"/>
            </a:xfrm>
            <a:custGeom>
              <a:avLst/>
              <a:gdLst>
                <a:gd name="T0" fmla="*/ 11 w 235"/>
                <a:gd name="T1" fmla="*/ 0 h 320"/>
                <a:gd name="T2" fmla="*/ 0 w 235"/>
                <a:gd name="T3" fmla="*/ 309 h 320"/>
                <a:gd name="T4" fmla="*/ 224 w 235"/>
                <a:gd name="T5" fmla="*/ 320 h 320"/>
                <a:gd name="T6" fmla="*/ 235 w 235"/>
                <a:gd name="T7" fmla="*/ 10 h 320"/>
                <a:gd name="T8" fmla="*/ 214 w 235"/>
                <a:gd name="T9" fmla="*/ 298 h 320"/>
                <a:gd name="T10" fmla="*/ 22 w 235"/>
                <a:gd name="T11" fmla="*/ 21 h 320"/>
                <a:gd name="T12" fmla="*/ 214 w 235"/>
                <a:gd name="T13" fmla="*/ 298 h 320"/>
                <a:gd name="T14" fmla="*/ 182 w 235"/>
                <a:gd name="T15" fmla="*/ 106 h 320"/>
                <a:gd name="T16" fmla="*/ 192 w 235"/>
                <a:gd name="T17" fmla="*/ 53 h 320"/>
                <a:gd name="T18" fmla="*/ 54 w 235"/>
                <a:gd name="T19" fmla="*/ 42 h 320"/>
                <a:gd name="T20" fmla="*/ 43 w 235"/>
                <a:gd name="T21" fmla="*/ 96 h 320"/>
                <a:gd name="T22" fmla="*/ 64 w 235"/>
                <a:gd name="T23" fmla="*/ 64 h 320"/>
                <a:gd name="T24" fmla="*/ 171 w 235"/>
                <a:gd name="T25" fmla="*/ 85 h 320"/>
                <a:gd name="T26" fmla="*/ 64 w 235"/>
                <a:gd name="T27" fmla="*/ 64 h 320"/>
                <a:gd name="T28" fmla="*/ 54 w 235"/>
                <a:gd name="T29" fmla="*/ 128 h 320"/>
                <a:gd name="T30" fmla="*/ 54 w 235"/>
                <a:gd name="T31" fmla="*/ 149 h 320"/>
                <a:gd name="T32" fmla="*/ 107 w 235"/>
                <a:gd name="T33" fmla="*/ 138 h 320"/>
                <a:gd name="T34" fmla="*/ 86 w 235"/>
                <a:gd name="T35" fmla="*/ 138 h 320"/>
                <a:gd name="T36" fmla="*/ 107 w 235"/>
                <a:gd name="T37" fmla="*/ 138 h 320"/>
                <a:gd name="T38" fmla="*/ 139 w 235"/>
                <a:gd name="T39" fmla="*/ 149 h 320"/>
                <a:gd name="T40" fmla="*/ 139 w 235"/>
                <a:gd name="T41" fmla="*/ 128 h 320"/>
                <a:gd name="T42" fmla="*/ 192 w 235"/>
                <a:gd name="T43" fmla="*/ 138 h 320"/>
                <a:gd name="T44" fmla="*/ 171 w 235"/>
                <a:gd name="T45" fmla="*/ 138 h 320"/>
                <a:gd name="T46" fmla="*/ 192 w 235"/>
                <a:gd name="T47" fmla="*/ 138 h 320"/>
                <a:gd name="T48" fmla="*/ 54 w 235"/>
                <a:gd name="T49" fmla="*/ 170 h 320"/>
                <a:gd name="T50" fmla="*/ 54 w 235"/>
                <a:gd name="T51" fmla="*/ 192 h 320"/>
                <a:gd name="T52" fmla="*/ 107 w 235"/>
                <a:gd name="T53" fmla="*/ 181 h 320"/>
                <a:gd name="T54" fmla="*/ 86 w 235"/>
                <a:gd name="T55" fmla="*/ 181 h 320"/>
                <a:gd name="T56" fmla="*/ 107 w 235"/>
                <a:gd name="T57" fmla="*/ 181 h 320"/>
                <a:gd name="T58" fmla="*/ 139 w 235"/>
                <a:gd name="T59" fmla="*/ 192 h 320"/>
                <a:gd name="T60" fmla="*/ 139 w 235"/>
                <a:gd name="T61" fmla="*/ 170 h 320"/>
                <a:gd name="T62" fmla="*/ 192 w 235"/>
                <a:gd name="T63" fmla="*/ 181 h 320"/>
                <a:gd name="T64" fmla="*/ 171 w 235"/>
                <a:gd name="T65" fmla="*/ 181 h 320"/>
                <a:gd name="T66" fmla="*/ 192 w 235"/>
                <a:gd name="T67" fmla="*/ 181 h 320"/>
                <a:gd name="T68" fmla="*/ 54 w 235"/>
                <a:gd name="T69" fmla="*/ 213 h 320"/>
                <a:gd name="T70" fmla="*/ 54 w 235"/>
                <a:gd name="T71" fmla="*/ 234 h 320"/>
                <a:gd name="T72" fmla="*/ 107 w 235"/>
                <a:gd name="T73" fmla="*/ 224 h 320"/>
                <a:gd name="T74" fmla="*/ 86 w 235"/>
                <a:gd name="T75" fmla="*/ 224 h 320"/>
                <a:gd name="T76" fmla="*/ 107 w 235"/>
                <a:gd name="T77" fmla="*/ 224 h 320"/>
                <a:gd name="T78" fmla="*/ 139 w 235"/>
                <a:gd name="T79" fmla="*/ 234 h 320"/>
                <a:gd name="T80" fmla="*/ 139 w 235"/>
                <a:gd name="T81" fmla="*/ 213 h 320"/>
                <a:gd name="T82" fmla="*/ 192 w 235"/>
                <a:gd name="T83" fmla="*/ 224 h 320"/>
                <a:gd name="T84" fmla="*/ 182 w 235"/>
                <a:gd name="T85" fmla="*/ 277 h 320"/>
                <a:gd name="T86" fmla="*/ 171 w 235"/>
                <a:gd name="T87" fmla="*/ 224 h 320"/>
                <a:gd name="T88" fmla="*/ 192 w 235"/>
                <a:gd name="T89" fmla="*/ 224 h 320"/>
                <a:gd name="T90" fmla="*/ 54 w 235"/>
                <a:gd name="T91" fmla="*/ 256 h 320"/>
                <a:gd name="T92" fmla="*/ 54 w 235"/>
                <a:gd name="T93" fmla="*/ 277 h 320"/>
                <a:gd name="T94" fmla="*/ 107 w 235"/>
                <a:gd name="T95" fmla="*/ 266 h 320"/>
                <a:gd name="T96" fmla="*/ 86 w 235"/>
                <a:gd name="T97" fmla="*/ 266 h 320"/>
                <a:gd name="T98" fmla="*/ 107 w 235"/>
                <a:gd name="T99" fmla="*/ 266 h 320"/>
                <a:gd name="T100" fmla="*/ 139 w 235"/>
                <a:gd name="T101" fmla="*/ 277 h 320"/>
                <a:gd name="T102" fmla="*/ 139 w 235"/>
                <a:gd name="T103" fmla="*/ 256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35" h="320">
                  <a:moveTo>
                    <a:pt x="224" y="0"/>
                  </a:moveTo>
                  <a:cubicBezTo>
                    <a:pt x="11" y="0"/>
                    <a:pt x="11" y="0"/>
                    <a:pt x="11" y="0"/>
                  </a:cubicBezTo>
                  <a:cubicBezTo>
                    <a:pt x="5" y="0"/>
                    <a:pt x="0" y="4"/>
                    <a:pt x="0" y="10"/>
                  </a:cubicBezTo>
                  <a:cubicBezTo>
                    <a:pt x="0" y="309"/>
                    <a:pt x="0" y="309"/>
                    <a:pt x="0" y="309"/>
                  </a:cubicBezTo>
                  <a:cubicBezTo>
                    <a:pt x="0" y="315"/>
                    <a:pt x="5" y="320"/>
                    <a:pt x="11" y="320"/>
                  </a:cubicBezTo>
                  <a:cubicBezTo>
                    <a:pt x="224" y="320"/>
                    <a:pt x="224" y="320"/>
                    <a:pt x="224" y="320"/>
                  </a:cubicBezTo>
                  <a:cubicBezTo>
                    <a:pt x="230" y="320"/>
                    <a:pt x="235" y="315"/>
                    <a:pt x="235" y="309"/>
                  </a:cubicBezTo>
                  <a:cubicBezTo>
                    <a:pt x="235" y="10"/>
                    <a:pt x="235" y="10"/>
                    <a:pt x="235" y="10"/>
                  </a:cubicBezTo>
                  <a:cubicBezTo>
                    <a:pt x="235" y="4"/>
                    <a:pt x="230" y="0"/>
                    <a:pt x="224" y="0"/>
                  </a:cubicBezTo>
                  <a:close/>
                  <a:moveTo>
                    <a:pt x="214" y="298"/>
                  </a:moveTo>
                  <a:cubicBezTo>
                    <a:pt x="22" y="298"/>
                    <a:pt x="22" y="298"/>
                    <a:pt x="22" y="298"/>
                  </a:cubicBezTo>
                  <a:cubicBezTo>
                    <a:pt x="22" y="21"/>
                    <a:pt x="22" y="21"/>
                    <a:pt x="22" y="21"/>
                  </a:cubicBezTo>
                  <a:cubicBezTo>
                    <a:pt x="214" y="21"/>
                    <a:pt x="214" y="21"/>
                    <a:pt x="214" y="21"/>
                  </a:cubicBezTo>
                  <a:lnTo>
                    <a:pt x="214" y="298"/>
                  </a:lnTo>
                  <a:close/>
                  <a:moveTo>
                    <a:pt x="54" y="106"/>
                  </a:moveTo>
                  <a:cubicBezTo>
                    <a:pt x="182" y="106"/>
                    <a:pt x="182" y="106"/>
                    <a:pt x="182" y="106"/>
                  </a:cubicBezTo>
                  <a:cubicBezTo>
                    <a:pt x="188" y="106"/>
                    <a:pt x="192" y="102"/>
                    <a:pt x="192" y="96"/>
                  </a:cubicBezTo>
                  <a:cubicBezTo>
                    <a:pt x="192" y="53"/>
                    <a:pt x="192" y="53"/>
                    <a:pt x="192" y="53"/>
                  </a:cubicBezTo>
                  <a:cubicBezTo>
                    <a:pt x="192" y="47"/>
                    <a:pt x="188" y="42"/>
                    <a:pt x="182" y="42"/>
                  </a:cubicBezTo>
                  <a:cubicBezTo>
                    <a:pt x="54" y="42"/>
                    <a:pt x="54" y="42"/>
                    <a:pt x="54" y="42"/>
                  </a:cubicBezTo>
                  <a:cubicBezTo>
                    <a:pt x="48" y="42"/>
                    <a:pt x="43" y="47"/>
                    <a:pt x="43" y="53"/>
                  </a:cubicBezTo>
                  <a:cubicBezTo>
                    <a:pt x="43" y="96"/>
                    <a:pt x="43" y="96"/>
                    <a:pt x="43" y="96"/>
                  </a:cubicBezTo>
                  <a:cubicBezTo>
                    <a:pt x="43" y="102"/>
                    <a:pt x="48" y="106"/>
                    <a:pt x="54" y="106"/>
                  </a:cubicBezTo>
                  <a:close/>
                  <a:moveTo>
                    <a:pt x="64" y="64"/>
                  </a:moveTo>
                  <a:cubicBezTo>
                    <a:pt x="171" y="64"/>
                    <a:pt x="171" y="64"/>
                    <a:pt x="171" y="64"/>
                  </a:cubicBezTo>
                  <a:cubicBezTo>
                    <a:pt x="171" y="85"/>
                    <a:pt x="171" y="85"/>
                    <a:pt x="171" y="85"/>
                  </a:cubicBezTo>
                  <a:cubicBezTo>
                    <a:pt x="64" y="85"/>
                    <a:pt x="64" y="85"/>
                    <a:pt x="64" y="85"/>
                  </a:cubicBezTo>
                  <a:lnTo>
                    <a:pt x="64" y="64"/>
                  </a:lnTo>
                  <a:close/>
                  <a:moveTo>
                    <a:pt x="43" y="138"/>
                  </a:moveTo>
                  <a:cubicBezTo>
                    <a:pt x="43" y="132"/>
                    <a:pt x="48" y="128"/>
                    <a:pt x="54" y="128"/>
                  </a:cubicBezTo>
                  <a:cubicBezTo>
                    <a:pt x="60" y="128"/>
                    <a:pt x="64" y="132"/>
                    <a:pt x="64" y="138"/>
                  </a:cubicBezTo>
                  <a:cubicBezTo>
                    <a:pt x="64" y="144"/>
                    <a:pt x="60" y="149"/>
                    <a:pt x="54" y="149"/>
                  </a:cubicBezTo>
                  <a:cubicBezTo>
                    <a:pt x="48" y="149"/>
                    <a:pt x="43" y="144"/>
                    <a:pt x="43" y="138"/>
                  </a:cubicBezTo>
                  <a:close/>
                  <a:moveTo>
                    <a:pt x="107" y="138"/>
                  </a:moveTo>
                  <a:cubicBezTo>
                    <a:pt x="107" y="144"/>
                    <a:pt x="102" y="149"/>
                    <a:pt x="96" y="149"/>
                  </a:cubicBezTo>
                  <a:cubicBezTo>
                    <a:pt x="90" y="149"/>
                    <a:pt x="86" y="144"/>
                    <a:pt x="86" y="138"/>
                  </a:cubicBezTo>
                  <a:cubicBezTo>
                    <a:pt x="86" y="132"/>
                    <a:pt x="90" y="128"/>
                    <a:pt x="96" y="128"/>
                  </a:cubicBezTo>
                  <a:cubicBezTo>
                    <a:pt x="102" y="128"/>
                    <a:pt x="107" y="132"/>
                    <a:pt x="107" y="138"/>
                  </a:cubicBezTo>
                  <a:close/>
                  <a:moveTo>
                    <a:pt x="150" y="138"/>
                  </a:moveTo>
                  <a:cubicBezTo>
                    <a:pt x="150" y="144"/>
                    <a:pt x="145" y="149"/>
                    <a:pt x="139" y="149"/>
                  </a:cubicBezTo>
                  <a:cubicBezTo>
                    <a:pt x="133" y="149"/>
                    <a:pt x="128" y="144"/>
                    <a:pt x="128" y="138"/>
                  </a:cubicBezTo>
                  <a:cubicBezTo>
                    <a:pt x="128" y="132"/>
                    <a:pt x="133" y="128"/>
                    <a:pt x="139" y="128"/>
                  </a:cubicBezTo>
                  <a:cubicBezTo>
                    <a:pt x="145" y="128"/>
                    <a:pt x="150" y="132"/>
                    <a:pt x="150" y="138"/>
                  </a:cubicBezTo>
                  <a:close/>
                  <a:moveTo>
                    <a:pt x="192" y="138"/>
                  </a:moveTo>
                  <a:cubicBezTo>
                    <a:pt x="192" y="144"/>
                    <a:pt x="188" y="149"/>
                    <a:pt x="182" y="149"/>
                  </a:cubicBezTo>
                  <a:cubicBezTo>
                    <a:pt x="176" y="149"/>
                    <a:pt x="171" y="144"/>
                    <a:pt x="171" y="138"/>
                  </a:cubicBezTo>
                  <a:cubicBezTo>
                    <a:pt x="171" y="132"/>
                    <a:pt x="176" y="128"/>
                    <a:pt x="182" y="128"/>
                  </a:cubicBezTo>
                  <a:cubicBezTo>
                    <a:pt x="188" y="128"/>
                    <a:pt x="192" y="132"/>
                    <a:pt x="192" y="138"/>
                  </a:cubicBezTo>
                  <a:close/>
                  <a:moveTo>
                    <a:pt x="43" y="181"/>
                  </a:moveTo>
                  <a:cubicBezTo>
                    <a:pt x="43" y="175"/>
                    <a:pt x="48" y="170"/>
                    <a:pt x="54" y="170"/>
                  </a:cubicBezTo>
                  <a:cubicBezTo>
                    <a:pt x="60" y="170"/>
                    <a:pt x="64" y="175"/>
                    <a:pt x="64" y="181"/>
                  </a:cubicBezTo>
                  <a:cubicBezTo>
                    <a:pt x="64" y="187"/>
                    <a:pt x="60" y="192"/>
                    <a:pt x="54" y="192"/>
                  </a:cubicBezTo>
                  <a:cubicBezTo>
                    <a:pt x="48" y="192"/>
                    <a:pt x="43" y="187"/>
                    <a:pt x="43" y="181"/>
                  </a:cubicBezTo>
                  <a:close/>
                  <a:moveTo>
                    <a:pt x="107" y="181"/>
                  </a:moveTo>
                  <a:cubicBezTo>
                    <a:pt x="107" y="187"/>
                    <a:pt x="102" y="192"/>
                    <a:pt x="96" y="192"/>
                  </a:cubicBezTo>
                  <a:cubicBezTo>
                    <a:pt x="90" y="192"/>
                    <a:pt x="86" y="187"/>
                    <a:pt x="86" y="181"/>
                  </a:cubicBezTo>
                  <a:cubicBezTo>
                    <a:pt x="86" y="175"/>
                    <a:pt x="90" y="170"/>
                    <a:pt x="96" y="170"/>
                  </a:cubicBezTo>
                  <a:cubicBezTo>
                    <a:pt x="102" y="170"/>
                    <a:pt x="107" y="175"/>
                    <a:pt x="107" y="181"/>
                  </a:cubicBezTo>
                  <a:close/>
                  <a:moveTo>
                    <a:pt x="150" y="181"/>
                  </a:moveTo>
                  <a:cubicBezTo>
                    <a:pt x="150" y="187"/>
                    <a:pt x="145" y="192"/>
                    <a:pt x="139" y="192"/>
                  </a:cubicBezTo>
                  <a:cubicBezTo>
                    <a:pt x="133" y="192"/>
                    <a:pt x="128" y="187"/>
                    <a:pt x="128" y="181"/>
                  </a:cubicBezTo>
                  <a:cubicBezTo>
                    <a:pt x="128" y="175"/>
                    <a:pt x="133" y="170"/>
                    <a:pt x="139" y="170"/>
                  </a:cubicBezTo>
                  <a:cubicBezTo>
                    <a:pt x="145" y="170"/>
                    <a:pt x="150" y="175"/>
                    <a:pt x="150" y="181"/>
                  </a:cubicBezTo>
                  <a:close/>
                  <a:moveTo>
                    <a:pt x="192" y="181"/>
                  </a:moveTo>
                  <a:cubicBezTo>
                    <a:pt x="192" y="187"/>
                    <a:pt x="188" y="192"/>
                    <a:pt x="182" y="192"/>
                  </a:cubicBezTo>
                  <a:cubicBezTo>
                    <a:pt x="176" y="192"/>
                    <a:pt x="171" y="187"/>
                    <a:pt x="171" y="181"/>
                  </a:cubicBezTo>
                  <a:cubicBezTo>
                    <a:pt x="171" y="175"/>
                    <a:pt x="176" y="170"/>
                    <a:pt x="182" y="170"/>
                  </a:cubicBezTo>
                  <a:cubicBezTo>
                    <a:pt x="188" y="170"/>
                    <a:pt x="192" y="175"/>
                    <a:pt x="192" y="181"/>
                  </a:cubicBezTo>
                  <a:close/>
                  <a:moveTo>
                    <a:pt x="43" y="224"/>
                  </a:moveTo>
                  <a:cubicBezTo>
                    <a:pt x="43" y="218"/>
                    <a:pt x="48" y="213"/>
                    <a:pt x="54" y="213"/>
                  </a:cubicBezTo>
                  <a:cubicBezTo>
                    <a:pt x="60" y="213"/>
                    <a:pt x="64" y="218"/>
                    <a:pt x="64" y="224"/>
                  </a:cubicBezTo>
                  <a:cubicBezTo>
                    <a:pt x="64" y="230"/>
                    <a:pt x="60" y="234"/>
                    <a:pt x="54" y="234"/>
                  </a:cubicBezTo>
                  <a:cubicBezTo>
                    <a:pt x="48" y="234"/>
                    <a:pt x="43" y="230"/>
                    <a:pt x="43" y="224"/>
                  </a:cubicBezTo>
                  <a:close/>
                  <a:moveTo>
                    <a:pt x="107" y="224"/>
                  </a:moveTo>
                  <a:cubicBezTo>
                    <a:pt x="107" y="230"/>
                    <a:pt x="102" y="234"/>
                    <a:pt x="96" y="234"/>
                  </a:cubicBezTo>
                  <a:cubicBezTo>
                    <a:pt x="90" y="234"/>
                    <a:pt x="86" y="230"/>
                    <a:pt x="86" y="224"/>
                  </a:cubicBezTo>
                  <a:cubicBezTo>
                    <a:pt x="86" y="218"/>
                    <a:pt x="90" y="213"/>
                    <a:pt x="96" y="213"/>
                  </a:cubicBezTo>
                  <a:cubicBezTo>
                    <a:pt x="102" y="213"/>
                    <a:pt x="107" y="218"/>
                    <a:pt x="107" y="224"/>
                  </a:cubicBezTo>
                  <a:close/>
                  <a:moveTo>
                    <a:pt x="150" y="224"/>
                  </a:moveTo>
                  <a:cubicBezTo>
                    <a:pt x="150" y="230"/>
                    <a:pt x="145" y="234"/>
                    <a:pt x="139" y="234"/>
                  </a:cubicBezTo>
                  <a:cubicBezTo>
                    <a:pt x="133" y="234"/>
                    <a:pt x="128" y="230"/>
                    <a:pt x="128" y="224"/>
                  </a:cubicBezTo>
                  <a:cubicBezTo>
                    <a:pt x="128" y="218"/>
                    <a:pt x="133" y="213"/>
                    <a:pt x="139" y="213"/>
                  </a:cubicBezTo>
                  <a:cubicBezTo>
                    <a:pt x="145" y="213"/>
                    <a:pt x="150" y="218"/>
                    <a:pt x="150" y="224"/>
                  </a:cubicBezTo>
                  <a:close/>
                  <a:moveTo>
                    <a:pt x="192" y="224"/>
                  </a:moveTo>
                  <a:cubicBezTo>
                    <a:pt x="192" y="266"/>
                    <a:pt x="192" y="266"/>
                    <a:pt x="192" y="266"/>
                  </a:cubicBezTo>
                  <a:cubicBezTo>
                    <a:pt x="192" y="272"/>
                    <a:pt x="188" y="277"/>
                    <a:pt x="182" y="277"/>
                  </a:cubicBezTo>
                  <a:cubicBezTo>
                    <a:pt x="176" y="277"/>
                    <a:pt x="171" y="272"/>
                    <a:pt x="171" y="266"/>
                  </a:cubicBezTo>
                  <a:cubicBezTo>
                    <a:pt x="171" y="224"/>
                    <a:pt x="171" y="224"/>
                    <a:pt x="171" y="224"/>
                  </a:cubicBezTo>
                  <a:cubicBezTo>
                    <a:pt x="171" y="218"/>
                    <a:pt x="176" y="213"/>
                    <a:pt x="182" y="213"/>
                  </a:cubicBezTo>
                  <a:cubicBezTo>
                    <a:pt x="188" y="213"/>
                    <a:pt x="192" y="218"/>
                    <a:pt x="192" y="224"/>
                  </a:cubicBezTo>
                  <a:close/>
                  <a:moveTo>
                    <a:pt x="43" y="266"/>
                  </a:moveTo>
                  <a:cubicBezTo>
                    <a:pt x="43" y="260"/>
                    <a:pt x="48" y="256"/>
                    <a:pt x="54" y="256"/>
                  </a:cubicBezTo>
                  <a:cubicBezTo>
                    <a:pt x="60" y="256"/>
                    <a:pt x="64" y="260"/>
                    <a:pt x="64" y="266"/>
                  </a:cubicBezTo>
                  <a:cubicBezTo>
                    <a:pt x="64" y="272"/>
                    <a:pt x="60" y="277"/>
                    <a:pt x="54" y="277"/>
                  </a:cubicBezTo>
                  <a:cubicBezTo>
                    <a:pt x="48" y="277"/>
                    <a:pt x="43" y="272"/>
                    <a:pt x="43" y="266"/>
                  </a:cubicBezTo>
                  <a:close/>
                  <a:moveTo>
                    <a:pt x="107" y="266"/>
                  </a:moveTo>
                  <a:cubicBezTo>
                    <a:pt x="107" y="272"/>
                    <a:pt x="102" y="277"/>
                    <a:pt x="96" y="277"/>
                  </a:cubicBezTo>
                  <a:cubicBezTo>
                    <a:pt x="90" y="277"/>
                    <a:pt x="86" y="272"/>
                    <a:pt x="86" y="266"/>
                  </a:cubicBezTo>
                  <a:cubicBezTo>
                    <a:pt x="86" y="260"/>
                    <a:pt x="90" y="256"/>
                    <a:pt x="96" y="256"/>
                  </a:cubicBezTo>
                  <a:cubicBezTo>
                    <a:pt x="102" y="256"/>
                    <a:pt x="107" y="260"/>
                    <a:pt x="107" y="266"/>
                  </a:cubicBezTo>
                  <a:close/>
                  <a:moveTo>
                    <a:pt x="150" y="266"/>
                  </a:moveTo>
                  <a:cubicBezTo>
                    <a:pt x="150" y="272"/>
                    <a:pt x="145" y="277"/>
                    <a:pt x="139" y="277"/>
                  </a:cubicBezTo>
                  <a:cubicBezTo>
                    <a:pt x="133" y="277"/>
                    <a:pt x="128" y="272"/>
                    <a:pt x="128" y="266"/>
                  </a:cubicBezTo>
                  <a:cubicBezTo>
                    <a:pt x="128" y="260"/>
                    <a:pt x="133" y="256"/>
                    <a:pt x="139" y="256"/>
                  </a:cubicBezTo>
                  <a:cubicBezTo>
                    <a:pt x="145" y="256"/>
                    <a:pt x="150" y="260"/>
                    <a:pt x="150" y="266"/>
                  </a:cubicBezTo>
                  <a:close/>
                </a:path>
              </a:pathLst>
            </a:custGeom>
            <a:pattFill>
              <a:fgClr>
                <a:schemeClr val="accent4"/>
              </a:fgClr>
              <a:bgClr>
                <a:schemeClr val="accent4"/>
              </a:bgClr>
            </a:patt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200"/>
            </a:p>
          </p:txBody>
        </p:sp>
        <p:sp>
          <p:nvSpPr>
            <p:cNvPr id="33" name="Freeform 765">
              <a:extLst>
                <a:ext uri="{FF2B5EF4-FFF2-40B4-BE49-F238E27FC236}">
                  <a16:creationId xmlns:a16="http://schemas.microsoft.com/office/drawing/2014/main" id="{7A0956C3-AD4D-DF20-42C8-3021BD114F36}"/>
                </a:ext>
              </a:extLst>
            </p:cNvPr>
            <p:cNvSpPr>
              <a:spLocks noEditPoints="1"/>
            </p:cNvSpPr>
            <p:nvPr/>
          </p:nvSpPr>
          <p:spPr bwMode="auto">
            <a:xfrm>
              <a:off x="3203" y="3365"/>
              <a:ext cx="341"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pattFill>
              <a:fgClr>
                <a:schemeClr val="accent4"/>
              </a:fgClr>
              <a:bgClr>
                <a:schemeClr val="accent4"/>
              </a:bgClr>
            </a:patt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200"/>
            </a:p>
          </p:txBody>
        </p:sp>
      </p:grpSp>
      <p:grpSp>
        <p:nvGrpSpPr>
          <p:cNvPr id="41" name="Office_Border_22">
            <a:extLst>
              <a:ext uri="{FF2B5EF4-FFF2-40B4-BE49-F238E27FC236}">
                <a16:creationId xmlns:a16="http://schemas.microsoft.com/office/drawing/2014/main" id="{09EA3666-18A9-58E8-9786-A7E56D4585A2}"/>
              </a:ext>
            </a:extLst>
          </p:cNvPr>
          <p:cNvGrpSpPr>
            <a:grpSpLocks noChangeAspect="1"/>
          </p:cNvGrpSpPr>
          <p:nvPr/>
        </p:nvGrpSpPr>
        <p:grpSpPr bwMode="auto">
          <a:xfrm>
            <a:off x="3668671" y="1008969"/>
            <a:ext cx="576071" cy="576072"/>
            <a:chOff x="5799" y="1235"/>
            <a:chExt cx="340" cy="340"/>
          </a:xfrm>
          <a:solidFill>
            <a:schemeClr val="accent4"/>
          </a:solidFill>
        </p:grpSpPr>
        <p:sp>
          <p:nvSpPr>
            <p:cNvPr id="42" name="Freeform 361">
              <a:extLst>
                <a:ext uri="{FF2B5EF4-FFF2-40B4-BE49-F238E27FC236}">
                  <a16:creationId xmlns:a16="http://schemas.microsoft.com/office/drawing/2014/main" id="{2AE424AF-FFA8-1354-FB43-B063EF954C0E}"/>
                </a:ext>
              </a:extLst>
            </p:cNvPr>
            <p:cNvSpPr>
              <a:spLocks noEditPoints="1"/>
            </p:cNvSpPr>
            <p:nvPr/>
          </p:nvSpPr>
          <p:spPr bwMode="auto">
            <a:xfrm>
              <a:off x="5891" y="1299"/>
              <a:ext cx="156" cy="212"/>
            </a:xfrm>
            <a:custGeom>
              <a:avLst/>
              <a:gdLst>
                <a:gd name="T0" fmla="*/ 234 w 235"/>
                <a:gd name="T1" fmla="*/ 81 h 320"/>
                <a:gd name="T2" fmla="*/ 232 w 235"/>
                <a:gd name="T3" fmla="*/ 77 h 320"/>
                <a:gd name="T4" fmla="*/ 157 w 235"/>
                <a:gd name="T5" fmla="*/ 3 h 320"/>
                <a:gd name="T6" fmla="*/ 154 w 235"/>
                <a:gd name="T7" fmla="*/ 0 h 320"/>
                <a:gd name="T8" fmla="*/ 150 w 235"/>
                <a:gd name="T9" fmla="*/ 0 h 320"/>
                <a:gd name="T10" fmla="*/ 11 w 235"/>
                <a:gd name="T11" fmla="*/ 0 h 320"/>
                <a:gd name="T12" fmla="*/ 0 w 235"/>
                <a:gd name="T13" fmla="*/ 10 h 320"/>
                <a:gd name="T14" fmla="*/ 0 w 235"/>
                <a:gd name="T15" fmla="*/ 309 h 320"/>
                <a:gd name="T16" fmla="*/ 11 w 235"/>
                <a:gd name="T17" fmla="*/ 320 h 320"/>
                <a:gd name="T18" fmla="*/ 224 w 235"/>
                <a:gd name="T19" fmla="*/ 320 h 320"/>
                <a:gd name="T20" fmla="*/ 235 w 235"/>
                <a:gd name="T21" fmla="*/ 309 h 320"/>
                <a:gd name="T22" fmla="*/ 235 w 235"/>
                <a:gd name="T23" fmla="*/ 85 h 320"/>
                <a:gd name="T24" fmla="*/ 234 w 235"/>
                <a:gd name="T25" fmla="*/ 81 h 320"/>
                <a:gd name="T26" fmla="*/ 160 w 235"/>
                <a:gd name="T27" fmla="*/ 36 h 320"/>
                <a:gd name="T28" fmla="*/ 199 w 235"/>
                <a:gd name="T29" fmla="*/ 74 h 320"/>
                <a:gd name="T30" fmla="*/ 160 w 235"/>
                <a:gd name="T31" fmla="*/ 74 h 320"/>
                <a:gd name="T32" fmla="*/ 160 w 235"/>
                <a:gd name="T33" fmla="*/ 36 h 320"/>
                <a:gd name="T34" fmla="*/ 22 w 235"/>
                <a:gd name="T35" fmla="*/ 298 h 320"/>
                <a:gd name="T36" fmla="*/ 22 w 235"/>
                <a:gd name="T37" fmla="*/ 21 h 320"/>
                <a:gd name="T38" fmla="*/ 139 w 235"/>
                <a:gd name="T39" fmla="*/ 21 h 320"/>
                <a:gd name="T40" fmla="*/ 139 w 235"/>
                <a:gd name="T41" fmla="*/ 85 h 320"/>
                <a:gd name="T42" fmla="*/ 150 w 235"/>
                <a:gd name="T43" fmla="*/ 96 h 320"/>
                <a:gd name="T44" fmla="*/ 214 w 235"/>
                <a:gd name="T45" fmla="*/ 96 h 320"/>
                <a:gd name="T46" fmla="*/ 214 w 235"/>
                <a:gd name="T47" fmla="*/ 298 h 320"/>
                <a:gd name="T48" fmla="*/ 22 w 235"/>
                <a:gd name="T49" fmla="*/ 298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35" h="320">
                  <a:moveTo>
                    <a:pt x="234" y="81"/>
                  </a:moveTo>
                  <a:cubicBezTo>
                    <a:pt x="234" y="80"/>
                    <a:pt x="233" y="78"/>
                    <a:pt x="232" y="77"/>
                  </a:cubicBezTo>
                  <a:cubicBezTo>
                    <a:pt x="157" y="3"/>
                    <a:pt x="157" y="3"/>
                    <a:pt x="157" y="3"/>
                  </a:cubicBezTo>
                  <a:cubicBezTo>
                    <a:pt x="156" y="2"/>
                    <a:pt x="155" y="1"/>
                    <a:pt x="154" y="0"/>
                  </a:cubicBezTo>
                  <a:cubicBezTo>
                    <a:pt x="152" y="0"/>
                    <a:pt x="151" y="0"/>
                    <a:pt x="150" y="0"/>
                  </a:cubicBezTo>
                  <a:cubicBezTo>
                    <a:pt x="11" y="0"/>
                    <a:pt x="11" y="0"/>
                    <a:pt x="11" y="0"/>
                  </a:cubicBezTo>
                  <a:cubicBezTo>
                    <a:pt x="5" y="0"/>
                    <a:pt x="0" y="4"/>
                    <a:pt x="0" y="10"/>
                  </a:cubicBezTo>
                  <a:cubicBezTo>
                    <a:pt x="0" y="309"/>
                    <a:pt x="0" y="309"/>
                    <a:pt x="0" y="309"/>
                  </a:cubicBezTo>
                  <a:cubicBezTo>
                    <a:pt x="0" y="315"/>
                    <a:pt x="5" y="320"/>
                    <a:pt x="11" y="320"/>
                  </a:cubicBezTo>
                  <a:cubicBezTo>
                    <a:pt x="224" y="320"/>
                    <a:pt x="224" y="320"/>
                    <a:pt x="224" y="320"/>
                  </a:cubicBezTo>
                  <a:cubicBezTo>
                    <a:pt x="230" y="320"/>
                    <a:pt x="235" y="315"/>
                    <a:pt x="235" y="309"/>
                  </a:cubicBezTo>
                  <a:cubicBezTo>
                    <a:pt x="235" y="85"/>
                    <a:pt x="235" y="85"/>
                    <a:pt x="235" y="85"/>
                  </a:cubicBezTo>
                  <a:cubicBezTo>
                    <a:pt x="235" y="84"/>
                    <a:pt x="235" y="82"/>
                    <a:pt x="234" y="81"/>
                  </a:cubicBezTo>
                  <a:close/>
                  <a:moveTo>
                    <a:pt x="160" y="36"/>
                  </a:moveTo>
                  <a:cubicBezTo>
                    <a:pt x="199" y="74"/>
                    <a:pt x="199" y="74"/>
                    <a:pt x="199" y="74"/>
                  </a:cubicBezTo>
                  <a:cubicBezTo>
                    <a:pt x="160" y="74"/>
                    <a:pt x="160" y="74"/>
                    <a:pt x="160" y="74"/>
                  </a:cubicBezTo>
                  <a:lnTo>
                    <a:pt x="160" y="36"/>
                  </a:lnTo>
                  <a:close/>
                  <a:moveTo>
                    <a:pt x="22" y="298"/>
                  </a:moveTo>
                  <a:cubicBezTo>
                    <a:pt x="22" y="21"/>
                    <a:pt x="22" y="21"/>
                    <a:pt x="22" y="21"/>
                  </a:cubicBezTo>
                  <a:cubicBezTo>
                    <a:pt x="139" y="21"/>
                    <a:pt x="139" y="21"/>
                    <a:pt x="139" y="21"/>
                  </a:cubicBezTo>
                  <a:cubicBezTo>
                    <a:pt x="139" y="85"/>
                    <a:pt x="139" y="85"/>
                    <a:pt x="139" y="85"/>
                  </a:cubicBezTo>
                  <a:cubicBezTo>
                    <a:pt x="139" y="91"/>
                    <a:pt x="144" y="96"/>
                    <a:pt x="150" y="96"/>
                  </a:cubicBezTo>
                  <a:cubicBezTo>
                    <a:pt x="214" y="96"/>
                    <a:pt x="214" y="96"/>
                    <a:pt x="214" y="96"/>
                  </a:cubicBezTo>
                  <a:cubicBezTo>
                    <a:pt x="214" y="298"/>
                    <a:pt x="214" y="298"/>
                    <a:pt x="214" y="298"/>
                  </a:cubicBezTo>
                  <a:lnTo>
                    <a:pt x="22" y="298"/>
                  </a:lnTo>
                  <a:close/>
                </a:path>
              </a:pathLst>
            </a:custGeom>
            <a:pattFill>
              <a:fgClr>
                <a:schemeClr val="accent4"/>
              </a:fgClr>
              <a:bgClr>
                <a:schemeClr val="accent4"/>
              </a:bgClr>
            </a:patt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200"/>
            </a:p>
          </p:txBody>
        </p:sp>
        <p:sp>
          <p:nvSpPr>
            <p:cNvPr id="43" name="Freeform 362">
              <a:extLst>
                <a:ext uri="{FF2B5EF4-FFF2-40B4-BE49-F238E27FC236}">
                  <a16:creationId xmlns:a16="http://schemas.microsoft.com/office/drawing/2014/main" id="{C9E95582-472E-F955-2E8C-77661F788EDC}"/>
                </a:ext>
              </a:extLst>
            </p:cNvPr>
            <p:cNvSpPr>
              <a:spLocks noEditPoints="1"/>
            </p:cNvSpPr>
            <p:nvPr/>
          </p:nvSpPr>
          <p:spPr bwMode="auto">
            <a:xfrm>
              <a:off x="5799" y="1235"/>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pattFill>
              <a:fgClr>
                <a:schemeClr val="accent4"/>
              </a:fgClr>
              <a:bgClr>
                <a:schemeClr val="accent4"/>
              </a:bgClr>
            </a:patt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200"/>
            </a:p>
          </p:txBody>
        </p:sp>
      </p:grpSp>
      <p:grpSp>
        <p:nvGrpSpPr>
          <p:cNvPr id="44" name="General_Border_34">
            <a:extLst>
              <a:ext uri="{FF2B5EF4-FFF2-40B4-BE49-F238E27FC236}">
                <a16:creationId xmlns:a16="http://schemas.microsoft.com/office/drawing/2014/main" id="{969863D8-27FD-2121-FAD0-553A62BBE71F}"/>
              </a:ext>
            </a:extLst>
          </p:cNvPr>
          <p:cNvGrpSpPr>
            <a:grpSpLocks noChangeAspect="1"/>
          </p:cNvGrpSpPr>
          <p:nvPr/>
        </p:nvGrpSpPr>
        <p:grpSpPr bwMode="auto">
          <a:xfrm>
            <a:off x="5992605" y="1010989"/>
            <a:ext cx="572032" cy="572032"/>
            <a:chOff x="5018" y="1229"/>
            <a:chExt cx="340" cy="340"/>
          </a:xfrm>
          <a:solidFill>
            <a:schemeClr val="accent4"/>
          </a:solidFill>
        </p:grpSpPr>
        <p:sp>
          <p:nvSpPr>
            <p:cNvPr id="45" name="Freeform 350">
              <a:extLst>
                <a:ext uri="{FF2B5EF4-FFF2-40B4-BE49-F238E27FC236}">
                  <a16:creationId xmlns:a16="http://schemas.microsoft.com/office/drawing/2014/main" id="{6B87FBBF-01DB-4DDC-5240-21687E71C091}"/>
                </a:ext>
              </a:extLst>
            </p:cNvPr>
            <p:cNvSpPr>
              <a:spLocks noEditPoints="1"/>
            </p:cNvSpPr>
            <p:nvPr/>
          </p:nvSpPr>
          <p:spPr bwMode="auto">
            <a:xfrm>
              <a:off x="5103" y="1293"/>
              <a:ext cx="170" cy="212"/>
            </a:xfrm>
            <a:custGeom>
              <a:avLst/>
              <a:gdLst>
                <a:gd name="T0" fmla="*/ 160 w 256"/>
                <a:gd name="T1" fmla="*/ 85 h 320"/>
                <a:gd name="T2" fmla="*/ 10 w 256"/>
                <a:gd name="T3" fmla="*/ 85 h 320"/>
                <a:gd name="T4" fmla="*/ 0 w 256"/>
                <a:gd name="T5" fmla="*/ 96 h 320"/>
                <a:gd name="T6" fmla="*/ 0 w 256"/>
                <a:gd name="T7" fmla="*/ 309 h 320"/>
                <a:gd name="T8" fmla="*/ 10 w 256"/>
                <a:gd name="T9" fmla="*/ 320 h 320"/>
                <a:gd name="T10" fmla="*/ 160 w 256"/>
                <a:gd name="T11" fmla="*/ 320 h 320"/>
                <a:gd name="T12" fmla="*/ 170 w 256"/>
                <a:gd name="T13" fmla="*/ 309 h 320"/>
                <a:gd name="T14" fmla="*/ 170 w 256"/>
                <a:gd name="T15" fmla="*/ 96 h 320"/>
                <a:gd name="T16" fmla="*/ 160 w 256"/>
                <a:gd name="T17" fmla="*/ 85 h 320"/>
                <a:gd name="T18" fmla="*/ 149 w 256"/>
                <a:gd name="T19" fmla="*/ 298 h 320"/>
                <a:gd name="T20" fmla="*/ 21 w 256"/>
                <a:gd name="T21" fmla="*/ 298 h 320"/>
                <a:gd name="T22" fmla="*/ 21 w 256"/>
                <a:gd name="T23" fmla="*/ 106 h 320"/>
                <a:gd name="T24" fmla="*/ 149 w 256"/>
                <a:gd name="T25" fmla="*/ 106 h 320"/>
                <a:gd name="T26" fmla="*/ 149 w 256"/>
                <a:gd name="T27" fmla="*/ 298 h 320"/>
                <a:gd name="T28" fmla="*/ 213 w 256"/>
                <a:gd name="T29" fmla="*/ 53 h 320"/>
                <a:gd name="T30" fmla="*/ 213 w 256"/>
                <a:gd name="T31" fmla="*/ 266 h 320"/>
                <a:gd name="T32" fmla="*/ 202 w 256"/>
                <a:gd name="T33" fmla="*/ 277 h 320"/>
                <a:gd name="T34" fmla="*/ 192 w 256"/>
                <a:gd name="T35" fmla="*/ 266 h 320"/>
                <a:gd name="T36" fmla="*/ 192 w 256"/>
                <a:gd name="T37" fmla="*/ 64 h 320"/>
                <a:gd name="T38" fmla="*/ 53 w 256"/>
                <a:gd name="T39" fmla="*/ 64 h 320"/>
                <a:gd name="T40" fmla="*/ 42 w 256"/>
                <a:gd name="T41" fmla="*/ 53 h 320"/>
                <a:gd name="T42" fmla="*/ 53 w 256"/>
                <a:gd name="T43" fmla="*/ 42 h 320"/>
                <a:gd name="T44" fmla="*/ 202 w 256"/>
                <a:gd name="T45" fmla="*/ 42 h 320"/>
                <a:gd name="T46" fmla="*/ 213 w 256"/>
                <a:gd name="T47" fmla="*/ 53 h 320"/>
                <a:gd name="T48" fmla="*/ 256 w 256"/>
                <a:gd name="T49" fmla="*/ 10 h 320"/>
                <a:gd name="T50" fmla="*/ 256 w 256"/>
                <a:gd name="T51" fmla="*/ 224 h 320"/>
                <a:gd name="T52" fmla="*/ 245 w 256"/>
                <a:gd name="T53" fmla="*/ 234 h 320"/>
                <a:gd name="T54" fmla="*/ 234 w 256"/>
                <a:gd name="T55" fmla="*/ 224 h 320"/>
                <a:gd name="T56" fmla="*/ 234 w 256"/>
                <a:gd name="T57" fmla="*/ 21 h 320"/>
                <a:gd name="T58" fmla="*/ 96 w 256"/>
                <a:gd name="T59" fmla="*/ 21 h 320"/>
                <a:gd name="T60" fmla="*/ 85 w 256"/>
                <a:gd name="T61" fmla="*/ 10 h 320"/>
                <a:gd name="T62" fmla="*/ 96 w 256"/>
                <a:gd name="T63" fmla="*/ 0 h 320"/>
                <a:gd name="T64" fmla="*/ 245 w 256"/>
                <a:gd name="T65" fmla="*/ 0 h 320"/>
                <a:gd name="T66" fmla="*/ 256 w 256"/>
                <a:gd name="T67" fmla="*/ 10 h 320"/>
                <a:gd name="T68" fmla="*/ 32 w 256"/>
                <a:gd name="T69" fmla="*/ 266 h 320"/>
                <a:gd name="T70" fmla="*/ 42 w 256"/>
                <a:gd name="T71" fmla="*/ 256 h 320"/>
                <a:gd name="T72" fmla="*/ 128 w 256"/>
                <a:gd name="T73" fmla="*/ 256 h 320"/>
                <a:gd name="T74" fmla="*/ 138 w 256"/>
                <a:gd name="T75" fmla="*/ 266 h 320"/>
                <a:gd name="T76" fmla="*/ 128 w 256"/>
                <a:gd name="T77" fmla="*/ 277 h 320"/>
                <a:gd name="T78" fmla="*/ 42 w 256"/>
                <a:gd name="T79" fmla="*/ 277 h 320"/>
                <a:gd name="T80" fmla="*/ 32 w 256"/>
                <a:gd name="T81" fmla="*/ 266 h 320"/>
                <a:gd name="T82" fmla="*/ 32 w 256"/>
                <a:gd name="T83" fmla="*/ 224 h 320"/>
                <a:gd name="T84" fmla="*/ 42 w 256"/>
                <a:gd name="T85" fmla="*/ 213 h 320"/>
                <a:gd name="T86" fmla="*/ 128 w 256"/>
                <a:gd name="T87" fmla="*/ 213 h 320"/>
                <a:gd name="T88" fmla="*/ 138 w 256"/>
                <a:gd name="T89" fmla="*/ 224 h 320"/>
                <a:gd name="T90" fmla="*/ 128 w 256"/>
                <a:gd name="T91" fmla="*/ 234 h 320"/>
                <a:gd name="T92" fmla="*/ 42 w 256"/>
                <a:gd name="T93" fmla="*/ 234 h 320"/>
                <a:gd name="T94" fmla="*/ 32 w 256"/>
                <a:gd name="T95" fmla="*/ 224 h 320"/>
                <a:gd name="T96" fmla="*/ 32 w 256"/>
                <a:gd name="T97" fmla="*/ 181 h 320"/>
                <a:gd name="T98" fmla="*/ 42 w 256"/>
                <a:gd name="T99" fmla="*/ 170 h 320"/>
                <a:gd name="T100" fmla="*/ 128 w 256"/>
                <a:gd name="T101" fmla="*/ 170 h 320"/>
                <a:gd name="T102" fmla="*/ 138 w 256"/>
                <a:gd name="T103" fmla="*/ 181 h 320"/>
                <a:gd name="T104" fmla="*/ 128 w 256"/>
                <a:gd name="T105" fmla="*/ 192 h 320"/>
                <a:gd name="T106" fmla="*/ 42 w 256"/>
                <a:gd name="T107" fmla="*/ 192 h 320"/>
                <a:gd name="T108" fmla="*/ 32 w 256"/>
                <a:gd name="T109" fmla="*/ 181 h 320"/>
                <a:gd name="T110" fmla="*/ 32 w 256"/>
                <a:gd name="T111" fmla="*/ 138 h 320"/>
                <a:gd name="T112" fmla="*/ 42 w 256"/>
                <a:gd name="T113" fmla="*/ 128 h 320"/>
                <a:gd name="T114" fmla="*/ 128 w 256"/>
                <a:gd name="T115" fmla="*/ 128 h 320"/>
                <a:gd name="T116" fmla="*/ 138 w 256"/>
                <a:gd name="T117" fmla="*/ 138 h 320"/>
                <a:gd name="T118" fmla="*/ 128 w 256"/>
                <a:gd name="T119" fmla="*/ 149 h 320"/>
                <a:gd name="T120" fmla="*/ 42 w 256"/>
                <a:gd name="T121" fmla="*/ 149 h 320"/>
                <a:gd name="T122" fmla="*/ 32 w 256"/>
                <a:gd name="T123" fmla="*/ 138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56" h="320">
                  <a:moveTo>
                    <a:pt x="160" y="85"/>
                  </a:moveTo>
                  <a:cubicBezTo>
                    <a:pt x="10" y="85"/>
                    <a:pt x="10" y="85"/>
                    <a:pt x="10" y="85"/>
                  </a:cubicBezTo>
                  <a:cubicBezTo>
                    <a:pt x="4" y="85"/>
                    <a:pt x="0" y="90"/>
                    <a:pt x="0" y="96"/>
                  </a:cubicBezTo>
                  <a:cubicBezTo>
                    <a:pt x="0" y="309"/>
                    <a:pt x="0" y="309"/>
                    <a:pt x="0" y="309"/>
                  </a:cubicBezTo>
                  <a:cubicBezTo>
                    <a:pt x="0" y="315"/>
                    <a:pt x="4" y="320"/>
                    <a:pt x="10" y="320"/>
                  </a:cubicBezTo>
                  <a:cubicBezTo>
                    <a:pt x="160" y="320"/>
                    <a:pt x="160" y="320"/>
                    <a:pt x="160" y="320"/>
                  </a:cubicBezTo>
                  <a:cubicBezTo>
                    <a:pt x="166" y="320"/>
                    <a:pt x="170" y="315"/>
                    <a:pt x="170" y="309"/>
                  </a:cubicBezTo>
                  <a:cubicBezTo>
                    <a:pt x="170" y="96"/>
                    <a:pt x="170" y="96"/>
                    <a:pt x="170" y="96"/>
                  </a:cubicBezTo>
                  <a:cubicBezTo>
                    <a:pt x="170" y="90"/>
                    <a:pt x="166" y="85"/>
                    <a:pt x="160" y="85"/>
                  </a:cubicBezTo>
                  <a:close/>
                  <a:moveTo>
                    <a:pt x="149" y="298"/>
                  </a:moveTo>
                  <a:cubicBezTo>
                    <a:pt x="21" y="298"/>
                    <a:pt x="21" y="298"/>
                    <a:pt x="21" y="298"/>
                  </a:cubicBezTo>
                  <a:cubicBezTo>
                    <a:pt x="21" y="106"/>
                    <a:pt x="21" y="106"/>
                    <a:pt x="21" y="106"/>
                  </a:cubicBezTo>
                  <a:cubicBezTo>
                    <a:pt x="149" y="106"/>
                    <a:pt x="149" y="106"/>
                    <a:pt x="149" y="106"/>
                  </a:cubicBezTo>
                  <a:lnTo>
                    <a:pt x="149" y="298"/>
                  </a:lnTo>
                  <a:close/>
                  <a:moveTo>
                    <a:pt x="213" y="53"/>
                  </a:moveTo>
                  <a:cubicBezTo>
                    <a:pt x="213" y="266"/>
                    <a:pt x="213" y="266"/>
                    <a:pt x="213" y="266"/>
                  </a:cubicBezTo>
                  <a:cubicBezTo>
                    <a:pt x="213" y="272"/>
                    <a:pt x="208" y="277"/>
                    <a:pt x="202" y="277"/>
                  </a:cubicBezTo>
                  <a:cubicBezTo>
                    <a:pt x="196" y="277"/>
                    <a:pt x="192" y="272"/>
                    <a:pt x="192" y="266"/>
                  </a:cubicBezTo>
                  <a:cubicBezTo>
                    <a:pt x="192" y="64"/>
                    <a:pt x="192" y="64"/>
                    <a:pt x="192" y="64"/>
                  </a:cubicBezTo>
                  <a:cubicBezTo>
                    <a:pt x="53" y="64"/>
                    <a:pt x="53" y="64"/>
                    <a:pt x="53" y="64"/>
                  </a:cubicBezTo>
                  <a:cubicBezTo>
                    <a:pt x="47" y="64"/>
                    <a:pt x="42" y="59"/>
                    <a:pt x="42" y="53"/>
                  </a:cubicBezTo>
                  <a:cubicBezTo>
                    <a:pt x="42" y="47"/>
                    <a:pt x="47" y="42"/>
                    <a:pt x="53" y="42"/>
                  </a:cubicBezTo>
                  <a:cubicBezTo>
                    <a:pt x="202" y="42"/>
                    <a:pt x="202" y="42"/>
                    <a:pt x="202" y="42"/>
                  </a:cubicBezTo>
                  <a:cubicBezTo>
                    <a:pt x="208" y="42"/>
                    <a:pt x="213" y="47"/>
                    <a:pt x="213" y="53"/>
                  </a:cubicBezTo>
                  <a:close/>
                  <a:moveTo>
                    <a:pt x="256" y="10"/>
                  </a:moveTo>
                  <a:cubicBezTo>
                    <a:pt x="256" y="224"/>
                    <a:pt x="256" y="224"/>
                    <a:pt x="256" y="224"/>
                  </a:cubicBezTo>
                  <a:cubicBezTo>
                    <a:pt x="256" y="230"/>
                    <a:pt x="251" y="234"/>
                    <a:pt x="245" y="234"/>
                  </a:cubicBezTo>
                  <a:cubicBezTo>
                    <a:pt x="239" y="234"/>
                    <a:pt x="234" y="230"/>
                    <a:pt x="234" y="224"/>
                  </a:cubicBezTo>
                  <a:cubicBezTo>
                    <a:pt x="234" y="21"/>
                    <a:pt x="234" y="21"/>
                    <a:pt x="234" y="21"/>
                  </a:cubicBezTo>
                  <a:cubicBezTo>
                    <a:pt x="96" y="21"/>
                    <a:pt x="96" y="21"/>
                    <a:pt x="96" y="21"/>
                  </a:cubicBezTo>
                  <a:cubicBezTo>
                    <a:pt x="90" y="21"/>
                    <a:pt x="85" y="16"/>
                    <a:pt x="85" y="10"/>
                  </a:cubicBezTo>
                  <a:cubicBezTo>
                    <a:pt x="85" y="4"/>
                    <a:pt x="90" y="0"/>
                    <a:pt x="96" y="0"/>
                  </a:cubicBezTo>
                  <a:cubicBezTo>
                    <a:pt x="245" y="0"/>
                    <a:pt x="245" y="0"/>
                    <a:pt x="245" y="0"/>
                  </a:cubicBezTo>
                  <a:cubicBezTo>
                    <a:pt x="251" y="0"/>
                    <a:pt x="256" y="4"/>
                    <a:pt x="256" y="10"/>
                  </a:cubicBezTo>
                  <a:close/>
                  <a:moveTo>
                    <a:pt x="32" y="266"/>
                  </a:moveTo>
                  <a:cubicBezTo>
                    <a:pt x="32" y="260"/>
                    <a:pt x="36" y="256"/>
                    <a:pt x="42" y="256"/>
                  </a:cubicBezTo>
                  <a:cubicBezTo>
                    <a:pt x="128" y="256"/>
                    <a:pt x="128" y="256"/>
                    <a:pt x="128" y="256"/>
                  </a:cubicBezTo>
                  <a:cubicBezTo>
                    <a:pt x="134" y="256"/>
                    <a:pt x="138" y="260"/>
                    <a:pt x="138" y="266"/>
                  </a:cubicBezTo>
                  <a:cubicBezTo>
                    <a:pt x="138" y="272"/>
                    <a:pt x="134" y="277"/>
                    <a:pt x="128" y="277"/>
                  </a:cubicBezTo>
                  <a:cubicBezTo>
                    <a:pt x="42" y="277"/>
                    <a:pt x="42" y="277"/>
                    <a:pt x="42" y="277"/>
                  </a:cubicBezTo>
                  <a:cubicBezTo>
                    <a:pt x="36" y="277"/>
                    <a:pt x="32" y="272"/>
                    <a:pt x="32" y="266"/>
                  </a:cubicBezTo>
                  <a:close/>
                  <a:moveTo>
                    <a:pt x="32" y="224"/>
                  </a:moveTo>
                  <a:cubicBezTo>
                    <a:pt x="32" y="218"/>
                    <a:pt x="36" y="213"/>
                    <a:pt x="42" y="213"/>
                  </a:cubicBezTo>
                  <a:cubicBezTo>
                    <a:pt x="128" y="213"/>
                    <a:pt x="128" y="213"/>
                    <a:pt x="128" y="213"/>
                  </a:cubicBezTo>
                  <a:cubicBezTo>
                    <a:pt x="134" y="213"/>
                    <a:pt x="138" y="218"/>
                    <a:pt x="138" y="224"/>
                  </a:cubicBezTo>
                  <a:cubicBezTo>
                    <a:pt x="138" y="230"/>
                    <a:pt x="134" y="234"/>
                    <a:pt x="128" y="234"/>
                  </a:cubicBezTo>
                  <a:cubicBezTo>
                    <a:pt x="42" y="234"/>
                    <a:pt x="42" y="234"/>
                    <a:pt x="42" y="234"/>
                  </a:cubicBezTo>
                  <a:cubicBezTo>
                    <a:pt x="36" y="234"/>
                    <a:pt x="32" y="230"/>
                    <a:pt x="32" y="224"/>
                  </a:cubicBezTo>
                  <a:close/>
                  <a:moveTo>
                    <a:pt x="32" y="181"/>
                  </a:moveTo>
                  <a:cubicBezTo>
                    <a:pt x="32" y="175"/>
                    <a:pt x="36" y="170"/>
                    <a:pt x="42" y="170"/>
                  </a:cubicBezTo>
                  <a:cubicBezTo>
                    <a:pt x="128" y="170"/>
                    <a:pt x="128" y="170"/>
                    <a:pt x="128" y="170"/>
                  </a:cubicBezTo>
                  <a:cubicBezTo>
                    <a:pt x="134" y="170"/>
                    <a:pt x="138" y="175"/>
                    <a:pt x="138" y="181"/>
                  </a:cubicBezTo>
                  <a:cubicBezTo>
                    <a:pt x="138" y="187"/>
                    <a:pt x="134" y="192"/>
                    <a:pt x="128" y="192"/>
                  </a:cubicBezTo>
                  <a:cubicBezTo>
                    <a:pt x="42" y="192"/>
                    <a:pt x="42" y="192"/>
                    <a:pt x="42" y="192"/>
                  </a:cubicBezTo>
                  <a:cubicBezTo>
                    <a:pt x="36" y="192"/>
                    <a:pt x="32" y="187"/>
                    <a:pt x="32" y="181"/>
                  </a:cubicBezTo>
                  <a:close/>
                  <a:moveTo>
                    <a:pt x="32" y="138"/>
                  </a:moveTo>
                  <a:cubicBezTo>
                    <a:pt x="32" y="132"/>
                    <a:pt x="36" y="128"/>
                    <a:pt x="42" y="128"/>
                  </a:cubicBezTo>
                  <a:cubicBezTo>
                    <a:pt x="128" y="128"/>
                    <a:pt x="128" y="128"/>
                    <a:pt x="128" y="128"/>
                  </a:cubicBezTo>
                  <a:cubicBezTo>
                    <a:pt x="134" y="128"/>
                    <a:pt x="138" y="132"/>
                    <a:pt x="138" y="138"/>
                  </a:cubicBezTo>
                  <a:cubicBezTo>
                    <a:pt x="138" y="144"/>
                    <a:pt x="134" y="149"/>
                    <a:pt x="128" y="149"/>
                  </a:cubicBezTo>
                  <a:cubicBezTo>
                    <a:pt x="42" y="149"/>
                    <a:pt x="42" y="149"/>
                    <a:pt x="42" y="149"/>
                  </a:cubicBezTo>
                  <a:cubicBezTo>
                    <a:pt x="36" y="149"/>
                    <a:pt x="32" y="144"/>
                    <a:pt x="32" y="138"/>
                  </a:cubicBezTo>
                  <a:close/>
                </a:path>
              </a:pathLst>
            </a:custGeom>
            <a:pattFill>
              <a:fgClr>
                <a:schemeClr val="accent4"/>
              </a:fgClr>
              <a:bgClr>
                <a:schemeClr val="accent4"/>
              </a:bgClr>
            </a:patt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200"/>
            </a:p>
          </p:txBody>
        </p:sp>
        <p:sp>
          <p:nvSpPr>
            <p:cNvPr id="46" name="Freeform 351">
              <a:extLst>
                <a:ext uri="{FF2B5EF4-FFF2-40B4-BE49-F238E27FC236}">
                  <a16:creationId xmlns:a16="http://schemas.microsoft.com/office/drawing/2014/main" id="{BA55ACAD-FBDA-6477-848D-AA96D3B1E9ED}"/>
                </a:ext>
              </a:extLst>
            </p:cNvPr>
            <p:cNvSpPr>
              <a:spLocks noEditPoints="1"/>
            </p:cNvSpPr>
            <p:nvPr/>
          </p:nvSpPr>
          <p:spPr bwMode="auto">
            <a:xfrm>
              <a:off x="5018" y="1229"/>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pattFill>
              <a:fgClr>
                <a:schemeClr val="accent4"/>
              </a:fgClr>
              <a:bgClr>
                <a:schemeClr val="accent4"/>
              </a:bgClr>
            </a:patt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200"/>
            </a:p>
          </p:txBody>
        </p:sp>
      </p:grpSp>
      <p:grpSp>
        <p:nvGrpSpPr>
          <p:cNvPr id="50" name="General_Border_3">
            <a:extLst>
              <a:ext uri="{FF2B5EF4-FFF2-40B4-BE49-F238E27FC236}">
                <a16:creationId xmlns:a16="http://schemas.microsoft.com/office/drawing/2014/main" id="{A023D47B-D275-630D-2245-4C62C17C3621}"/>
              </a:ext>
            </a:extLst>
          </p:cNvPr>
          <p:cNvGrpSpPr>
            <a:grpSpLocks noChangeAspect="1"/>
          </p:cNvGrpSpPr>
          <p:nvPr/>
        </p:nvGrpSpPr>
        <p:grpSpPr bwMode="auto">
          <a:xfrm>
            <a:off x="10589794" y="1008975"/>
            <a:ext cx="576073" cy="576073"/>
            <a:chOff x="373" y="1933"/>
            <a:chExt cx="341" cy="340"/>
          </a:xfrm>
          <a:solidFill>
            <a:schemeClr val="accent6"/>
          </a:solidFill>
        </p:grpSpPr>
        <p:sp>
          <p:nvSpPr>
            <p:cNvPr id="51" name="Freeform 152">
              <a:extLst>
                <a:ext uri="{FF2B5EF4-FFF2-40B4-BE49-F238E27FC236}">
                  <a16:creationId xmlns:a16="http://schemas.microsoft.com/office/drawing/2014/main" id="{520349FC-0BDE-1701-4C10-827F0F5C096B}"/>
                </a:ext>
              </a:extLst>
            </p:cNvPr>
            <p:cNvSpPr>
              <a:spLocks/>
            </p:cNvSpPr>
            <p:nvPr/>
          </p:nvSpPr>
          <p:spPr bwMode="auto">
            <a:xfrm>
              <a:off x="436" y="2031"/>
              <a:ext cx="207" cy="157"/>
            </a:xfrm>
            <a:custGeom>
              <a:avLst/>
              <a:gdLst>
                <a:gd name="T0" fmla="*/ 307 w 311"/>
                <a:gd name="T1" fmla="*/ 4 h 236"/>
                <a:gd name="T2" fmla="*/ 292 w 311"/>
                <a:gd name="T3" fmla="*/ 4 h 236"/>
                <a:gd name="T4" fmla="*/ 86 w 311"/>
                <a:gd name="T5" fmla="*/ 210 h 236"/>
                <a:gd name="T6" fmla="*/ 19 w 311"/>
                <a:gd name="T7" fmla="*/ 143 h 236"/>
                <a:gd name="T8" fmla="*/ 4 w 311"/>
                <a:gd name="T9" fmla="*/ 143 h 236"/>
                <a:gd name="T10" fmla="*/ 4 w 311"/>
                <a:gd name="T11" fmla="*/ 158 h 236"/>
                <a:gd name="T12" fmla="*/ 78 w 311"/>
                <a:gd name="T13" fmla="*/ 233 h 236"/>
                <a:gd name="T14" fmla="*/ 86 w 311"/>
                <a:gd name="T15" fmla="*/ 236 h 236"/>
                <a:gd name="T16" fmla="*/ 94 w 311"/>
                <a:gd name="T17" fmla="*/ 233 h 236"/>
                <a:gd name="T18" fmla="*/ 307 w 311"/>
                <a:gd name="T19" fmla="*/ 19 h 236"/>
                <a:gd name="T20" fmla="*/ 307 w 311"/>
                <a:gd name="T21" fmla="*/ 4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11" h="236">
                  <a:moveTo>
                    <a:pt x="307" y="4"/>
                  </a:moveTo>
                  <a:cubicBezTo>
                    <a:pt x="303" y="0"/>
                    <a:pt x="296" y="0"/>
                    <a:pt x="292" y="4"/>
                  </a:cubicBezTo>
                  <a:cubicBezTo>
                    <a:pt x="86" y="210"/>
                    <a:pt x="86" y="210"/>
                    <a:pt x="86" y="210"/>
                  </a:cubicBezTo>
                  <a:cubicBezTo>
                    <a:pt x="19" y="143"/>
                    <a:pt x="19" y="143"/>
                    <a:pt x="19" y="143"/>
                  </a:cubicBezTo>
                  <a:cubicBezTo>
                    <a:pt x="15" y="139"/>
                    <a:pt x="8" y="139"/>
                    <a:pt x="4" y="143"/>
                  </a:cubicBezTo>
                  <a:cubicBezTo>
                    <a:pt x="0" y="147"/>
                    <a:pt x="0" y="154"/>
                    <a:pt x="4" y="158"/>
                  </a:cubicBezTo>
                  <a:cubicBezTo>
                    <a:pt x="78" y="233"/>
                    <a:pt x="78" y="233"/>
                    <a:pt x="78" y="233"/>
                  </a:cubicBezTo>
                  <a:cubicBezTo>
                    <a:pt x="81" y="235"/>
                    <a:pt x="83" y="236"/>
                    <a:pt x="86" y="236"/>
                  </a:cubicBezTo>
                  <a:cubicBezTo>
                    <a:pt x="89" y="236"/>
                    <a:pt x="91" y="235"/>
                    <a:pt x="94" y="233"/>
                  </a:cubicBezTo>
                  <a:cubicBezTo>
                    <a:pt x="307" y="19"/>
                    <a:pt x="307" y="19"/>
                    <a:pt x="307" y="19"/>
                  </a:cubicBezTo>
                  <a:cubicBezTo>
                    <a:pt x="311" y="15"/>
                    <a:pt x="311" y="8"/>
                    <a:pt x="307" y="4"/>
                  </a:cubicBezTo>
                  <a:close/>
                </a:path>
              </a:pathLst>
            </a:custGeom>
            <a:pattFill>
              <a:fgClr>
                <a:schemeClr val="accent4"/>
              </a:fgClr>
              <a:bgClr>
                <a:schemeClr val="accent4"/>
              </a:bgClr>
            </a:patt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200"/>
            </a:p>
          </p:txBody>
        </p:sp>
        <p:sp>
          <p:nvSpPr>
            <p:cNvPr id="52" name="Freeform 153">
              <a:extLst>
                <a:ext uri="{FF2B5EF4-FFF2-40B4-BE49-F238E27FC236}">
                  <a16:creationId xmlns:a16="http://schemas.microsoft.com/office/drawing/2014/main" id="{53C278D5-BAAB-8A51-93E3-9234555CC4E2}"/>
                </a:ext>
              </a:extLst>
            </p:cNvPr>
            <p:cNvSpPr>
              <a:spLocks noEditPoints="1"/>
            </p:cNvSpPr>
            <p:nvPr/>
          </p:nvSpPr>
          <p:spPr bwMode="auto">
            <a:xfrm>
              <a:off x="373" y="1933"/>
              <a:ext cx="341"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pattFill>
              <a:fgClr>
                <a:schemeClr val="accent4"/>
              </a:fgClr>
              <a:bgClr>
                <a:schemeClr val="accent4"/>
              </a:bgClr>
            </a:patt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200"/>
            </a:p>
          </p:txBody>
        </p:sp>
      </p:grpSp>
      <p:grpSp>
        <p:nvGrpSpPr>
          <p:cNvPr id="53" name="General_Border_15">
            <a:extLst>
              <a:ext uri="{FF2B5EF4-FFF2-40B4-BE49-F238E27FC236}">
                <a16:creationId xmlns:a16="http://schemas.microsoft.com/office/drawing/2014/main" id="{4C13116A-AEC2-EC3D-9818-1030479BC13D}"/>
              </a:ext>
            </a:extLst>
          </p:cNvPr>
          <p:cNvGrpSpPr>
            <a:grpSpLocks noChangeAspect="1"/>
          </p:cNvGrpSpPr>
          <p:nvPr/>
        </p:nvGrpSpPr>
        <p:grpSpPr bwMode="auto">
          <a:xfrm>
            <a:off x="8263501" y="1008969"/>
            <a:ext cx="576072" cy="576072"/>
            <a:chOff x="5183" y="1046"/>
            <a:chExt cx="340" cy="341"/>
          </a:xfrm>
          <a:solidFill>
            <a:schemeClr val="accent1"/>
          </a:solidFill>
        </p:grpSpPr>
        <p:sp>
          <p:nvSpPr>
            <p:cNvPr id="54" name="Freeform 54">
              <a:extLst>
                <a:ext uri="{FF2B5EF4-FFF2-40B4-BE49-F238E27FC236}">
                  <a16:creationId xmlns:a16="http://schemas.microsoft.com/office/drawing/2014/main" id="{6FF43D89-F7F7-835A-0551-CE1C27E75F3E}"/>
                </a:ext>
              </a:extLst>
            </p:cNvPr>
            <p:cNvSpPr>
              <a:spLocks noEditPoints="1"/>
            </p:cNvSpPr>
            <p:nvPr/>
          </p:nvSpPr>
          <p:spPr bwMode="auto">
            <a:xfrm>
              <a:off x="5247" y="1110"/>
              <a:ext cx="212" cy="213"/>
            </a:xfrm>
            <a:custGeom>
              <a:avLst/>
              <a:gdLst>
                <a:gd name="T0" fmla="*/ 160 w 320"/>
                <a:gd name="T1" fmla="*/ 0 h 320"/>
                <a:gd name="T2" fmla="*/ 0 w 320"/>
                <a:gd name="T3" fmla="*/ 160 h 320"/>
                <a:gd name="T4" fmla="*/ 160 w 320"/>
                <a:gd name="T5" fmla="*/ 320 h 320"/>
                <a:gd name="T6" fmla="*/ 320 w 320"/>
                <a:gd name="T7" fmla="*/ 160 h 320"/>
                <a:gd name="T8" fmla="*/ 160 w 320"/>
                <a:gd name="T9" fmla="*/ 0 h 320"/>
                <a:gd name="T10" fmla="*/ 283 w 320"/>
                <a:gd name="T11" fmla="*/ 224 h 320"/>
                <a:gd name="T12" fmla="*/ 218 w 320"/>
                <a:gd name="T13" fmla="*/ 224 h 320"/>
                <a:gd name="T14" fmla="*/ 223 w 320"/>
                <a:gd name="T15" fmla="*/ 170 h 320"/>
                <a:gd name="T16" fmla="*/ 298 w 320"/>
                <a:gd name="T17" fmla="*/ 170 h 320"/>
                <a:gd name="T18" fmla="*/ 283 w 320"/>
                <a:gd name="T19" fmla="*/ 224 h 320"/>
                <a:gd name="T20" fmla="*/ 160 w 320"/>
                <a:gd name="T21" fmla="*/ 298 h 320"/>
                <a:gd name="T22" fmla="*/ 127 w 320"/>
                <a:gd name="T23" fmla="*/ 245 h 320"/>
                <a:gd name="T24" fmla="*/ 192 w 320"/>
                <a:gd name="T25" fmla="*/ 245 h 320"/>
                <a:gd name="T26" fmla="*/ 160 w 320"/>
                <a:gd name="T27" fmla="*/ 298 h 320"/>
                <a:gd name="T28" fmla="*/ 122 w 320"/>
                <a:gd name="T29" fmla="*/ 224 h 320"/>
                <a:gd name="T30" fmla="*/ 117 w 320"/>
                <a:gd name="T31" fmla="*/ 170 h 320"/>
                <a:gd name="T32" fmla="*/ 202 w 320"/>
                <a:gd name="T33" fmla="*/ 170 h 320"/>
                <a:gd name="T34" fmla="*/ 197 w 320"/>
                <a:gd name="T35" fmla="*/ 224 h 320"/>
                <a:gd name="T36" fmla="*/ 122 w 320"/>
                <a:gd name="T37" fmla="*/ 224 h 320"/>
                <a:gd name="T38" fmla="*/ 22 w 320"/>
                <a:gd name="T39" fmla="*/ 170 h 320"/>
                <a:gd name="T40" fmla="*/ 96 w 320"/>
                <a:gd name="T41" fmla="*/ 170 h 320"/>
                <a:gd name="T42" fmla="*/ 101 w 320"/>
                <a:gd name="T43" fmla="*/ 224 h 320"/>
                <a:gd name="T44" fmla="*/ 37 w 320"/>
                <a:gd name="T45" fmla="*/ 224 h 320"/>
                <a:gd name="T46" fmla="*/ 22 w 320"/>
                <a:gd name="T47" fmla="*/ 170 h 320"/>
                <a:gd name="T48" fmla="*/ 37 w 320"/>
                <a:gd name="T49" fmla="*/ 96 h 320"/>
                <a:gd name="T50" fmla="*/ 101 w 320"/>
                <a:gd name="T51" fmla="*/ 96 h 320"/>
                <a:gd name="T52" fmla="*/ 96 w 320"/>
                <a:gd name="T53" fmla="*/ 149 h 320"/>
                <a:gd name="T54" fmla="*/ 22 w 320"/>
                <a:gd name="T55" fmla="*/ 149 h 320"/>
                <a:gd name="T56" fmla="*/ 37 w 320"/>
                <a:gd name="T57" fmla="*/ 96 h 320"/>
                <a:gd name="T58" fmla="*/ 160 w 320"/>
                <a:gd name="T59" fmla="*/ 21 h 320"/>
                <a:gd name="T60" fmla="*/ 192 w 320"/>
                <a:gd name="T61" fmla="*/ 74 h 320"/>
                <a:gd name="T62" fmla="*/ 127 w 320"/>
                <a:gd name="T63" fmla="*/ 74 h 320"/>
                <a:gd name="T64" fmla="*/ 160 w 320"/>
                <a:gd name="T65" fmla="*/ 21 h 320"/>
                <a:gd name="T66" fmla="*/ 197 w 320"/>
                <a:gd name="T67" fmla="*/ 96 h 320"/>
                <a:gd name="T68" fmla="*/ 202 w 320"/>
                <a:gd name="T69" fmla="*/ 149 h 320"/>
                <a:gd name="T70" fmla="*/ 117 w 320"/>
                <a:gd name="T71" fmla="*/ 149 h 320"/>
                <a:gd name="T72" fmla="*/ 122 w 320"/>
                <a:gd name="T73" fmla="*/ 96 h 320"/>
                <a:gd name="T74" fmla="*/ 197 w 320"/>
                <a:gd name="T75" fmla="*/ 96 h 320"/>
                <a:gd name="T76" fmla="*/ 223 w 320"/>
                <a:gd name="T77" fmla="*/ 149 h 320"/>
                <a:gd name="T78" fmla="*/ 218 w 320"/>
                <a:gd name="T79" fmla="*/ 96 h 320"/>
                <a:gd name="T80" fmla="*/ 283 w 320"/>
                <a:gd name="T81" fmla="*/ 96 h 320"/>
                <a:gd name="T82" fmla="*/ 298 w 320"/>
                <a:gd name="T83" fmla="*/ 149 h 320"/>
                <a:gd name="T84" fmla="*/ 223 w 320"/>
                <a:gd name="T85" fmla="*/ 149 h 320"/>
                <a:gd name="T86" fmla="*/ 269 w 320"/>
                <a:gd name="T87" fmla="*/ 74 h 320"/>
                <a:gd name="T88" fmla="*/ 214 w 320"/>
                <a:gd name="T89" fmla="*/ 74 h 320"/>
                <a:gd name="T90" fmla="*/ 196 w 320"/>
                <a:gd name="T91" fmla="*/ 26 h 320"/>
                <a:gd name="T92" fmla="*/ 269 w 320"/>
                <a:gd name="T93" fmla="*/ 74 h 320"/>
                <a:gd name="T94" fmla="*/ 124 w 320"/>
                <a:gd name="T95" fmla="*/ 26 h 320"/>
                <a:gd name="T96" fmla="*/ 105 w 320"/>
                <a:gd name="T97" fmla="*/ 74 h 320"/>
                <a:gd name="T98" fmla="*/ 51 w 320"/>
                <a:gd name="T99" fmla="*/ 74 h 320"/>
                <a:gd name="T100" fmla="*/ 124 w 320"/>
                <a:gd name="T101" fmla="*/ 26 h 320"/>
                <a:gd name="T102" fmla="*/ 51 w 320"/>
                <a:gd name="T103" fmla="*/ 245 h 320"/>
                <a:gd name="T104" fmla="*/ 105 w 320"/>
                <a:gd name="T105" fmla="*/ 245 h 320"/>
                <a:gd name="T106" fmla="*/ 124 w 320"/>
                <a:gd name="T107" fmla="*/ 293 h 320"/>
                <a:gd name="T108" fmla="*/ 51 w 320"/>
                <a:gd name="T109" fmla="*/ 245 h 320"/>
                <a:gd name="T110" fmla="*/ 196 w 320"/>
                <a:gd name="T111" fmla="*/ 293 h 320"/>
                <a:gd name="T112" fmla="*/ 214 w 320"/>
                <a:gd name="T113" fmla="*/ 245 h 320"/>
                <a:gd name="T114" fmla="*/ 269 w 320"/>
                <a:gd name="T115" fmla="*/ 245 h 320"/>
                <a:gd name="T116" fmla="*/ 196 w 320"/>
                <a:gd name="T117" fmla="*/ 293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320" h="320">
                  <a:moveTo>
                    <a:pt x="160" y="0"/>
                  </a:moveTo>
                  <a:cubicBezTo>
                    <a:pt x="71" y="0"/>
                    <a:pt x="0" y="71"/>
                    <a:pt x="0" y="160"/>
                  </a:cubicBezTo>
                  <a:cubicBezTo>
                    <a:pt x="0" y="248"/>
                    <a:pt x="71" y="320"/>
                    <a:pt x="160" y="320"/>
                  </a:cubicBezTo>
                  <a:cubicBezTo>
                    <a:pt x="248" y="320"/>
                    <a:pt x="320" y="248"/>
                    <a:pt x="320" y="160"/>
                  </a:cubicBezTo>
                  <a:cubicBezTo>
                    <a:pt x="320" y="71"/>
                    <a:pt x="248" y="0"/>
                    <a:pt x="160" y="0"/>
                  </a:cubicBezTo>
                  <a:close/>
                  <a:moveTo>
                    <a:pt x="283" y="224"/>
                  </a:moveTo>
                  <a:cubicBezTo>
                    <a:pt x="218" y="224"/>
                    <a:pt x="218" y="224"/>
                    <a:pt x="218" y="224"/>
                  </a:cubicBezTo>
                  <a:cubicBezTo>
                    <a:pt x="221" y="207"/>
                    <a:pt x="223" y="188"/>
                    <a:pt x="223" y="170"/>
                  </a:cubicBezTo>
                  <a:cubicBezTo>
                    <a:pt x="298" y="170"/>
                    <a:pt x="298" y="170"/>
                    <a:pt x="298" y="170"/>
                  </a:cubicBezTo>
                  <a:cubicBezTo>
                    <a:pt x="296" y="189"/>
                    <a:pt x="291" y="207"/>
                    <a:pt x="283" y="224"/>
                  </a:cubicBezTo>
                  <a:close/>
                  <a:moveTo>
                    <a:pt x="160" y="298"/>
                  </a:moveTo>
                  <a:cubicBezTo>
                    <a:pt x="149" y="298"/>
                    <a:pt x="136" y="279"/>
                    <a:pt x="127" y="245"/>
                  </a:cubicBezTo>
                  <a:cubicBezTo>
                    <a:pt x="192" y="245"/>
                    <a:pt x="192" y="245"/>
                    <a:pt x="192" y="245"/>
                  </a:cubicBezTo>
                  <a:cubicBezTo>
                    <a:pt x="183" y="279"/>
                    <a:pt x="170" y="298"/>
                    <a:pt x="160" y="298"/>
                  </a:cubicBezTo>
                  <a:close/>
                  <a:moveTo>
                    <a:pt x="122" y="224"/>
                  </a:moveTo>
                  <a:cubicBezTo>
                    <a:pt x="120" y="208"/>
                    <a:pt x="118" y="190"/>
                    <a:pt x="117" y="170"/>
                  </a:cubicBezTo>
                  <a:cubicBezTo>
                    <a:pt x="202" y="170"/>
                    <a:pt x="202" y="170"/>
                    <a:pt x="202" y="170"/>
                  </a:cubicBezTo>
                  <a:cubicBezTo>
                    <a:pt x="202" y="190"/>
                    <a:pt x="200" y="208"/>
                    <a:pt x="197" y="224"/>
                  </a:cubicBezTo>
                  <a:lnTo>
                    <a:pt x="122" y="224"/>
                  </a:lnTo>
                  <a:close/>
                  <a:moveTo>
                    <a:pt x="22" y="170"/>
                  </a:moveTo>
                  <a:cubicBezTo>
                    <a:pt x="96" y="170"/>
                    <a:pt x="96" y="170"/>
                    <a:pt x="96" y="170"/>
                  </a:cubicBezTo>
                  <a:cubicBezTo>
                    <a:pt x="96" y="188"/>
                    <a:pt x="98" y="207"/>
                    <a:pt x="101" y="224"/>
                  </a:cubicBezTo>
                  <a:cubicBezTo>
                    <a:pt x="37" y="224"/>
                    <a:pt x="37" y="224"/>
                    <a:pt x="37" y="224"/>
                  </a:cubicBezTo>
                  <a:cubicBezTo>
                    <a:pt x="28" y="207"/>
                    <a:pt x="23" y="189"/>
                    <a:pt x="22" y="170"/>
                  </a:cubicBezTo>
                  <a:close/>
                  <a:moveTo>
                    <a:pt x="37" y="96"/>
                  </a:moveTo>
                  <a:cubicBezTo>
                    <a:pt x="101" y="96"/>
                    <a:pt x="101" y="96"/>
                    <a:pt x="101" y="96"/>
                  </a:cubicBezTo>
                  <a:cubicBezTo>
                    <a:pt x="98" y="113"/>
                    <a:pt x="96" y="131"/>
                    <a:pt x="96" y="149"/>
                  </a:cubicBezTo>
                  <a:cubicBezTo>
                    <a:pt x="22" y="149"/>
                    <a:pt x="22" y="149"/>
                    <a:pt x="22" y="149"/>
                  </a:cubicBezTo>
                  <a:cubicBezTo>
                    <a:pt x="23" y="130"/>
                    <a:pt x="28" y="112"/>
                    <a:pt x="37" y="96"/>
                  </a:cubicBezTo>
                  <a:close/>
                  <a:moveTo>
                    <a:pt x="160" y="21"/>
                  </a:moveTo>
                  <a:cubicBezTo>
                    <a:pt x="170" y="21"/>
                    <a:pt x="183" y="41"/>
                    <a:pt x="192" y="74"/>
                  </a:cubicBezTo>
                  <a:cubicBezTo>
                    <a:pt x="127" y="74"/>
                    <a:pt x="127" y="74"/>
                    <a:pt x="127" y="74"/>
                  </a:cubicBezTo>
                  <a:cubicBezTo>
                    <a:pt x="136" y="41"/>
                    <a:pt x="149" y="21"/>
                    <a:pt x="160" y="21"/>
                  </a:cubicBezTo>
                  <a:close/>
                  <a:moveTo>
                    <a:pt x="197" y="96"/>
                  </a:moveTo>
                  <a:cubicBezTo>
                    <a:pt x="200" y="111"/>
                    <a:pt x="202" y="129"/>
                    <a:pt x="202" y="149"/>
                  </a:cubicBezTo>
                  <a:cubicBezTo>
                    <a:pt x="117" y="149"/>
                    <a:pt x="117" y="149"/>
                    <a:pt x="117" y="149"/>
                  </a:cubicBezTo>
                  <a:cubicBezTo>
                    <a:pt x="118" y="129"/>
                    <a:pt x="120" y="111"/>
                    <a:pt x="122" y="96"/>
                  </a:cubicBezTo>
                  <a:lnTo>
                    <a:pt x="197" y="96"/>
                  </a:lnTo>
                  <a:close/>
                  <a:moveTo>
                    <a:pt x="223" y="149"/>
                  </a:moveTo>
                  <a:cubicBezTo>
                    <a:pt x="223" y="131"/>
                    <a:pt x="221" y="113"/>
                    <a:pt x="218" y="96"/>
                  </a:cubicBezTo>
                  <a:cubicBezTo>
                    <a:pt x="283" y="96"/>
                    <a:pt x="283" y="96"/>
                    <a:pt x="283" y="96"/>
                  </a:cubicBezTo>
                  <a:cubicBezTo>
                    <a:pt x="291" y="112"/>
                    <a:pt x="296" y="130"/>
                    <a:pt x="298" y="149"/>
                  </a:cubicBezTo>
                  <a:lnTo>
                    <a:pt x="223" y="149"/>
                  </a:lnTo>
                  <a:close/>
                  <a:moveTo>
                    <a:pt x="269" y="74"/>
                  </a:moveTo>
                  <a:cubicBezTo>
                    <a:pt x="214" y="74"/>
                    <a:pt x="214" y="74"/>
                    <a:pt x="214" y="74"/>
                  </a:cubicBezTo>
                  <a:cubicBezTo>
                    <a:pt x="210" y="55"/>
                    <a:pt x="203" y="39"/>
                    <a:pt x="196" y="26"/>
                  </a:cubicBezTo>
                  <a:cubicBezTo>
                    <a:pt x="225" y="34"/>
                    <a:pt x="251" y="51"/>
                    <a:pt x="269" y="74"/>
                  </a:cubicBezTo>
                  <a:close/>
                  <a:moveTo>
                    <a:pt x="124" y="26"/>
                  </a:moveTo>
                  <a:cubicBezTo>
                    <a:pt x="116" y="39"/>
                    <a:pt x="110" y="55"/>
                    <a:pt x="105" y="74"/>
                  </a:cubicBezTo>
                  <a:cubicBezTo>
                    <a:pt x="51" y="74"/>
                    <a:pt x="51" y="74"/>
                    <a:pt x="51" y="74"/>
                  </a:cubicBezTo>
                  <a:cubicBezTo>
                    <a:pt x="69" y="51"/>
                    <a:pt x="94" y="34"/>
                    <a:pt x="124" y="26"/>
                  </a:cubicBezTo>
                  <a:close/>
                  <a:moveTo>
                    <a:pt x="51" y="245"/>
                  </a:moveTo>
                  <a:cubicBezTo>
                    <a:pt x="105" y="245"/>
                    <a:pt x="105" y="245"/>
                    <a:pt x="105" y="245"/>
                  </a:cubicBezTo>
                  <a:cubicBezTo>
                    <a:pt x="110" y="264"/>
                    <a:pt x="116" y="281"/>
                    <a:pt x="124" y="293"/>
                  </a:cubicBezTo>
                  <a:cubicBezTo>
                    <a:pt x="94" y="285"/>
                    <a:pt x="69" y="268"/>
                    <a:pt x="51" y="245"/>
                  </a:cubicBezTo>
                  <a:close/>
                  <a:moveTo>
                    <a:pt x="196" y="293"/>
                  </a:moveTo>
                  <a:cubicBezTo>
                    <a:pt x="203" y="281"/>
                    <a:pt x="210" y="264"/>
                    <a:pt x="214" y="245"/>
                  </a:cubicBezTo>
                  <a:cubicBezTo>
                    <a:pt x="269" y="245"/>
                    <a:pt x="269" y="245"/>
                    <a:pt x="269" y="245"/>
                  </a:cubicBezTo>
                  <a:cubicBezTo>
                    <a:pt x="251" y="268"/>
                    <a:pt x="225" y="285"/>
                    <a:pt x="196" y="293"/>
                  </a:cubicBezTo>
                  <a:close/>
                </a:path>
              </a:pathLst>
            </a:custGeom>
            <a:pattFill>
              <a:fgClr>
                <a:schemeClr val="accent4"/>
              </a:fgClr>
              <a:bgClr>
                <a:schemeClr val="accent4"/>
              </a:bgClr>
            </a:patt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200"/>
            </a:p>
          </p:txBody>
        </p:sp>
        <p:sp>
          <p:nvSpPr>
            <p:cNvPr id="55" name="Freeform 55">
              <a:extLst>
                <a:ext uri="{FF2B5EF4-FFF2-40B4-BE49-F238E27FC236}">
                  <a16:creationId xmlns:a16="http://schemas.microsoft.com/office/drawing/2014/main" id="{0E8C774E-C980-B743-93F3-D4E938E41BF3}"/>
                </a:ext>
              </a:extLst>
            </p:cNvPr>
            <p:cNvSpPr>
              <a:spLocks noEditPoints="1"/>
            </p:cNvSpPr>
            <p:nvPr/>
          </p:nvSpPr>
          <p:spPr bwMode="auto">
            <a:xfrm>
              <a:off x="5183" y="1046"/>
              <a:ext cx="340" cy="341"/>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pattFill>
              <a:fgClr>
                <a:schemeClr val="accent4"/>
              </a:fgClr>
              <a:bgClr>
                <a:schemeClr val="accent4"/>
              </a:bgClr>
            </a:patt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200"/>
            </a:p>
          </p:txBody>
        </p:sp>
      </p:grpSp>
    </p:spTree>
    <p:extLst>
      <p:ext uri="{BB962C8B-B14F-4D97-AF65-F5344CB8AC3E}">
        <p14:creationId xmlns:p14="http://schemas.microsoft.com/office/powerpoint/2010/main" val="4032579548"/>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020"/>
        <p:cNvGrpSpPr/>
        <p:nvPr/>
      </p:nvGrpSpPr>
      <p:grpSpPr>
        <a:xfrm>
          <a:off x="0" y="0"/>
          <a:ext cx="0" cy="0"/>
          <a:chOff x="0" y="0"/>
          <a:chExt cx="0" cy="0"/>
        </a:xfrm>
      </p:grpSpPr>
      <p:sp>
        <p:nvSpPr>
          <p:cNvPr id="4021" name="Google Shape;4021;p502"/>
          <p:cNvSpPr txBox="1">
            <a:spLocks noGrp="1"/>
          </p:cNvSpPr>
          <p:nvPr>
            <p:ph type="body" idx="1"/>
          </p:nvPr>
        </p:nvSpPr>
        <p:spPr>
          <a:xfrm>
            <a:off x="508144" y="946164"/>
            <a:ext cx="11390734" cy="45408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rgbClr val="3F3F3F"/>
              </a:buClr>
              <a:buSzPts val="1400"/>
              <a:buFont typeface="Open Sans Light"/>
              <a:buNone/>
            </a:pPr>
            <a:r>
              <a:rPr lang="en-US" sz="1400"/>
              <a:t>Standardized and repetitive tasks across corporate finance processes are ripe for AI disruption</a:t>
            </a:r>
            <a:endParaRPr/>
          </a:p>
        </p:txBody>
      </p:sp>
      <p:sp>
        <p:nvSpPr>
          <p:cNvPr id="4022" name="Google Shape;4022;p502"/>
          <p:cNvSpPr txBox="1">
            <a:spLocks noGrp="1"/>
          </p:cNvSpPr>
          <p:nvPr>
            <p:ph type="title"/>
          </p:nvPr>
        </p:nvSpPr>
        <p:spPr>
          <a:xfrm>
            <a:off x="463295" y="506199"/>
            <a:ext cx="11390734" cy="36576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rgbClr val="262626"/>
              </a:buClr>
              <a:buSzPts val="2400"/>
              <a:buFont typeface="Open Sans SemiBold"/>
              <a:buNone/>
            </a:pPr>
            <a:r>
              <a:rPr lang="en-US" sz="2100" b="0">
                <a:solidFill>
                  <a:schemeClr val="tx1"/>
                </a:solidFill>
                <a:latin typeface="Open Sans" panose="020B0606030504020204" pitchFamily="34" charset="0"/>
                <a:ea typeface="Open Sans" panose="020B0606030504020204" pitchFamily="34" charset="0"/>
                <a:cs typeface="Open Sans" panose="020B0606030504020204" pitchFamily="34" charset="0"/>
              </a:rPr>
              <a:t>Corporate Finance – AI Use Case Overview &amp; Opportunities for Generative AI </a:t>
            </a:r>
            <a:endParaRPr sz="2100" b="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cxnSp>
        <p:nvCxnSpPr>
          <p:cNvPr id="4023" name="Google Shape;4023;p502"/>
          <p:cNvCxnSpPr/>
          <p:nvPr/>
        </p:nvCxnSpPr>
        <p:spPr>
          <a:xfrm>
            <a:off x="2335458" y="2672625"/>
            <a:ext cx="0" cy="217677"/>
          </a:xfrm>
          <a:prstGeom prst="straightConnector1">
            <a:avLst/>
          </a:prstGeom>
          <a:noFill/>
          <a:ln w="9525" cap="flat" cmpd="sng">
            <a:solidFill>
              <a:srgbClr val="001F68"/>
            </a:solidFill>
            <a:prstDash val="solid"/>
            <a:round/>
            <a:headEnd type="oval" w="lg" len="lg"/>
            <a:tailEnd type="none" w="med" len="med"/>
          </a:ln>
        </p:spPr>
      </p:cxnSp>
      <p:sp>
        <p:nvSpPr>
          <p:cNvPr id="4024" name="Google Shape;4024;p502"/>
          <p:cNvSpPr txBox="1"/>
          <p:nvPr/>
        </p:nvSpPr>
        <p:spPr>
          <a:xfrm>
            <a:off x="1742013" y="2983468"/>
            <a:ext cx="1186891" cy="338554"/>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313131"/>
              </a:buClr>
              <a:buSzPts val="1100"/>
              <a:buFont typeface="Open Sans"/>
              <a:buNone/>
            </a:pPr>
            <a:r>
              <a:rPr lang="en-US" sz="1100" b="0" i="0" u="none" strike="noStrike" cap="none">
                <a:solidFill>
                  <a:srgbClr val="313131"/>
                </a:solidFill>
                <a:latin typeface="Open Sans"/>
                <a:ea typeface="Open Sans"/>
                <a:cs typeface="Open Sans"/>
                <a:sym typeface="Open Sans"/>
              </a:rPr>
              <a:t>Master data management</a:t>
            </a:r>
            <a:endParaRPr/>
          </a:p>
        </p:txBody>
      </p:sp>
      <p:sp>
        <p:nvSpPr>
          <p:cNvPr id="4025" name="Google Shape;4025;p502"/>
          <p:cNvSpPr txBox="1"/>
          <p:nvPr/>
        </p:nvSpPr>
        <p:spPr>
          <a:xfrm>
            <a:off x="2889455" y="2012498"/>
            <a:ext cx="1463058" cy="169277"/>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313131"/>
              </a:buClr>
              <a:buSzPts val="1100"/>
              <a:buFont typeface="Open Sans"/>
              <a:buNone/>
            </a:pPr>
            <a:r>
              <a:rPr lang="en-US" sz="1100" b="0" i="0" u="none" strike="noStrike" cap="none">
                <a:solidFill>
                  <a:srgbClr val="313131"/>
                </a:solidFill>
                <a:latin typeface="Open Sans"/>
                <a:ea typeface="Open Sans"/>
                <a:cs typeface="Open Sans"/>
                <a:sym typeface="Open Sans"/>
              </a:rPr>
              <a:t>General accounting</a:t>
            </a:r>
            <a:endParaRPr/>
          </a:p>
        </p:txBody>
      </p:sp>
      <p:cxnSp>
        <p:nvCxnSpPr>
          <p:cNvPr id="4026" name="Google Shape;4026;p502"/>
          <p:cNvCxnSpPr/>
          <p:nvPr/>
        </p:nvCxnSpPr>
        <p:spPr>
          <a:xfrm rot="10800000">
            <a:off x="3620984" y="2245573"/>
            <a:ext cx="0" cy="256032"/>
          </a:xfrm>
          <a:prstGeom prst="straightConnector1">
            <a:avLst/>
          </a:prstGeom>
          <a:noFill/>
          <a:ln w="9525" cap="flat" cmpd="sng">
            <a:solidFill>
              <a:srgbClr val="001F68"/>
            </a:solidFill>
            <a:prstDash val="solid"/>
            <a:round/>
            <a:headEnd type="oval" w="lg" len="lg"/>
            <a:tailEnd type="none" w="med" len="med"/>
          </a:ln>
        </p:spPr>
      </p:cxnSp>
      <p:sp>
        <p:nvSpPr>
          <p:cNvPr id="4027" name="Google Shape;4027;p502"/>
          <p:cNvSpPr txBox="1"/>
          <p:nvPr/>
        </p:nvSpPr>
        <p:spPr>
          <a:xfrm>
            <a:off x="4106550" y="2766271"/>
            <a:ext cx="1554480" cy="338554"/>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313131"/>
              </a:buClr>
              <a:buSzPts val="1100"/>
              <a:buFont typeface="Open Sans"/>
              <a:buNone/>
            </a:pPr>
            <a:r>
              <a:rPr lang="en-US" sz="1100" b="0" i="0" u="none" strike="noStrike" cap="none">
                <a:solidFill>
                  <a:srgbClr val="313131"/>
                </a:solidFill>
                <a:latin typeface="Open Sans"/>
                <a:ea typeface="Open Sans"/>
                <a:cs typeface="Open Sans"/>
                <a:sym typeface="Open Sans"/>
              </a:rPr>
              <a:t>Account reconciliation &amp; analysis</a:t>
            </a:r>
            <a:endParaRPr/>
          </a:p>
        </p:txBody>
      </p:sp>
      <p:sp>
        <p:nvSpPr>
          <p:cNvPr id="4028" name="Google Shape;4028;p502"/>
          <p:cNvSpPr txBox="1"/>
          <p:nvPr/>
        </p:nvSpPr>
        <p:spPr>
          <a:xfrm>
            <a:off x="6850382" y="2983468"/>
            <a:ext cx="1314892" cy="338554"/>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313131"/>
              </a:buClr>
              <a:buSzPts val="1100"/>
              <a:buFont typeface="Open Sans"/>
              <a:buNone/>
            </a:pPr>
            <a:r>
              <a:rPr lang="en-US" sz="1100" b="0" i="0" u="none" strike="noStrike" cap="none">
                <a:solidFill>
                  <a:srgbClr val="313131"/>
                </a:solidFill>
                <a:latin typeface="Open Sans"/>
                <a:ea typeface="Open Sans"/>
                <a:cs typeface="Open Sans"/>
                <a:sym typeface="Open Sans"/>
              </a:rPr>
              <a:t>Financial statement consolidation</a:t>
            </a:r>
            <a:endParaRPr/>
          </a:p>
        </p:txBody>
      </p:sp>
      <p:cxnSp>
        <p:nvCxnSpPr>
          <p:cNvPr id="4029" name="Google Shape;4029;p502"/>
          <p:cNvCxnSpPr/>
          <p:nvPr/>
        </p:nvCxnSpPr>
        <p:spPr>
          <a:xfrm rot="10800000">
            <a:off x="8812354" y="2514339"/>
            <a:ext cx="0" cy="256032"/>
          </a:xfrm>
          <a:prstGeom prst="straightConnector1">
            <a:avLst/>
          </a:prstGeom>
          <a:noFill/>
          <a:ln w="9525" cap="flat" cmpd="sng">
            <a:solidFill>
              <a:srgbClr val="001F68"/>
            </a:solidFill>
            <a:prstDash val="solid"/>
            <a:round/>
            <a:headEnd type="oval" w="lg" len="lg"/>
            <a:tailEnd type="none" w="med" len="med"/>
          </a:ln>
        </p:spPr>
      </p:cxnSp>
      <p:sp>
        <p:nvSpPr>
          <p:cNvPr id="4030" name="Google Shape;4030;p502"/>
          <p:cNvSpPr txBox="1"/>
          <p:nvPr/>
        </p:nvSpPr>
        <p:spPr>
          <a:xfrm>
            <a:off x="5608675" y="1915214"/>
            <a:ext cx="1204338" cy="338554"/>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313131"/>
              </a:buClr>
              <a:buSzPts val="1100"/>
              <a:buFont typeface="Open Sans"/>
              <a:buNone/>
            </a:pPr>
            <a:r>
              <a:rPr lang="en-US" sz="1100" b="0" i="0" u="none" strike="noStrike" cap="none">
                <a:solidFill>
                  <a:srgbClr val="313131"/>
                </a:solidFill>
                <a:latin typeface="Open Sans"/>
                <a:ea typeface="Open Sans"/>
                <a:cs typeface="Open Sans"/>
                <a:sym typeface="Open Sans"/>
              </a:rPr>
              <a:t>Monthly closing activities</a:t>
            </a:r>
            <a:endParaRPr/>
          </a:p>
        </p:txBody>
      </p:sp>
      <p:cxnSp>
        <p:nvCxnSpPr>
          <p:cNvPr id="4031" name="Google Shape;4031;p502"/>
          <p:cNvCxnSpPr/>
          <p:nvPr/>
        </p:nvCxnSpPr>
        <p:spPr>
          <a:xfrm rot="10800000">
            <a:off x="6210844" y="2275034"/>
            <a:ext cx="0" cy="256032"/>
          </a:xfrm>
          <a:prstGeom prst="straightConnector1">
            <a:avLst/>
          </a:prstGeom>
          <a:noFill/>
          <a:ln w="9525" cap="flat" cmpd="sng">
            <a:solidFill>
              <a:srgbClr val="001F68"/>
            </a:solidFill>
            <a:prstDash val="solid"/>
            <a:round/>
            <a:headEnd type="oval" w="lg" len="lg"/>
            <a:tailEnd type="none" w="med" len="med"/>
          </a:ln>
        </p:spPr>
      </p:cxnSp>
      <p:cxnSp>
        <p:nvCxnSpPr>
          <p:cNvPr id="4032" name="Google Shape;4032;p502"/>
          <p:cNvCxnSpPr/>
          <p:nvPr/>
        </p:nvCxnSpPr>
        <p:spPr>
          <a:xfrm>
            <a:off x="7505093" y="2656352"/>
            <a:ext cx="0" cy="256032"/>
          </a:xfrm>
          <a:prstGeom prst="straightConnector1">
            <a:avLst/>
          </a:prstGeom>
          <a:noFill/>
          <a:ln w="9525" cap="flat" cmpd="sng">
            <a:solidFill>
              <a:srgbClr val="001F68"/>
            </a:solidFill>
            <a:prstDash val="solid"/>
            <a:round/>
            <a:headEnd type="oval" w="lg" len="lg"/>
            <a:tailEnd type="none" w="med" len="med"/>
          </a:ln>
        </p:spPr>
      </p:cxnSp>
      <p:sp>
        <p:nvSpPr>
          <p:cNvPr id="4033" name="Google Shape;4033;p502"/>
          <p:cNvSpPr/>
          <p:nvPr/>
        </p:nvSpPr>
        <p:spPr>
          <a:xfrm>
            <a:off x="395238" y="1773249"/>
            <a:ext cx="1210280" cy="1828800"/>
          </a:xfrm>
          <a:prstGeom prst="rect">
            <a:avLst/>
          </a:prstGeom>
          <a:solidFill>
            <a:srgbClr val="0A626C"/>
          </a:solidFill>
          <a:ln>
            <a:noFill/>
          </a:ln>
        </p:spPr>
        <p:txBody>
          <a:bodyPr spcFirstLastPara="1" wrap="square" lIns="88900" tIns="88900" rIns="88900" bIns="88900" anchor="ctr" anchorCtr="0">
            <a:noAutofit/>
          </a:bodyPr>
          <a:lstStyle/>
          <a:p>
            <a:pPr marL="0" marR="0" lvl="0" indent="0" algn="ctr" rtl="0">
              <a:lnSpc>
                <a:spcPct val="106000"/>
              </a:lnSpc>
              <a:spcBef>
                <a:spcPts val="0"/>
              </a:spcBef>
              <a:spcAft>
                <a:spcPts val="0"/>
              </a:spcAft>
              <a:buClr>
                <a:srgbClr val="FFFFFF"/>
              </a:buClr>
              <a:buSzPts val="1200"/>
              <a:buFont typeface="Noto Sans Symbols"/>
              <a:buNone/>
            </a:pPr>
            <a:r>
              <a:rPr lang="en-US" sz="1200" b="1" i="0" u="none" strike="noStrike" cap="none">
                <a:solidFill>
                  <a:srgbClr val="FFFFFF"/>
                </a:solidFill>
                <a:latin typeface="Open Sans"/>
                <a:ea typeface="Open Sans"/>
                <a:cs typeface="Open Sans"/>
                <a:sym typeface="Open Sans"/>
              </a:rPr>
              <a:t>Key Activities</a:t>
            </a:r>
            <a:endParaRPr/>
          </a:p>
        </p:txBody>
      </p:sp>
      <p:sp>
        <p:nvSpPr>
          <p:cNvPr id="4034" name="Google Shape;4034;p502"/>
          <p:cNvSpPr/>
          <p:nvPr/>
        </p:nvSpPr>
        <p:spPr>
          <a:xfrm>
            <a:off x="395237" y="3683618"/>
            <a:ext cx="1210280" cy="2803390"/>
          </a:xfrm>
          <a:prstGeom prst="rect">
            <a:avLst/>
          </a:prstGeom>
          <a:solidFill>
            <a:srgbClr val="0A626C"/>
          </a:solidFill>
          <a:ln>
            <a:noFill/>
          </a:ln>
        </p:spPr>
        <p:txBody>
          <a:bodyPr spcFirstLastPara="1" wrap="square" lIns="88900" tIns="88900" rIns="88900" bIns="88900" anchor="ctr" anchorCtr="0">
            <a:noAutofit/>
          </a:bodyPr>
          <a:lstStyle/>
          <a:p>
            <a:pPr marL="0" marR="0" lvl="0" indent="0" algn="ctr" rtl="0">
              <a:lnSpc>
                <a:spcPct val="106000"/>
              </a:lnSpc>
              <a:spcBef>
                <a:spcPts val="0"/>
              </a:spcBef>
              <a:spcAft>
                <a:spcPts val="0"/>
              </a:spcAft>
              <a:buClr>
                <a:srgbClr val="FFFFFF"/>
              </a:buClr>
              <a:buSzPts val="1200"/>
              <a:buFont typeface="Noto Sans Symbols"/>
              <a:buNone/>
            </a:pPr>
            <a:r>
              <a:rPr lang="en-US" sz="1200" b="1" i="0" u="none" strike="noStrike" cap="none">
                <a:solidFill>
                  <a:srgbClr val="FFFFFF"/>
                </a:solidFill>
                <a:latin typeface="Open Sans"/>
                <a:ea typeface="Open Sans"/>
                <a:cs typeface="Open Sans"/>
                <a:sym typeface="Open Sans"/>
              </a:rPr>
              <a:t>Enabling AI Capabilities</a:t>
            </a:r>
            <a:endParaRPr/>
          </a:p>
        </p:txBody>
      </p:sp>
      <p:sp>
        <p:nvSpPr>
          <p:cNvPr id="4035" name="Google Shape;4035;p502"/>
          <p:cNvSpPr/>
          <p:nvPr/>
        </p:nvSpPr>
        <p:spPr>
          <a:xfrm>
            <a:off x="1730911" y="3683618"/>
            <a:ext cx="1197993" cy="494757"/>
          </a:xfrm>
          <a:prstGeom prst="rect">
            <a:avLst/>
          </a:prstGeom>
          <a:solidFill>
            <a:srgbClr val="F2F2F2"/>
          </a:solidFill>
          <a:ln>
            <a:noFill/>
          </a:ln>
        </p:spPr>
        <p:txBody>
          <a:bodyPr spcFirstLastPara="1" wrap="square" lIns="45700" tIns="88900" rIns="45700" bIns="88900" anchor="ctr" anchorCtr="0">
            <a:noAutofit/>
          </a:bodyPr>
          <a:lstStyle/>
          <a:p>
            <a:pPr marL="0" marR="0" lvl="0" indent="0" algn="ctr" rtl="0">
              <a:lnSpc>
                <a:spcPct val="106000"/>
              </a:lnSpc>
              <a:spcBef>
                <a:spcPts val="0"/>
              </a:spcBef>
              <a:spcAft>
                <a:spcPts val="0"/>
              </a:spcAft>
              <a:buClr>
                <a:srgbClr val="000000"/>
              </a:buClr>
              <a:buSzPts val="900"/>
              <a:buFont typeface="Open Sans"/>
              <a:buNone/>
            </a:pPr>
            <a:r>
              <a:rPr lang="en-US" sz="900" b="0" i="0" u="none" strike="noStrike" cap="none">
                <a:solidFill>
                  <a:srgbClr val="000000"/>
                </a:solidFill>
                <a:latin typeface="Open Sans"/>
                <a:ea typeface="Open Sans"/>
                <a:cs typeface="Open Sans"/>
                <a:sym typeface="Open Sans"/>
              </a:rPr>
              <a:t>Identify inconsistencies in master data records</a:t>
            </a:r>
            <a:endParaRPr/>
          </a:p>
        </p:txBody>
      </p:sp>
      <p:sp>
        <p:nvSpPr>
          <p:cNvPr id="4036" name="Google Shape;4036;p502"/>
          <p:cNvSpPr/>
          <p:nvPr/>
        </p:nvSpPr>
        <p:spPr>
          <a:xfrm>
            <a:off x="10786579" y="3683618"/>
            <a:ext cx="1149799" cy="1103833"/>
          </a:xfrm>
          <a:prstGeom prst="rect">
            <a:avLst/>
          </a:prstGeom>
          <a:solidFill>
            <a:srgbClr val="E0F0FA"/>
          </a:solidFill>
          <a:ln>
            <a:noFill/>
          </a:ln>
        </p:spPr>
        <p:txBody>
          <a:bodyPr spcFirstLastPara="1" wrap="square" lIns="45700" tIns="88900" rIns="45700" bIns="88900" anchor="ctr" anchorCtr="0">
            <a:noAutofit/>
          </a:bodyPr>
          <a:lstStyle/>
          <a:p>
            <a:pPr marL="0" marR="0" lvl="0" indent="0" algn="ctr" rtl="0">
              <a:lnSpc>
                <a:spcPct val="100000"/>
              </a:lnSpc>
              <a:spcBef>
                <a:spcPts val="0"/>
              </a:spcBef>
              <a:spcAft>
                <a:spcPts val="0"/>
              </a:spcAft>
              <a:buClr>
                <a:srgbClr val="000000"/>
              </a:buClr>
              <a:buSzPts val="900"/>
              <a:buFont typeface="Open Sans"/>
              <a:buNone/>
            </a:pPr>
            <a:r>
              <a:rPr lang="en-US" sz="900" b="0" i="0" u="none" strike="noStrike" cap="none">
                <a:solidFill>
                  <a:srgbClr val="000000"/>
                </a:solidFill>
                <a:latin typeface="Open Sans"/>
                <a:ea typeface="Open Sans"/>
                <a:cs typeface="Open Sans"/>
                <a:sym typeface="Open Sans"/>
              </a:rPr>
              <a:t>Generate investing strategies  from consolidated market conditions, internal financial performance, and firm objectives</a:t>
            </a:r>
            <a:endParaRPr/>
          </a:p>
        </p:txBody>
      </p:sp>
      <p:sp>
        <p:nvSpPr>
          <p:cNvPr id="4037" name="Google Shape;4037;p502"/>
          <p:cNvSpPr/>
          <p:nvPr/>
        </p:nvSpPr>
        <p:spPr>
          <a:xfrm>
            <a:off x="3018361" y="3683618"/>
            <a:ext cx="1205246" cy="751217"/>
          </a:xfrm>
          <a:prstGeom prst="rect">
            <a:avLst/>
          </a:prstGeom>
          <a:solidFill>
            <a:srgbClr val="F2F2F2"/>
          </a:solidFill>
          <a:ln>
            <a:noFill/>
          </a:ln>
        </p:spPr>
        <p:txBody>
          <a:bodyPr spcFirstLastPara="1" wrap="square" lIns="45700" tIns="88900" rIns="45700" bIns="88900" anchor="ctr" anchorCtr="0">
            <a:noAutofit/>
          </a:bodyPr>
          <a:lstStyle/>
          <a:p>
            <a:pPr marL="0" marR="0" lvl="0" indent="0" algn="ctr" rtl="0">
              <a:lnSpc>
                <a:spcPct val="106000"/>
              </a:lnSpc>
              <a:spcBef>
                <a:spcPts val="0"/>
              </a:spcBef>
              <a:spcAft>
                <a:spcPts val="0"/>
              </a:spcAft>
              <a:buClr>
                <a:srgbClr val="000000"/>
              </a:buClr>
              <a:buSzPts val="900"/>
              <a:buFont typeface="Noto Sans Symbols"/>
              <a:buNone/>
            </a:pPr>
            <a:r>
              <a:rPr lang="en-US" sz="900" b="0" i="0" u="none" strike="noStrike" cap="none">
                <a:solidFill>
                  <a:srgbClr val="000000"/>
                </a:solidFill>
                <a:latin typeface="Open Sans"/>
                <a:ea typeface="Open Sans"/>
                <a:cs typeface="Open Sans"/>
                <a:sym typeface="Open Sans"/>
              </a:rPr>
              <a:t>Identify missing monthly accruals based on historic trends</a:t>
            </a:r>
            <a:endParaRPr/>
          </a:p>
        </p:txBody>
      </p:sp>
      <p:sp>
        <p:nvSpPr>
          <p:cNvPr id="4038" name="Google Shape;4038;p502"/>
          <p:cNvSpPr/>
          <p:nvPr/>
        </p:nvSpPr>
        <p:spPr>
          <a:xfrm>
            <a:off x="3013417" y="5470942"/>
            <a:ext cx="1191672" cy="999963"/>
          </a:xfrm>
          <a:prstGeom prst="rect">
            <a:avLst/>
          </a:prstGeom>
          <a:solidFill>
            <a:srgbClr val="F2F2F2"/>
          </a:solidFill>
          <a:ln>
            <a:noFill/>
          </a:ln>
        </p:spPr>
        <p:txBody>
          <a:bodyPr spcFirstLastPara="1" wrap="square" lIns="45700" tIns="88900" rIns="45700" bIns="88900" anchor="ctr" anchorCtr="0">
            <a:noAutofit/>
          </a:bodyPr>
          <a:lstStyle/>
          <a:p>
            <a:pPr marL="0" marR="0" lvl="0" indent="0" algn="ctr" rtl="0">
              <a:lnSpc>
                <a:spcPct val="106000"/>
              </a:lnSpc>
              <a:spcBef>
                <a:spcPts val="0"/>
              </a:spcBef>
              <a:spcAft>
                <a:spcPts val="0"/>
              </a:spcAft>
              <a:buClr>
                <a:srgbClr val="000000"/>
              </a:buClr>
              <a:buSzPts val="900"/>
              <a:buFont typeface="Noto Sans Symbols"/>
              <a:buNone/>
            </a:pPr>
            <a:r>
              <a:rPr lang="en-US" sz="900" b="0" i="0" u="none" strike="noStrike" cap="none">
                <a:solidFill>
                  <a:srgbClr val="000000"/>
                </a:solidFill>
                <a:latin typeface="Open Sans"/>
                <a:ea typeface="Open Sans"/>
                <a:cs typeface="Open Sans"/>
                <a:sym typeface="Open Sans"/>
              </a:rPr>
              <a:t>Identify expense classification errors through clustering and classification models trained on historical data</a:t>
            </a:r>
            <a:endParaRPr/>
          </a:p>
        </p:txBody>
      </p:sp>
      <p:cxnSp>
        <p:nvCxnSpPr>
          <p:cNvPr id="4039" name="Google Shape;4039;p502"/>
          <p:cNvCxnSpPr/>
          <p:nvPr/>
        </p:nvCxnSpPr>
        <p:spPr>
          <a:xfrm>
            <a:off x="10124373" y="2709607"/>
            <a:ext cx="0" cy="259487"/>
          </a:xfrm>
          <a:prstGeom prst="straightConnector1">
            <a:avLst/>
          </a:prstGeom>
          <a:noFill/>
          <a:ln w="9525" cap="flat" cmpd="sng">
            <a:solidFill>
              <a:srgbClr val="001F68"/>
            </a:solidFill>
            <a:prstDash val="solid"/>
            <a:round/>
            <a:headEnd type="oval" w="lg" len="lg"/>
            <a:tailEnd type="none" w="med" len="med"/>
          </a:ln>
        </p:spPr>
      </p:cxnSp>
      <p:sp>
        <p:nvSpPr>
          <p:cNvPr id="4040" name="Google Shape;4040;p502"/>
          <p:cNvSpPr/>
          <p:nvPr/>
        </p:nvSpPr>
        <p:spPr>
          <a:xfrm>
            <a:off x="1730910" y="2434475"/>
            <a:ext cx="10204704" cy="340702"/>
          </a:xfrm>
          <a:custGeom>
            <a:avLst/>
            <a:gdLst/>
            <a:ahLst/>
            <a:cxnLst/>
            <a:rect l="l" t="t" r="r" b="b"/>
            <a:pathLst>
              <a:path w="8945116" h="1061707" extrusionOk="0">
                <a:moveTo>
                  <a:pt x="0" y="1052359"/>
                </a:moveTo>
                <a:cubicBezTo>
                  <a:pt x="18473" y="959995"/>
                  <a:pt x="1582464" y="11712"/>
                  <a:pt x="2660073" y="13268"/>
                </a:cubicBezTo>
                <a:cubicBezTo>
                  <a:pt x="3737682" y="14824"/>
                  <a:pt x="5442940" y="1065712"/>
                  <a:pt x="6465655" y="1061696"/>
                </a:cubicBezTo>
                <a:cubicBezTo>
                  <a:pt x="7488370" y="1057680"/>
                  <a:pt x="8954309" y="-4603"/>
                  <a:pt x="8945073" y="16"/>
                </a:cubicBezTo>
              </a:path>
            </a:pathLst>
          </a:custGeom>
          <a:noFill/>
          <a:ln w="19050" cap="flat" cmpd="sng">
            <a:solidFill>
              <a:schemeClr val="accent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Open Sans"/>
              <a:buNone/>
            </a:pPr>
            <a:endParaRPr sz="1800" b="0" i="0" u="none" strike="noStrike" cap="none">
              <a:solidFill>
                <a:srgbClr val="FFFFFF"/>
              </a:solidFill>
              <a:latin typeface="Arial"/>
              <a:ea typeface="Arial"/>
              <a:cs typeface="Arial"/>
              <a:sym typeface="Arial"/>
            </a:endParaRPr>
          </a:p>
        </p:txBody>
      </p:sp>
      <p:sp>
        <p:nvSpPr>
          <p:cNvPr id="4041" name="Google Shape;4041;p502"/>
          <p:cNvSpPr/>
          <p:nvPr/>
        </p:nvSpPr>
        <p:spPr>
          <a:xfrm>
            <a:off x="4313064" y="3683618"/>
            <a:ext cx="1205246" cy="1249439"/>
          </a:xfrm>
          <a:prstGeom prst="rect">
            <a:avLst/>
          </a:prstGeom>
          <a:solidFill>
            <a:srgbClr val="F2F2F2"/>
          </a:solidFill>
          <a:ln>
            <a:noFill/>
          </a:ln>
        </p:spPr>
        <p:txBody>
          <a:bodyPr spcFirstLastPara="1" wrap="square" lIns="45700" tIns="88900" rIns="45700" bIns="88900" anchor="ctr" anchorCtr="0">
            <a:noAutofit/>
          </a:bodyPr>
          <a:lstStyle/>
          <a:p>
            <a:pPr marL="0" marR="0" lvl="0" indent="0" algn="ctr" rtl="0">
              <a:lnSpc>
                <a:spcPct val="106000"/>
              </a:lnSpc>
              <a:spcBef>
                <a:spcPts val="0"/>
              </a:spcBef>
              <a:spcAft>
                <a:spcPts val="0"/>
              </a:spcAft>
              <a:buClr>
                <a:srgbClr val="000000"/>
              </a:buClr>
              <a:buSzPts val="900"/>
              <a:buFont typeface="Noto Sans Symbols"/>
              <a:buNone/>
            </a:pPr>
            <a:r>
              <a:rPr lang="en-US" sz="900" b="0" i="0" u="none" strike="noStrike" cap="none">
                <a:solidFill>
                  <a:srgbClr val="000000"/>
                </a:solidFill>
                <a:latin typeface="Open Sans"/>
                <a:ea typeface="Open Sans"/>
                <a:cs typeface="Open Sans"/>
                <a:sym typeface="Open Sans"/>
              </a:rPr>
              <a:t>Reconcile account balances at the transaction level to underlying documents like invoices, purchase orders, and bank statements</a:t>
            </a:r>
            <a:endParaRPr/>
          </a:p>
        </p:txBody>
      </p:sp>
      <p:sp>
        <p:nvSpPr>
          <p:cNvPr id="4042" name="Google Shape;4042;p502"/>
          <p:cNvSpPr/>
          <p:nvPr/>
        </p:nvSpPr>
        <p:spPr>
          <a:xfrm>
            <a:off x="6902470" y="3683618"/>
            <a:ext cx="1205246" cy="776065"/>
          </a:xfrm>
          <a:prstGeom prst="rect">
            <a:avLst/>
          </a:prstGeom>
          <a:solidFill>
            <a:srgbClr val="F2F2F2"/>
          </a:solidFill>
          <a:ln>
            <a:noFill/>
          </a:ln>
        </p:spPr>
        <p:txBody>
          <a:bodyPr spcFirstLastPara="1" wrap="square" lIns="45700" tIns="88900" rIns="45700" bIns="88900" anchor="ctr" anchorCtr="0">
            <a:noAutofit/>
          </a:bodyPr>
          <a:lstStyle/>
          <a:p>
            <a:pPr marL="0" marR="0" lvl="0" indent="0" algn="ctr" rtl="0">
              <a:lnSpc>
                <a:spcPct val="100000"/>
              </a:lnSpc>
              <a:spcBef>
                <a:spcPts val="0"/>
              </a:spcBef>
              <a:spcAft>
                <a:spcPts val="0"/>
              </a:spcAft>
              <a:buClr>
                <a:srgbClr val="313131"/>
              </a:buClr>
              <a:buSzPts val="900"/>
              <a:buFont typeface="Open Sans"/>
              <a:buNone/>
            </a:pPr>
            <a:r>
              <a:rPr lang="en-US" sz="900" b="0" i="0" u="none" strike="noStrike" cap="none">
                <a:solidFill>
                  <a:srgbClr val="313131"/>
                </a:solidFill>
                <a:latin typeface="Open Sans"/>
                <a:ea typeface="Open Sans"/>
                <a:cs typeface="Open Sans"/>
                <a:sym typeface="Open Sans"/>
              </a:rPr>
              <a:t>Consolidate accounting records recorded under different standards and currencies</a:t>
            </a:r>
            <a:endParaRPr/>
          </a:p>
        </p:txBody>
      </p:sp>
      <p:sp>
        <p:nvSpPr>
          <p:cNvPr id="4043" name="Google Shape;4043;p502"/>
          <p:cNvSpPr/>
          <p:nvPr/>
        </p:nvSpPr>
        <p:spPr>
          <a:xfrm>
            <a:off x="8197173" y="4883081"/>
            <a:ext cx="1205246" cy="637802"/>
          </a:xfrm>
          <a:prstGeom prst="rect">
            <a:avLst/>
          </a:prstGeom>
          <a:solidFill>
            <a:srgbClr val="F2F2F2"/>
          </a:solidFill>
          <a:ln>
            <a:noFill/>
          </a:ln>
        </p:spPr>
        <p:txBody>
          <a:bodyPr spcFirstLastPara="1" wrap="square" lIns="45700" tIns="88900" rIns="45700" bIns="88900" anchor="ctr" anchorCtr="0">
            <a:noAutofit/>
          </a:bodyPr>
          <a:lstStyle/>
          <a:p>
            <a:pPr marL="0" marR="0" lvl="0" indent="0" algn="ctr" rtl="0">
              <a:lnSpc>
                <a:spcPct val="100000"/>
              </a:lnSpc>
              <a:spcBef>
                <a:spcPts val="0"/>
              </a:spcBef>
              <a:spcAft>
                <a:spcPts val="0"/>
              </a:spcAft>
              <a:buClr>
                <a:srgbClr val="313131"/>
              </a:buClr>
              <a:buSzPts val="900"/>
              <a:buFont typeface="Open Sans"/>
              <a:buNone/>
            </a:pPr>
            <a:r>
              <a:rPr lang="en-US" sz="900" b="0" i="0" u="none" strike="noStrike" cap="none">
                <a:solidFill>
                  <a:srgbClr val="313131"/>
                </a:solidFill>
                <a:latin typeface="Open Sans"/>
                <a:ea typeface="Open Sans"/>
                <a:cs typeface="Open Sans"/>
                <a:sym typeface="Open Sans"/>
              </a:rPr>
              <a:t>Monitor emerging regulations and evaluate current state compliance</a:t>
            </a:r>
            <a:endParaRPr/>
          </a:p>
        </p:txBody>
      </p:sp>
      <p:sp>
        <p:nvSpPr>
          <p:cNvPr id="4044" name="Google Shape;4044;p502"/>
          <p:cNvSpPr/>
          <p:nvPr/>
        </p:nvSpPr>
        <p:spPr>
          <a:xfrm>
            <a:off x="9491876" y="3683618"/>
            <a:ext cx="1205246" cy="999963"/>
          </a:xfrm>
          <a:prstGeom prst="rect">
            <a:avLst/>
          </a:prstGeom>
          <a:solidFill>
            <a:srgbClr val="E0F0FA"/>
          </a:solidFill>
          <a:ln>
            <a:noFill/>
          </a:ln>
        </p:spPr>
        <p:txBody>
          <a:bodyPr spcFirstLastPara="1" wrap="square" lIns="45700" tIns="88900" rIns="45700" bIns="88900" anchor="ctr" anchorCtr="0">
            <a:noAutofit/>
          </a:bodyPr>
          <a:lstStyle/>
          <a:p>
            <a:pPr marL="0" marR="0" lvl="0" indent="0" algn="ctr" rtl="0">
              <a:lnSpc>
                <a:spcPct val="100000"/>
              </a:lnSpc>
              <a:spcBef>
                <a:spcPts val="0"/>
              </a:spcBef>
              <a:spcAft>
                <a:spcPts val="0"/>
              </a:spcAft>
              <a:buClr>
                <a:srgbClr val="000000"/>
              </a:buClr>
              <a:buSzPts val="900"/>
              <a:buFont typeface="Open Sans"/>
              <a:buNone/>
            </a:pPr>
            <a:r>
              <a:rPr lang="en-US" sz="900" b="0" i="0" u="none" strike="noStrike" cap="none">
                <a:solidFill>
                  <a:srgbClr val="000000"/>
                </a:solidFill>
                <a:latin typeface="Open Sans"/>
                <a:ea typeface="Open Sans"/>
                <a:cs typeface="Open Sans"/>
                <a:sym typeface="Open Sans"/>
              </a:rPr>
              <a:t>Guided workflows for creating budgets that can consider financial metrics and user input</a:t>
            </a:r>
            <a:endParaRPr/>
          </a:p>
        </p:txBody>
      </p:sp>
      <p:cxnSp>
        <p:nvCxnSpPr>
          <p:cNvPr id="4045" name="Google Shape;4045;p502"/>
          <p:cNvCxnSpPr/>
          <p:nvPr/>
        </p:nvCxnSpPr>
        <p:spPr>
          <a:xfrm>
            <a:off x="4883790" y="2435473"/>
            <a:ext cx="0" cy="256032"/>
          </a:xfrm>
          <a:prstGeom prst="straightConnector1">
            <a:avLst/>
          </a:prstGeom>
          <a:noFill/>
          <a:ln w="9525" cap="flat" cmpd="sng">
            <a:solidFill>
              <a:srgbClr val="001F68"/>
            </a:solidFill>
            <a:prstDash val="solid"/>
            <a:round/>
            <a:headEnd type="oval" w="lg" len="lg"/>
            <a:tailEnd type="none" w="med" len="med"/>
          </a:ln>
        </p:spPr>
      </p:cxnSp>
      <p:grpSp>
        <p:nvGrpSpPr>
          <p:cNvPr id="4046" name="Google Shape;4046;p502"/>
          <p:cNvGrpSpPr/>
          <p:nvPr/>
        </p:nvGrpSpPr>
        <p:grpSpPr>
          <a:xfrm>
            <a:off x="1730910" y="1267070"/>
            <a:ext cx="10204704" cy="413977"/>
            <a:chOff x="1730910" y="1060239"/>
            <a:chExt cx="10204704" cy="413977"/>
          </a:xfrm>
          <a:solidFill>
            <a:srgbClr val="0A626C"/>
          </a:solidFill>
        </p:grpSpPr>
        <p:sp>
          <p:nvSpPr>
            <p:cNvPr id="4047" name="Google Shape;4047;p502"/>
            <p:cNvSpPr/>
            <p:nvPr/>
          </p:nvSpPr>
          <p:spPr>
            <a:xfrm>
              <a:off x="1730910" y="1060239"/>
              <a:ext cx="2737609" cy="413977"/>
            </a:xfrm>
            <a:prstGeom prst="homePlate">
              <a:avLst>
                <a:gd name="adj" fmla="val 50000"/>
              </a:avLst>
            </a:prstGeom>
            <a:grpFill/>
            <a:ln>
              <a:noFill/>
            </a:ln>
            <a:effectLst>
              <a:outerShdw blurRad="50800" dist="38100" dir="5400000" algn="t" rotWithShape="0">
                <a:srgbClr val="000000">
                  <a:alpha val="40000"/>
                </a:srgbClr>
              </a:outerShdw>
            </a:effectLst>
          </p:spPr>
          <p:txBody>
            <a:bodyPr spcFirstLastPara="1" wrap="square" lIns="88900" tIns="88900" rIns="88900" bIns="88900" anchor="ctr" anchorCtr="0">
              <a:noAutofit/>
            </a:bodyPr>
            <a:lstStyle/>
            <a:p>
              <a:pPr marL="0" marR="0" lvl="0" indent="0" algn="ctr" rtl="0">
                <a:lnSpc>
                  <a:spcPct val="106000"/>
                </a:lnSpc>
                <a:spcBef>
                  <a:spcPts val="0"/>
                </a:spcBef>
                <a:spcAft>
                  <a:spcPts val="0"/>
                </a:spcAft>
                <a:buClr>
                  <a:srgbClr val="FFFFFF"/>
                </a:buClr>
                <a:buSzPts val="1200"/>
                <a:buFont typeface="Open Sans"/>
                <a:buNone/>
              </a:pPr>
              <a:r>
                <a:rPr lang="en-US" sz="1200" b="1" i="0" u="none" strike="noStrike" cap="none">
                  <a:solidFill>
                    <a:srgbClr val="FFFFFF"/>
                  </a:solidFill>
                  <a:latin typeface="Open Sans"/>
                  <a:ea typeface="Open Sans"/>
                  <a:cs typeface="Open Sans"/>
                  <a:sym typeface="Open Sans"/>
                </a:rPr>
                <a:t>Record</a:t>
              </a:r>
              <a:endParaRPr/>
            </a:p>
          </p:txBody>
        </p:sp>
        <p:sp>
          <p:nvSpPr>
            <p:cNvPr id="4048" name="Google Shape;4048;p502"/>
            <p:cNvSpPr/>
            <p:nvPr/>
          </p:nvSpPr>
          <p:spPr>
            <a:xfrm>
              <a:off x="6812383" y="1060239"/>
              <a:ext cx="2634199" cy="413977"/>
            </a:xfrm>
            <a:prstGeom prst="chevron">
              <a:avLst>
                <a:gd name="adj" fmla="val 50000"/>
              </a:avLst>
            </a:prstGeom>
            <a:grpFill/>
            <a:ln>
              <a:noFill/>
            </a:ln>
            <a:effectLst>
              <a:outerShdw blurRad="50800" dist="38100" dir="5400000" algn="t" rotWithShape="0">
                <a:srgbClr val="000000">
                  <a:alpha val="40000"/>
                </a:srgbClr>
              </a:outerShdw>
            </a:effectLst>
          </p:spPr>
          <p:txBody>
            <a:bodyPr spcFirstLastPara="1" wrap="square" lIns="88900" tIns="88900" rIns="88900" bIns="88900" anchor="ctr" anchorCtr="0">
              <a:noAutofit/>
            </a:bodyPr>
            <a:lstStyle/>
            <a:p>
              <a:pPr marL="0" marR="0" lvl="0" indent="0" algn="ctr" rtl="0">
                <a:lnSpc>
                  <a:spcPct val="106000"/>
                </a:lnSpc>
                <a:spcBef>
                  <a:spcPts val="0"/>
                </a:spcBef>
                <a:spcAft>
                  <a:spcPts val="0"/>
                </a:spcAft>
                <a:buClr>
                  <a:srgbClr val="FFFFFF"/>
                </a:buClr>
                <a:buSzPts val="1200"/>
                <a:buFont typeface="Open Sans"/>
                <a:buNone/>
              </a:pPr>
              <a:r>
                <a:rPr lang="en-US" sz="1200" b="1" i="0" u="none" strike="noStrike" cap="none">
                  <a:solidFill>
                    <a:srgbClr val="FFFFFF"/>
                  </a:solidFill>
                  <a:latin typeface="Open Sans"/>
                  <a:ea typeface="Open Sans"/>
                  <a:cs typeface="Open Sans"/>
                  <a:sym typeface="Open Sans"/>
                </a:rPr>
                <a:t>Report</a:t>
              </a:r>
              <a:endParaRPr/>
            </a:p>
          </p:txBody>
        </p:sp>
        <p:sp>
          <p:nvSpPr>
            <p:cNvPr id="4049" name="Google Shape;4049;p502"/>
            <p:cNvSpPr/>
            <p:nvPr/>
          </p:nvSpPr>
          <p:spPr>
            <a:xfrm>
              <a:off x="9301414" y="1060239"/>
              <a:ext cx="2634200" cy="413977"/>
            </a:xfrm>
            <a:prstGeom prst="chevron">
              <a:avLst>
                <a:gd name="adj" fmla="val 50000"/>
              </a:avLst>
            </a:prstGeom>
            <a:grpFill/>
            <a:ln>
              <a:noFill/>
            </a:ln>
            <a:effectLst>
              <a:outerShdw blurRad="50800" dist="38100" dir="5400000" algn="t" rotWithShape="0">
                <a:srgbClr val="000000">
                  <a:alpha val="40000"/>
                </a:srgbClr>
              </a:outerShdw>
            </a:effectLst>
          </p:spPr>
          <p:txBody>
            <a:bodyPr spcFirstLastPara="1" wrap="square" lIns="88900" tIns="88900" rIns="88900" bIns="88900" anchor="ctr" anchorCtr="0">
              <a:noAutofit/>
            </a:bodyPr>
            <a:lstStyle/>
            <a:p>
              <a:pPr marL="0" marR="0" lvl="0" indent="0" algn="ctr" rtl="0">
                <a:lnSpc>
                  <a:spcPct val="106000"/>
                </a:lnSpc>
                <a:spcBef>
                  <a:spcPts val="0"/>
                </a:spcBef>
                <a:spcAft>
                  <a:spcPts val="0"/>
                </a:spcAft>
                <a:buClr>
                  <a:srgbClr val="FFFFFF"/>
                </a:buClr>
                <a:buSzPts val="1200"/>
                <a:buFont typeface="Open Sans"/>
                <a:buNone/>
              </a:pPr>
              <a:r>
                <a:rPr lang="en-US" sz="1200" b="1" i="0" u="none" strike="noStrike" cap="none">
                  <a:solidFill>
                    <a:srgbClr val="FFFFFF"/>
                  </a:solidFill>
                  <a:latin typeface="Open Sans"/>
                  <a:ea typeface="Open Sans"/>
                  <a:cs typeface="Open Sans"/>
                  <a:sym typeface="Open Sans"/>
                </a:rPr>
                <a:t>Plan</a:t>
              </a:r>
              <a:endParaRPr/>
            </a:p>
          </p:txBody>
        </p:sp>
        <p:sp>
          <p:nvSpPr>
            <p:cNvPr id="4050" name="Google Shape;4050;p502"/>
            <p:cNvSpPr/>
            <p:nvPr/>
          </p:nvSpPr>
          <p:spPr>
            <a:xfrm>
              <a:off x="4323351" y="1060239"/>
              <a:ext cx="2634200" cy="413977"/>
            </a:xfrm>
            <a:prstGeom prst="chevron">
              <a:avLst>
                <a:gd name="adj" fmla="val 50000"/>
              </a:avLst>
            </a:prstGeom>
            <a:grpFill/>
            <a:ln>
              <a:noFill/>
            </a:ln>
            <a:effectLst>
              <a:outerShdw blurRad="50800" dist="38100" dir="5400000" algn="t" rotWithShape="0">
                <a:srgbClr val="000000">
                  <a:alpha val="40000"/>
                </a:srgbClr>
              </a:outerShdw>
            </a:effectLst>
          </p:spPr>
          <p:txBody>
            <a:bodyPr spcFirstLastPara="1" wrap="square" lIns="88900" tIns="88900" rIns="88900" bIns="88900" anchor="ctr" anchorCtr="0">
              <a:noAutofit/>
            </a:bodyPr>
            <a:lstStyle/>
            <a:p>
              <a:pPr marL="0" marR="0" lvl="0" indent="0" algn="ctr" rtl="0">
                <a:lnSpc>
                  <a:spcPct val="106000"/>
                </a:lnSpc>
                <a:spcBef>
                  <a:spcPts val="0"/>
                </a:spcBef>
                <a:spcAft>
                  <a:spcPts val="0"/>
                </a:spcAft>
                <a:buClr>
                  <a:srgbClr val="FFFFFF"/>
                </a:buClr>
                <a:buSzPts val="1200"/>
                <a:buFont typeface="Open Sans"/>
                <a:buNone/>
              </a:pPr>
              <a:r>
                <a:rPr lang="en-US" sz="1200" b="1" i="0" u="none" strike="noStrike" cap="none">
                  <a:solidFill>
                    <a:srgbClr val="FFFFFF"/>
                  </a:solidFill>
                  <a:latin typeface="Open Sans"/>
                  <a:ea typeface="Open Sans"/>
                  <a:cs typeface="Open Sans"/>
                  <a:sym typeface="Open Sans"/>
                </a:rPr>
                <a:t>Close</a:t>
              </a:r>
              <a:endParaRPr/>
            </a:p>
          </p:txBody>
        </p:sp>
      </p:grpSp>
      <p:sp>
        <p:nvSpPr>
          <p:cNvPr id="4051" name="Google Shape;4051;p502"/>
          <p:cNvSpPr/>
          <p:nvPr/>
        </p:nvSpPr>
        <p:spPr>
          <a:xfrm>
            <a:off x="5614554" y="3683618"/>
            <a:ext cx="1205246" cy="804266"/>
          </a:xfrm>
          <a:prstGeom prst="rect">
            <a:avLst/>
          </a:prstGeom>
          <a:solidFill>
            <a:srgbClr val="E0F0FA"/>
          </a:solidFill>
          <a:ln>
            <a:noFill/>
          </a:ln>
        </p:spPr>
        <p:txBody>
          <a:bodyPr spcFirstLastPara="1" wrap="square" lIns="45700" tIns="88900" rIns="45700" bIns="88900" anchor="ctr" anchorCtr="0">
            <a:noAutofit/>
          </a:bodyPr>
          <a:lstStyle/>
          <a:p>
            <a:pPr marL="0" marR="0" lvl="0" indent="0" algn="ctr" rtl="0">
              <a:lnSpc>
                <a:spcPct val="100000"/>
              </a:lnSpc>
              <a:spcBef>
                <a:spcPts val="0"/>
              </a:spcBef>
              <a:spcAft>
                <a:spcPts val="0"/>
              </a:spcAft>
              <a:buClr>
                <a:srgbClr val="000000"/>
              </a:buClr>
              <a:buSzPts val="900"/>
              <a:buFont typeface="Open Sans"/>
              <a:buNone/>
            </a:pPr>
            <a:r>
              <a:rPr lang="en-US" sz="900" b="0" i="0" u="none" strike="noStrike" cap="none">
                <a:solidFill>
                  <a:srgbClr val="000000"/>
                </a:solidFill>
                <a:latin typeface="Open Sans"/>
                <a:ea typeface="Open Sans"/>
                <a:cs typeface="Open Sans"/>
                <a:sym typeface="Open Sans"/>
              </a:rPr>
              <a:t>Automated closing checklists to ensure all accounting policies are followed</a:t>
            </a:r>
            <a:endParaRPr/>
          </a:p>
        </p:txBody>
      </p:sp>
      <p:sp>
        <p:nvSpPr>
          <p:cNvPr id="4052" name="Google Shape;4052;p502"/>
          <p:cNvSpPr/>
          <p:nvPr/>
        </p:nvSpPr>
        <p:spPr>
          <a:xfrm>
            <a:off x="8197173" y="3683618"/>
            <a:ext cx="1205246" cy="1124253"/>
          </a:xfrm>
          <a:prstGeom prst="rect">
            <a:avLst/>
          </a:prstGeom>
          <a:solidFill>
            <a:srgbClr val="E0F0FA"/>
          </a:solidFill>
          <a:ln>
            <a:noFill/>
          </a:ln>
        </p:spPr>
        <p:txBody>
          <a:bodyPr spcFirstLastPara="1" wrap="square" lIns="45700" tIns="88900" rIns="45700" bIns="88900" anchor="ctr" anchorCtr="0">
            <a:noAutofit/>
          </a:bodyPr>
          <a:lstStyle/>
          <a:p>
            <a:pPr marL="0" marR="0" lvl="0" indent="0" algn="ctr" rtl="0">
              <a:lnSpc>
                <a:spcPct val="100000"/>
              </a:lnSpc>
              <a:spcBef>
                <a:spcPts val="0"/>
              </a:spcBef>
              <a:spcAft>
                <a:spcPts val="0"/>
              </a:spcAft>
              <a:buClr>
                <a:srgbClr val="000000"/>
              </a:buClr>
              <a:buSzPts val="900"/>
              <a:buFont typeface="Open Sans"/>
              <a:buNone/>
            </a:pPr>
            <a:r>
              <a:rPr lang="en-US" sz="900" b="0" i="0" u="none" strike="noStrike" cap="none">
                <a:solidFill>
                  <a:srgbClr val="000000"/>
                </a:solidFill>
                <a:latin typeface="Open Sans"/>
                <a:ea typeface="Open Sans"/>
                <a:cs typeface="Open Sans"/>
                <a:sym typeface="Open Sans"/>
              </a:rPr>
              <a:t>Generate draft regulatory filings such financial statement disclosures, proxy statements, and  others</a:t>
            </a:r>
            <a:endParaRPr/>
          </a:p>
        </p:txBody>
      </p:sp>
      <p:sp>
        <p:nvSpPr>
          <p:cNvPr id="4053" name="Google Shape;4053;p502"/>
          <p:cNvSpPr txBox="1"/>
          <p:nvPr/>
        </p:nvSpPr>
        <p:spPr>
          <a:xfrm>
            <a:off x="9471687" y="2990360"/>
            <a:ext cx="1314892" cy="338554"/>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313131"/>
              </a:buClr>
              <a:buSzPts val="1100"/>
              <a:buFont typeface="Open Sans"/>
              <a:buNone/>
            </a:pPr>
            <a:r>
              <a:rPr lang="en-US" sz="1100" b="0" i="0" u="none" strike="noStrike" cap="none">
                <a:solidFill>
                  <a:srgbClr val="313131"/>
                </a:solidFill>
                <a:latin typeface="Open Sans"/>
                <a:ea typeface="Open Sans"/>
                <a:cs typeface="Open Sans"/>
                <a:sym typeface="Open Sans"/>
              </a:rPr>
              <a:t>Budget &amp; forecasting</a:t>
            </a:r>
            <a:endParaRPr/>
          </a:p>
        </p:txBody>
      </p:sp>
      <p:cxnSp>
        <p:nvCxnSpPr>
          <p:cNvPr id="4054" name="Google Shape;4054;p502"/>
          <p:cNvCxnSpPr/>
          <p:nvPr/>
        </p:nvCxnSpPr>
        <p:spPr>
          <a:xfrm rot="10800000">
            <a:off x="11278168" y="2299817"/>
            <a:ext cx="0" cy="256032"/>
          </a:xfrm>
          <a:prstGeom prst="straightConnector1">
            <a:avLst/>
          </a:prstGeom>
          <a:noFill/>
          <a:ln w="9525" cap="flat" cmpd="sng">
            <a:solidFill>
              <a:srgbClr val="001F68"/>
            </a:solidFill>
            <a:prstDash val="solid"/>
            <a:round/>
            <a:headEnd type="oval" w="lg" len="lg"/>
            <a:tailEnd type="none" w="med" len="med"/>
          </a:ln>
        </p:spPr>
      </p:cxnSp>
      <p:sp>
        <p:nvSpPr>
          <p:cNvPr id="4055" name="Google Shape;4055;p502"/>
          <p:cNvSpPr/>
          <p:nvPr/>
        </p:nvSpPr>
        <p:spPr>
          <a:xfrm>
            <a:off x="4319851" y="5006062"/>
            <a:ext cx="1205246" cy="929760"/>
          </a:xfrm>
          <a:prstGeom prst="rect">
            <a:avLst/>
          </a:prstGeom>
          <a:solidFill>
            <a:srgbClr val="E0F0FA"/>
          </a:solidFill>
          <a:ln>
            <a:noFill/>
          </a:ln>
        </p:spPr>
        <p:txBody>
          <a:bodyPr spcFirstLastPara="1" wrap="square" lIns="45700" tIns="88900" rIns="45700" bIns="88900" anchor="ctr" anchorCtr="0">
            <a:noAutofit/>
          </a:bodyPr>
          <a:lstStyle/>
          <a:p>
            <a:pPr marL="0" marR="0" lvl="0" indent="0" algn="ctr" rtl="0">
              <a:lnSpc>
                <a:spcPct val="100000"/>
              </a:lnSpc>
              <a:spcBef>
                <a:spcPts val="0"/>
              </a:spcBef>
              <a:spcAft>
                <a:spcPts val="0"/>
              </a:spcAft>
              <a:buClr>
                <a:srgbClr val="000000"/>
              </a:buClr>
              <a:buSzPts val="900"/>
              <a:buFont typeface="Open Sans"/>
              <a:buNone/>
            </a:pPr>
            <a:r>
              <a:rPr lang="en-US" sz="900" b="0" i="0" u="none" strike="noStrike" cap="none">
                <a:solidFill>
                  <a:srgbClr val="000000"/>
                </a:solidFill>
                <a:latin typeface="Open Sans"/>
                <a:ea typeface="Open Sans"/>
                <a:cs typeface="Open Sans"/>
                <a:sym typeface="Open Sans"/>
              </a:rPr>
              <a:t>Generate period to period account variance analysis and intelligent explanations</a:t>
            </a:r>
            <a:endParaRPr/>
          </a:p>
        </p:txBody>
      </p:sp>
      <p:sp>
        <p:nvSpPr>
          <p:cNvPr id="4056" name="Google Shape;4056;p502"/>
          <p:cNvSpPr txBox="1"/>
          <p:nvPr/>
        </p:nvSpPr>
        <p:spPr>
          <a:xfrm>
            <a:off x="8167350" y="2152770"/>
            <a:ext cx="1314892" cy="338554"/>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313131"/>
              </a:buClr>
              <a:buSzPts val="1100"/>
              <a:buFont typeface="Open Sans"/>
              <a:buNone/>
            </a:pPr>
            <a:r>
              <a:rPr lang="en-US" sz="1100" b="0" i="0" u="none" strike="noStrike" cap="none">
                <a:solidFill>
                  <a:srgbClr val="313131"/>
                </a:solidFill>
                <a:latin typeface="Open Sans"/>
                <a:ea typeface="Open Sans"/>
                <a:cs typeface="Open Sans"/>
                <a:sym typeface="Open Sans"/>
              </a:rPr>
              <a:t>Regulatory compliance</a:t>
            </a:r>
            <a:endParaRPr/>
          </a:p>
        </p:txBody>
      </p:sp>
      <p:sp>
        <p:nvSpPr>
          <p:cNvPr id="4057" name="Google Shape;4057;p502"/>
          <p:cNvSpPr/>
          <p:nvPr/>
        </p:nvSpPr>
        <p:spPr>
          <a:xfrm>
            <a:off x="6889307" y="4544268"/>
            <a:ext cx="1225435" cy="999963"/>
          </a:xfrm>
          <a:prstGeom prst="rect">
            <a:avLst/>
          </a:prstGeom>
          <a:solidFill>
            <a:srgbClr val="E0F0FA"/>
          </a:solidFill>
          <a:ln>
            <a:noFill/>
          </a:ln>
        </p:spPr>
        <p:txBody>
          <a:bodyPr spcFirstLastPara="1" wrap="square" lIns="45700" tIns="88900" rIns="45700" bIns="88900" anchor="ctr" anchorCtr="0">
            <a:noAutofit/>
          </a:bodyPr>
          <a:lstStyle/>
          <a:p>
            <a:pPr marL="0" marR="0" lvl="0" indent="0" algn="ctr" rtl="0">
              <a:lnSpc>
                <a:spcPct val="100000"/>
              </a:lnSpc>
              <a:spcBef>
                <a:spcPts val="0"/>
              </a:spcBef>
              <a:spcAft>
                <a:spcPts val="0"/>
              </a:spcAft>
              <a:buClr>
                <a:srgbClr val="000000"/>
              </a:buClr>
              <a:buSzPts val="900"/>
              <a:buFont typeface="Open Sans"/>
              <a:buNone/>
            </a:pPr>
            <a:r>
              <a:rPr lang="en-US" sz="900" b="0" i="0" u="none" strike="noStrike" cap="none">
                <a:solidFill>
                  <a:srgbClr val="000000"/>
                </a:solidFill>
                <a:latin typeface="Open Sans"/>
                <a:ea typeface="Open Sans"/>
                <a:cs typeface="Open Sans"/>
                <a:sym typeface="Open Sans"/>
              </a:rPr>
              <a:t>Consolidate written financial reports in various formats into one compliant and uniformly formatted report</a:t>
            </a:r>
            <a:endParaRPr/>
          </a:p>
        </p:txBody>
      </p:sp>
      <p:sp>
        <p:nvSpPr>
          <p:cNvPr id="4058" name="Google Shape;4058;p502"/>
          <p:cNvSpPr/>
          <p:nvPr/>
        </p:nvSpPr>
        <p:spPr>
          <a:xfrm>
            <a:off x="3018533" y="4529541"/>
            <a:ext cx="1191672" cy="846694"/>
          </a:xfrm>
          <a:prstGeom prst="rect">
            <a:avLst/>
          </a:prstGeom>
          <a:solidFill>
            <a:srgbClr val="F2F2F2"/>
          </a:solidFill>
          <a:ln>
            <a:noFill/>
          </a:ln>
        </p:spPr>
        <p:txBody>
          <a:bodyPr spcFirstLastPara="1" wrap="square" lIns="45700" tIns="88900" rIns="45700" bIns="88900" anchor="ctr" anchorCtr="0">
            <a:noAutofit/>
          </a:bodyPr>
          <a:lstStyle/>
          <a:p>
            <a:pPr marL="0" marR="0" lvl="0" indent="0" algn="ctr" rtl="0">
              <a:lnSpc>
                <a:spcPct val="106000"/>
              </a:lnSpc>
              <a:spcBef>
                <a:spcPts val="0"/>
              </a:spcBef>
              <a:spcAft>
                <a:spcPts val="0"/>
              </a:spcAft>
              <a:buClr>
                <a:srgbClr val="000000"/>
              </a:buClr>
              <a:buSzPts val="900"/>
              <a:buFont typeface="Noto Sans Symbols"/>
              <a:buNone/>
            </a:pPr>
            <a:r>
              <a:rPr lang="en-US" sz="900" b="0" i="0" u="none" strike="noStrike" cap="none">
                <a:solidFill>
                  <a:srgbClr val="000000"/>
                </a:solidFill>
                <a:latin typeface="Open Sans"/>
                <a:ea typeface="Open Sans"/>
                <a:cs typeface="Open Sans"/>
                <a:sym typeface="Open Sans"/>
              </a:rPr>
              <a:t>Real time monitoring of potentially suspect or fraudulent journal entries</a:t>
            </a:r>
            <a:endParaRPr/>
          </a:p>
        </p:txBody>
      </p:sp>
      <p:sp>
        <p:nvSpPr>
          <p:cNvPr id="4059" name="Google Shape;4059;p502"/>
          <p:cNvSpPr txBox="1"/>
          <p:nvPr/>
        </p:nvSpPr>
        <p:spPr>
          <a:xfrm>
            <a:off x="10620722" y="1915214"/>
            <a:ext cx="1314892" cy="338554"/>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313131"/>
              </a:buClr>
              <a:buSzPts val="1100"/>
              <a:buFont typeface="Open Sans"/>
              <a:buNone/>
            </a:pPr>
            <a:r>
              <a:rPr lang="en-US" sz="1100" b="0" i="0" u="none" strike="noStrike" cap="none">
                <a:solidFill>
                  <a:srgbClr val="313131"/>
                </a:solidFill>
                <a:latin typeface="Open Sans"/>
                <a:ea typeface="Open Sans"/>
                <a:cs typeface="Open Sans"/>
                <a:sym typeface="Open Sans"/>
              </a:rPr>
              <a:t>Capital investment planning</a:t>
            </a:r>
            <a:endParaRPr/>
          </a:p>
        </p:txBody>
      </p:sp>
      <p:sp>
        <p:nvSpPr>
          <p:cNvPr id="4060" name="Google Shape;4060;p502"/>
          <p:cNvSpPr/>
          <p:nvPr/>
        </p:nvSpPr>
        <p:spPr>
          <a:xfrm>
            <a:off x="5603605" y="4571466"/>
            <a:ext cx="1205246" cy="804266"/>
          </a:xfrm>
          <a:prstGeom prst="rect">
            <a:avLst/>
          </a:prstGeom>
          <a:solidFill>
            <a:srgbClr val="F2F2F2"/>
          </a:solidFill>
          <a:ln>
            <a:noFill/>
          </a:ln>
        </p:spPr>
        <p:txBody>
          <a:bodyPr spcFirstLastPara="1" wrap="square" lIns="45700" tIns="88900" rIns="45700" bIns="88900" anchor="ctr" anchorCtr="0">
            <a:noAutofit/>
          </a:bodyPr>
          <a:lstStyle/>
          <a:p>
            <a:pPr marL="0" marR="0" lvl="0" indent="0" algn="ctr" rtl="0">
              <a:lnSpc>
                <a:spcPct val="106000"/>
              </a:lnSpc>
              <a:spcBef>
                <a:spcPts val="0"/>
              </a:spcBef>
              <a:spcAft>
                <a:spcPts val="0"/>
              </a:spcAft>
              <a:buClr>
                <a:srgbClr val="000000"/>
              </a:buClr>
              <a:buSzPts val="900"/>
              <a:buFont typeface="Open Sans"/>
              <a:buNone/>
            </a:pPr>
            <a:r>
              <a:rPr lang="en-US" sz="900" b="0" i="0" u="none" strike="noStrike" cap="none">
                <a:solidFill>
                  <a:srgbClr val="000000"/>
                </a:solidFill>
                <a:latin typeface="Open Sans"/>
                <a:ea typeface="Open Sans"/>
                <a:cs typeface="Open Sans"/>
                <a:sym typeface="Open Sans"/>
              </a:rPr>
              <a:t>Identify unusual entries recorded during the close period for further review</a:t>
            </a:r>
            <a:endParaRPr/>
          </a:p>
        </p:txBody>
      </p:sp>
      <p:sp>
        <p:nvSpPr>
          <p:cNvPr id="4061" name="Google Shape;4061;p502"/>
          <p:cNvSpPr/>
          <p:nvPr/>
        </p:nvSpPr>
        <p:spPr>
          <a:xfrm>
            <a:off x="9491876" y="4767648"/>
            <a:ext cx="1205246" cy="999963"/>
          </a:xfrm>
          <a:prstGeom prst="rect">
            <a:avLst/>
          </a:prstGeom>
          <a:solidFill>
            <a:srgbClr val="E0F0FA"/>
          </a:solidFill>
          <a:ln>
            <a:noFill/>
          </a:ln>
        </p:spPr>
        <p:txBody>
          <a:bodyPr spcFirstLastPara="1" wrap="square" lIns="45700" tIns="88900" rIns="45700" bIns="88900" anchor="ctr" anchorCtr="0">
            <a:noAutofit/>
          </a:bodyPr>
          <a:lstStyle/>
          <a:p>
            <a:pPr marL="0" marR="0" lvl="0" indent="0" algn="ctr" rtl="0">
              <a:lnSpc>
                <a:spcPct val="100000"/>
              </a:lnSpc>
              <a:spcBef>
                <a:spcPts val="0"/>
              </a:spcBef>
              <a:spcAft>
                <a:spcPts val="0"/>
              </a:spcAft>
              <a:buClr>
                <a:srgbClr val="000000"/>
              </a:buClr>
              <a:buSzPts val="900"/>
              <a:buFont typeface="Open Sans"/>
              <a:buNone/>
            </a:pPr>
            <a:r>
              <a:rPr lang="en-US" sz="900" b="0" i="0" u="none" strike="noStrike" cap="none">
                <a:solidFill>
                  <a:srgbClr val="000000"/>
                </a:solidFill>
                <a:latin typeface="Open Sans"/>
                <a:ea typeface="Open Sans"/>
                <a:cs typeface="Open Sans"/>
                <a:sym typeface="Open Sans"/>
              </a:rPr>
              <a:t>Summarize and score project proposals across the organization to facilitate executive review</a:t>
            </a:r>
            <a:endParaRPr/>
          </a:p>
        </p:txBody>
      </p:sp>
      <p:sp>
        <p:nvSpPr>
          <p:cNvPr id="4062" name="Google Shape;4062;p502"/>
          <p:cNvSpPr/>
          <p:nvPr/>
        </p:nvSpPr>
        <p:spPr>
          <a:xfrm>
            <a:off x="1724124" y="4261010"/>
            <a:ext cx="1197993" cy="776065"/>
          </a:xfrm>
          <a:prstGeom prst="rect">
            <a:avLst/>
          </a:prstGeom>
          <a:solidFill>
            <a:srgbClr val="F2F2F2"/>
          </a:solidFill>
          <a:ln>
            <a:noFill/>
          </a:ln>
        </p:spPr>
        <p:txBody>
          <a:bodyPr spcFirstLastPara="1" wrap="square" lIns="45700" tIns="88900" rIns="45700" bIns="88900" anchor="ctr" anchorCtr="0">
            <a:noAutofit/>
          </a:bodyPr>
          <a:lstStyle/>
          <a:p>
            <a:pPr marL="0" marR="0" lvl="0" indent="0" algn="ctr" rtl="0">
              <a:lnSpc>
                <a:spcPct val="106000"/>
              </a:lnSpc>
              <a:spcBef>
                <a:spcPts val="0"/>
              </a:spcBef>
              <a:spcAft>
                <a:spcPts val="0"/>
              </a:spcAft>
              <a:buClr>
                <a:srgbClr val="000000"/>
              </a:buClr>
              <a:buSzPts val="900"/>
              <a:buFont typeface="Open Sans"/>
              <a:buNone/>
            </a:pPr>
            <a:r>
              <a:rPr lang="en-US" sz="900" b="0" i="0" u="none" strike="noStrike" cap="none">
                <a:solidFill>
                  <a:srgbClr val="000000"/>
                </a:solidFill>
                <a:latin typeface="Open Sans"/>
                <a:ea typeface="Open Sans"/>
                <a:cs typeface="Open Sans"/>
                <a:sym typeface="Open Sans"/>
              </a:rPr>
              <a:t>Guided, adaptable workflows for master data record changes</a:t>
            </a:r>
            <a:endParaRPr/>
          </a:p>
        </p:txBody>
      </p:sp>
      <p:sp>
        <p:nvSpPr>
          <p:cNvPr id="4063" name="Google Shape;4063;p502"/>
          <p:cNvSpPr/>
          <p:nvPr/>
        </p:nvSpPr>
        <p:spPr>
          <a:xfrm>
            <a:off x="1744724" y="5119710"/>
            <a:ext cx="1197993" cy="1030721"/>
          </a:xfrm>
          <a:prstGeom prst="rect">
            <a:avLst/>
          </a:prstGeom>
          <a:solidFill>
            <a:srgbClr val="E0F0FA"/>
          </a:solidFill>
          <a:ln>
            <a:noFill/>
          </a:ln>
        </p:spPr>
        <p:txBody>
          <a:bodyPr spcFirstLastPara="1" wrap="square" lIns="45700" tIns="88900" rIns="45700" bIns="88900" anchor="ctr" anchorCtr="0">
            <a:noAutofit/>
          </a:bodyPr>
          <a:lstStyle/>
          <a:p>
            <a:pPr marL="0" marR="0" lvl="0" indent="0" algn="ctr" rtl="0">
              <a:lnSpc>
                <a:spcPct val="100000"/>
              </a:lnSpc>
              <a:spcBef>
                <a:spcPts val="0"/>
              </a:spcBef>
              <a:spcAft>
                <a:spcPts val="0"/>
              </a:spcAft>
              <a:buClr>
                <a:srgbClr val="000000"/>
              </a:buClr>
              <a:buSzPts val="900"/>
              <a:buFont typeface="Open Sans"/>
              <a:buNone/>
            </a:pPr>
            <a:r>
              <a:rPr lang="en-US" sz="900" b="0" i="0" u="none" strike="noStrike" cap="none">
                <a:solidFill>
                  <a:srgbClr val="000000"/>
                </a:solidFill>
                <a:latin typeface="Open Sans"/>
                <a:ea typeface="Open Sans"/>
                <a:cs typeface="Open Sans"/>
                <a:sym typeface="Open Sans"/>
              </a:rPr>
              <a:t>Generate metadata documentation for account balance descriptions and other master data objects</a:t>
            </a:r>
            <a:endParaRPr/>
          </a:p>
        </p:txBody>
      </p:sp>
      <p:sp>
        <p:nvSpPr>
          <p:cNvPr id="4064" name="Google Shape;4064;p502"/>
          <p:cNvSpPr/>
          <p:nvPr/>
        </p:nvSpPr>
        <p:spPr>
          <a:xfrm>
            <a:off x="10800935" y="4844514"/>
            <a:ext cx="1149799" cy="979346"/>
          </a:xfrm>
          <a:prstGeom prst="rect">
            <a:avLst/>
          </a:prstGeom>
          <a:solidFill>
            <a:srgbClr val="F2F2F2"/>
          </a:solidFill>
          <a:ln>
            <a:noFill/>
          </a:ln>
        </p:spPr>
        <p:txBody>
          <a:bodyPr spcFirstLastPara="1" wrap="square" lIns="45700" tIns="88900" rIns="45700" bIns="88900" anchor="ctr" anchorCtr="0">
            <a:noAutofit/>
          </a:bodyPr>
          <a:lstStyle/>
          <a:p>
            <a:pPr marL="0" marR="0" lvl="0" indent="0" algn="ctr" rtl="0">
              <a:lnSpc>
                <a:spcPct val="106000"/>
              </a:lnSpc>
              <a:spcBef>
                <a:spcPts val="0"/>
              </a:spcBef>
              <a:spcAft>
                <a:spcPts val="0"/>
              </a:spcAft>
              <a:buClr>
                <a:srgbClr val="000000"/>
              </a:buClr>
              <a:buSzPts val="900"/>
              <a:buFont typeface="Open Sans"/>
              <a:buNone/>
            </a:pPr>
            <a:r>
              <a:rPr lang="en-US" sz="900" b="0" i="0" u="none" strike="noStrike" cap="none">
                <a:solidFill>
                  <a:srgbClr val="000000"/>
                </a:solidFill>
                <a:latin typeface="Open Sans"/>
                <a:ea typeface="Open Sans"/>
                <a:cs typeface="Open Sans"/>
                <a:sym typeface="Open Sans"/>
              </a:rPr>
              <a:t>Identify patterns in past financial data to predict and improve future financial performance</a:t>
            </a:r>
            <a:endParaRPr/>
          </a:p>
        </p:txBody>
      </p:sp>
      <p:sp>
        <p:nvSpPr>
          <p:cNvPr id="4065" name="Google Shape;4065;p502"/>
          <p:cNvSpPr/>
          <p:nvPr/>
        </p:nvSpPr>
        <p:spPr>
          <a:xfrm>
            <a:off x="10800935" y="5890856"/>
            <a:ext cx="1149799" cy="748844"/>
          </a:xfrm>
          <a:prstGeom prst="rect">
            <a:avLst/>
          </a:prstGeom>
          <a:solidFill>
            <a:srgbClr val="E0F0FA"/>
          </a:solidFill>
          <a:ln>
            <a:noFill/>
          </a:ln>
        </p:spPr>
        <p:txBody>
          <a:bodyPr spcFirstLastPara="1" wrap="square" lIns="45700" tIns="88900" rIns="45700" bIns="88900" anchor="ctr" anchorCtr="0">
            <a:noAutofit/>
          </a:bodyPr>
          <a:lstStyle/>
          <a:p>
            <a:pPr marL="0" marR="0" lvl="0" indent="0" algn="ctr" rtl="0">
              <a:lnSpc>
                <a:spcPct val="100000"/>
              </a:lnSpc>
              <a:spcBef>
                <a:spcPts val="0"/>
              </a:spcBef>
              <a:spcAft>
                <a:spcPts val="0"/>
              </a:spcAft>
              <a:buClr>
                <a:srgbClr val="000000"/>
              </a:buClr>
              <a:buSzPts val="900"/>
              <a:buFont typeface="Open Sans"/>
              <a:buNone/>
            </a:pPr>
            <a:r>
              <a:rPr lang="en-US" sz="900" b="0" i="0" u="none" strike="noStrike" cap="none">
                <a:solidFill>
                  <a:srgbClr val="000000"/>
                </a:solidFill>
                <a:latin typeface="Open Sans"/>
                <a:ea typeface="Open Sans"/>
                <a:cs typeface="Open Sans"/>
                <a:sym typeface="Open Sans"/>
              </a:rPr>
              <a:t>Generate executive level overview of company financial health</a:t>
            </a:r>
            <a:endParaRPr/>
          </a:p>
        </p:txBody>
      </p:sp>
      <p:grpSp>
        <p:nvGrpSpPr>
          <p:cNvPr id="4066" name="Google Shape;4066;p502"/>
          <p:cNvGrpSpPr/>
          <p:nvPr/>
        </p:nvGrpSpPr>
        <p:grpSpPr>
          <a:xfrm>
            <a:off x="8921539" y="6379928"/>
            <a:ext cx="1775583" cy="424297"/>
            <a:chOff x="3702365" y="6369449"/>
            <a:chExt cx="1775583" cy="424297"/>
          </a:xfrm>
        </p:grpSpPr>
        <p:sp>
          <p:nvSpPr>
            <p:cNvPr id="4067" name="Google Shape;4067;p502"/>
            <p:cNvSpPr/>
            <p:nvPr/>
          </p:nvSpPr>
          <p:spPr>
            <a:xfrm>
              <a:off x="3771421" y="6539472"/>
              <a:ext cx="274320" cy="216551"/>
            </a:xfrm>
            <a:prstGeom prst="rect">
              <a:avLst/>
            </a:prstGeom>
            <a:solidFill>
              <a:srgbClr val="DFEFF9"/>
            </a:solidFill>
            <a:ln w="12700" cap="flat" cmpd="sng">
              <a:solidFill>
                <a:schemeClr val="accent4"/>
              </a:solidFill>
              <a:prstDash val="solid"/>
              <a:miter lim="800000"/>
              <a:headEnd type="none" w="sm" len="sm"/>
              <a:tailEnd type="none" w="sm" len="sm"/>
            </a:ln>
          </p:spPr>
          <p:txBody>
            <a:bodyPr spcFirstLastPara="1" wrap="square" lIns="45700" tIns="88900" rIns="45700" bIns="88900" anchor="ctr" anchorCtr="0">
              <a:noAutofit/>
            </a:bodyPr>
            <a:lstStyle/>
            <a:p>
              <a:pPr marL="0" marR="0" lvl="0" indent="0" algn="ctr" rtl="0">
                <a:lnSpc>
                  <a:spcPct val="106000"/>
                </a:lnSpc>
                <a:spcBef>
                  <a:spcPts val="0"/>
                </a:spcBef>
                <a:spcAft>
                  <a:spcPts val="0"/>
                </a:spcAft>
                <a:buClr>
                  <a:schemeClr val="dk1"/>
                </a:buClr>
                <a:buSzPts val="800"/>
                <a:buFont typeface="Noto Sans Symbols"/>
                <a:buNone/>
              </a:pPr>
              <a:endParaRPr sz="800" b="1" i="0" u="none" strike="noStrike" cap="none">
                <a:solidFill>
                  <a:srgbClr val="000000"/>
                </a:solidFill>
                <a:latin typeface="Open Sans"/>
                <a:ea typeface="Open Sans"/>
                <a:cs typeface="Open Sans"/>
                <a:sym typeface="Open Sans"/>
              </a:endParaRPr>
            </a:p>
          </p:txBody>
        </p:sp>
        <p:sp>
          <p:nvSpPr>
            <p:cNvPr id="4068" name="Google Shape;4068;p502"/>
            <p:cNvSpPr/>
            <p:nvPr/>
          </p:nvSpPr>
          <p:spPr>
            <a:xfrm>
              <a:off x="3702365" y="6443983"/>
              <a:ext cx="1775583" cy="349763"/>
            </a:xfrm>
            <a:prstGeom prst="rect">
              <a:avLst/>
            </a:prstGeom>
            <a:noFill/>
            <a:ln w="12700" cap="flat" cmpd="sng">
              <a:solidFill>
                <a:schemeClr val="accent4"/>
              </a:solidFill>
              <a:prstDash val="solid"/>
              <a:miter lim="800000"/>
              <a:headEnd type="none" w="sm" len="sm"/>
              <a:tailEnd type="none" w="sm" len="sm"/>
            </a:ln>
          </p:spPr>
          <p:txBody>
            <a:bodyPr spcFirstLastPara="1" wrap="square" lIns="45700" tIns="88900" rIns="45700" bIns="88900" anchor="ctr" anchorCtr="0">
              <a:noAutofit/>
            </a:bodyPr>
            <a:lstStyle/>
            <a:p>
              <a:pPr marL="0" marR="0" lvl="0" indent="0" algn="ctr" rtl="0">
                <a:lnSpc>
                  <a:spcPct val="106000"/>
                </a:lnSpc>
                <a:spcBef>
                  <a:spcPts val="0"/>
                </a:spcBef>
                <a:spcAft>
                  <a:spcPts val="0"/>
                </a:spcAft>
                <a:buClr>
                  <a:schemeClr val="dk1"/>
                </a:buClr>
                <a:buSzPts val="800"/>
                <a:buFont typeface="Noto Sans Symbols"/>
                <a:buNone/>
              </a:pPr>
              <a:endParaRPr sz="800" b="1" i="0" u="none" strike="noStrike" cap="none">
                <a:solidFill>
                  <a:srgbClr val="000000"/>
                </a:solidFill>
                <a:latin typeface="Open Sans"/>
                <a:ea typeface="Open Sans"/>
                <a:cs typeface="Open Sans"/>
                <a:sym typeface="Open Sans"/>
              </a:endParaRPr>
            </a:p>
          </p:txBody>
        </p:sp>
        <p:sp>
          <p:nvSpPr>
            <p:cNvPr id="4069" name="Google Shape;4069;p502"/>
            <p:cNvSpPr txBox="1"/>
            <p:nvPr/>
          </p:nvSpPr>
          <p:spPr>
            <a:xfrm>
              <a:off x="3758641" y="6369449"/>
              <a:ext cx="299880" cy="124393"/>
            </a:xfrm>
            <a:prstGeom prst="rect">
              <a:avLst/>
            </a:prstGeom>
            <a:solidFill>
              <a:schemeClr val="lt1"/>
            </a:solidFill>
            <a:ln>
              <a:noFill/>
            </a:ln>
          </p:spPr>
          <p:txBody>
            <a:bodyPr spcFirstLastPara="1" wrap="square" lIns="0" tIns="0" rIns="0" bIns="0" anchor="t" anchorCtr="0">
              <a:spAutoFit/>
            </a:bodyPr>
            <a:lstStyle/>
            <a:p>
              <a:pPr marL="0" marR="0" lvl="0" indent="0" algn="ctr" rtl="0">
                <a:lnSpc>
                  <a:spcPct val="106000"/>
                </a:lnSpc>
                <a:spcBef>
                  <a:spcPts val="0"/>
                </a:spcBef>
                <a:spcAft>
                  <a:spcPts val="0"/>
                </a:spcAft>
                <a:buClr>
                  <a:srgbClr val="000000"/>
                </a:buClr>
                <a:buSzPts val="800"/>
                <a:buFont typeface="Noto Sans Symbols"/>
                <a:buNone/>
              </a:pPr>
              <a:r>
                <a:rPr lang="en-US" sz="800" b="1" i="0" u="none" strike="noStrike" cap="none">
                  <a:solidFill>
                    <a:srgbClr val="000000"/>
                  </a:solidFill>
                  <a:latin typeface="Open Sans"/>
                  <a:ea typeface="Open Sans"/>
                  <a:cs typeface="Open Sans"/>
                  <a:sym typeface="Open Sans"/>
                </a:rPr>
                <a:t>Key</a:t>
              </a:r>
              <a:endParaRPr/>
            </a:p>
          </p:txBody>
        </p:sp>
        <p:sp>
          <p:nvSpPr>
            <p:cNvPr id="4070" name="Google Shape;4070;p502"/>
            <p:cNvSpPr txBox="1"/>
            <p:nvPr/>
          </p:nvSpPr>
          <p:spPr>
            <a:xfrm>
              <a:off x="4160001" y="6585302"/>
              <a:ext cx="1301753" cy="124891"/>
            </a:xfrm>
            <a:prstGeom prst="rect">
              <a:avLst/>
            </a:prstGeom>
            <a:solidFill>
              <a:schemeClr val="lt1"/>
            </a:solidFill>
            <a:ln>
              <a:noFill/>
            </a:ln>
          </p:spPr>
          <p:txBody>
            <a:bodyPr spcFirstLastPara="1" wrap="square" lIns="0" tIns="0" rIns="0" bIns="0" anchor="t" anchorCtr="0">
              <a:spAutoFit/>
            </a:bodyPr>
            <a:lstStyle/>
            <a:p>
              <a:pPr marL="0" marR="0" lvl="0" indent="0" algn="l" rtl="0">
                <a:lnSpc>
                  <a:spcPct val="106000"/>
                </a:lnSpc>
                <a:spcBef>
                  <a:spcPts val="0"/>
                </a:spcBef>
                <a:spcAft>
                  <a:spcPts val="0"/>
                </a:spcAft>
                <a:buClr>
                  <a:srgbClr val="000000"/>
                </a:buClr>
                <a:buSzPts val="800"/>
                <a:buFont typeface="Noto Sans Symbols"/>
                <a:buNone/>
              </a:pPr>
              <a:r>
                <a:rPr lang="en-US" sz="800" b="1" i="0" u="none" strike="noStrike" cap="none">
                  <a:solidFill>
                    <a:srgbClr val="000000"/>
                  </a:solidFill>
                  <a:latin typeface="Open Sans"/>
                  <a:ea typeface="Open Sans"/>
                  <a:cs typeface="Open Sans"/>
                  <a:sym typeface="Open Sans"/>
                </a:rPr>
                <a:t>Generative AI Use Cases </a:t>
              </a:r>
              <a:endParaRPr/>
            </a:p>
          </p:txBody>
        </p:sp>
      </p:grpSp>
    </p:spTree>
    <p:extLst>
      <p:ext uri="{BB962C8B-B14F-4D97-AF65-F5344CB8AC3E}">
        <p14:creationId xmlns:p14="http://schemas.microsoft.com/office/powerpoint/2010/main" val="1226976731"/>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42AFB6-8EAB-F278-951E-38085065280B}"/>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B2DAEDF6-BAD7-8174-53A4-B7B688771C66}"/>
              </a:ext>
            </a:extLst>
          </p:cNvPr>
          <p:cNvSpPr/>
          <p:nvPr/>
        </p:nvSpPr>
        <p:spPr bwMode="gray">
          <a:xfrm>
            <a:off x="583366" y="5029201"/>
            <a:ext cx="10906673" cy="1251526"/>
          </a:xfrm>
          <a:prstGeom prst="rect">
            <a:avLst/>
          </a:prstGeom>
          <a:solidFill>
            <a:schemeClr val="bg1">
              <a:lumMod val="95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Calibri"/>
              <a:ea typeface="+mn-ea"/>
              <a:cs typeface="+mn-cs"/>
            </a:endParaRPr>
          </a:p>
        </p:txBody>
      </p:sp>
      <p:sp>
        <p:nvSpPr>
          <p:cNvPr id="35" name="Rectangle 34">
            <a:extLst>
              <a:ext uri="{FF2B5EF4-FFF2-40B4-BE49-F238E27FC236}">
                <a16:creationId xmlns:a16="http://schemas.microsoft.com/office/drawing/2014/main" id="{B1FBC2FE-B7D0-44BD-4B61-2A3FEC1E823E}"/>
              </a:ext>
            </a:extLst>
          </p:cNvPr>
          <p:cNvSpPr/>
          <p:nvPr/>
        </p:nvSpPr>
        <p:spPr bwMode="gray">
          <a:xfrm>
            <a:off x="644169" y="5206728"/>
            <a:ext cx="5066285" cy="896472"/>
          </a:xfrm>
          <a:prstGeom prst="rect">
            <a:avLst/>
          </a:prstGeom>
          <a:solidFill>
            <a:schemeClr val="bg1"/>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Calibri"/>
              <a:ea typeface="+mn-ea"/>
              <a:cs typeface="+mn-cs"/>
            </a:endParaRPr>
          </a:p>
        </p:txBody>
      </p:sp>
      <p:sp>
        <p:nvSpPr>
          <p:cNvPr id="2" name="Title 1">
            <a:extLst>
              <a:ext uri="{FF2B5EF4-FFF2-40B4-BE49-F238E27FC236}">
                <a16:creationId xmlns:a16="http://schemas.microsoft.com/office/drawing/2014/main" id="{3387EB81-E912-E3ED-AFF0-58E414D904FA}"/>
              </a:ext>
            </a:extLst>
          </p:cNvPr>
          <p:cNvSpPr>
            <a:spLocks noGrp="1"/>
          </p:cNvSpPr>
          <p:nvPr>
            <p:ph type="title"/>
          </p:nvPr>
        </p:nvSpPr>
        <p:spPr>
          <a:xfrm>
            <a:off x="463295" y="506199"/>
            <a:ext cx="11277600" cy="296443"/>
          </a:xfrm>
        </p:spPr>
        <p:txBody>
          <a:bodyPr vert="horz" lIns="0" tIns="0" rIns="0" bIns="0" rtlCol="0" anchor="t" anchorCtr="0">
            <a:noAutofit/>
          </a:bodyPr>
          <a:lstStyle/>
          <a:p>
            <a:r>
              <a:rPr lang="en-US"/>
              <a:t>What We Sell Strategy</a:t>
            </a:r>
          </a:p>
        </p:txBody>
      </p:sp>
      <p:sp>
        <p:nvSpPr>
          <p:cNvPr id="3" name="Rectangle 2">
            <a:extLst>
              <a:ext uri="{FF2B5EF4-FFF2-40B4-BE49-F238E27FC236}">
                <a16:creationId xmlns:a16="http://schemas.microsoft.com/office/drawing/2014/main" id="{ADB84067-AFD6-827A-5AE5-7AAA78D1897D}"/>
              </a:ext>
            </a:extLst>
          </p:cNvPr>
          <p:cNvSpPr/>
          <p:nvPr/>
        </p:nvSpPr>
        <p:spPr bwMode="gray">
          <a:xfrm>
            <a:off x="0" y="1182255"/>
            <a:ext cx="12192000" cy="646545"/>
          </a:xfrm>
          <a:prstGeom prst="rect">
            <a:avLst/>
          </a:prstGeom>
          <a:solidFill>
            <a:srgbClr val="0D8390"/>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600" b="0" i="0" u="none" strike="noStrike" kern="1200" cap="none" spc="0" normalizeH="0" baseline="0" noProof="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rPr>
              <a:t>We are </a:t>
            </a:r>
            <a:r>
              <a:rPr kumimoji="0" lang="en-US" sz="1600" b="1" i="0" u="none" strike="noStrike" kern="1200" cap="none" spc="0" normalizeH="0" baseline="0" noProof="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rPr>
              <a:t>focused on selling Solutions that combine our core advise, implement, and operate services</a:t>
            </a:r>
          </a:p>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600" b="1" i="0" u="none" strike="noStrike" kern="1200" cap="none" spc="0" normalizeH="0" baseline="0" noProof="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rPr>
              <a:t>alongside AI products</a:t>
            </a:r>
            <a:r>
              <a:rPr kumimoji="0" lang="en-US" sz="1600" b="0" i="0" u="none" strike="noStrike" kern="1200" cap="none" spc="0" normalizeH="0" baseline="0" noProof="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rPr>
              <a:t> (Deloitte products and/or external products). </a:t>
            </a:r>
          </a:p>
        </p:txBody>
      </p:sp>
      <p:sp>
        <p:nvSpPr>
          <p:cNvPr id="4" name="Rectangle 3">
            <a:extLst>
              <a:ext uri="{FF2B5EF4-FFF2-40B4-BE49-F238E27FC236}">
                <a16:creationId xmlns:a16="http://schemas.microsoft.com/office/drawing/2014/main" id="{8D78AEE2-7D42-D874-4D2B-C1C362917469}"/>
              </a:ext>
            </a:extLst>
          </p:cNvPr>
          <p:cNvSpPr/>
          <p:nvPr/>
        </p:nvSpPr>
        <p:spPr bwMode="gray">
          <a:xfrm>
            <a:off x="583366" y="2389678"/>
            <a:ext cx="5060051" cy="2078643"/>
          </a:xfrm>
          <a:prstGeom prst="rect">
            <a:avLst/>
          </a:prstGeom>
          <a:solidFill>
            <a:schemeClr val="bg1">
              <a:lumMod val="95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Calibri"/>
              <a:ea typeface="+mn-ea"/>
              <a:cs typeface="+mn-cs"/>
            </a:endParaRPr>
          </a:p>
        </p:txBody>
      </p:sp>
      <p:sp>
        <p:nvSpPr>
          <p:cNvPr id="6" name="Rectangle 5">
            <a:extLst>
              <a:ext uri="{FF2B5EF4-FFF2-40B4-BE49-F238E27FC236}">
                <a16:creationId xmlns:a16="http://schemas.microsoft.com/office/drawing/2014/main" id="{277AA138-F6FC-CC21-6F8E-515A8556816B}"/>
              </a:ext>
            </a:extLst>
          </p:cNvPr>
          <p:cNvSpPr/>
          <p:nvPr/>
        </p:nvSpPr>
        <p:spPr bwMode="gray">
          <a:xfrm>
            <a:off x="6548585" y="2389678"/>
            <a:ext cx="4941454" cy="2078643"/>
          </a:xfrm>
          <a:prstGeom prst="rect">
            <a:avLst/>
          </a:prstGeom>
          <a:solidFill>
            <a:schemeClr val="bg1">
              <a:lumMod val="95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Calibri"/>
              <a:ea typeface="+mn-ea"/>
              <a:cs typeface="+mn-cs"/>
            </a:endParaRPr>
          </a:p>
        </p:txBody>
      </p:sp>
      <p:sp>
        <p:nvSpPr>
          <p:cNvPr id="10" name="Rectangle 9">
            <a:extLst>
              <a:ext uri="{FF2B5EF4-FFF2-40B4-BE49-F238E27FC236}">
                <a16:creationId xmlns:a16="http://schemas.microsoft.com/office/drawing/2014/main" id="{0169B911-3493-5032-CC4D-0F8C4A120B6E}"/>
              </a:ext>
            </a:extLst>
          </p:cNvPr>
          <p:cNvSpPr/>
          <p:nvPr/>
        </p:nvSpPr>
        <p:spPr bwMode="gray">
          <a:xfrm>
            <a:off x="583366" y="2054402"/>
            <a:ext cx="5060051" cy="335278"/>
          </a:xfrm>
          <a:prstGeom prst="rect">
            <a:avLst/>
          </a:prstGeom>
          <a:solidFill>
            <a:srgbClr val="9DD4CF"/>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400" b="1" i="0" u="none" strike="noStrike" kern="1200" cap="none" spc="0" normalizeH="0" baseline="0" noProof="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rPr>
              <a:t>Service Offering</a:t>
            </a:r>
          </a:p>
        </p:txBody>
      </p:sp>
      <p:sp>
        <p:nvSpPr>
          <p:cNvPr id="11" name="Rectangle 10">
            <a:extLst>
              <a:ext uri="{FF2B5EF4-FFF2-40B4-BE49-F238E27FC236}">
                <a16:creationId xmlns:a16="http://schemas.microsoft.com/office/drawing/2014/main" id="{3805DFC7-7E96-3442-75E0-43E2C127CB45}"/>
              </a:ext>
            </a:extLst>
          </p:cNvPr>
          <p:cNvSpPr/>
          <p:nvPr/>
        </p:nvSpPr>
        <p:spPr bwMode="gray">
          <a:xfrm>
            <a:off x="583366" y="4693923"/>
            <a:ext cx="10906673" cy="335278"/>
          </a:xfrm>
          <a:prstGeom prst="rect">
            <a:avLst/>
          </a:prstGeom>
          <a:solidFill>
            <a:srgbClr val="0D8390"/>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400" b="1" i="0" u="none" strike="noStrike" kern="1200" cap="none" spc="0" normalizeH="0" baseline="0" noProof="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rPr>
              <a:t>Solutions Offering </a:t>
            </a:r>
            <a:r>
              <a:rPr kumimoji="0" lang="en-US" sz="1400" b="0" i="0" u="none" strike="noStrike" kern="1200" cap="none" spc="0" normalizeH="0" baseline="0" noProof="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rPr>
              <a:t>(Service + Product)</a:t>
            </a:r>
          </a:p>
        </p:txBody>
      </p:sp>
      <p:sp>
        <p:nvSpPr>
          <p:cNvPr id="12" name="Rectangle 11">
            <a:extLst>
              <a:ext uri="{FF2B5EF4-FFF2-40B4-BE49-F238E27FC236}">
                <a16:creationId xmlns:a16="http://schemas.microsoft.com/office/drawing/2014/main" id="{FE439783-3211-3BA6-5154-16FC3CC61625}"/>
              </a:ext>
            </a:extLst>
          </p:cNvPr>
          <p:cNvSpPr/>
          <p:nvPr/>
        </p:nvSpPr>
        <p:spPr bwMode="gray">
          <a:xfrm>
            <a:off x="6548584" y="2054402"/>
            <a:ext cx="4941454" cy="335278"/>
          </a:xfrm>
          <a:prstGeom prst="rect">
            <a:avLst/>
          </a:prstGeom>
          <a:solidFill>
            <a:srgbClr val="53565A"/>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400" b="1" i="0" u="none" strike="noStrike" kern="1200" cap="none" spc="0" normalizeH="0" baseline="0" noProof="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rPr>
              <a:t>Product Offering</a:t>
            </a:r>
          </a:p>
        </p:txBody>
      </p:sp>
      <p:sp>
        <p:nvSpPr>
          <p:cNvPr id="13" name="Rectangle 12">
            <a:extLst>
              <a:ext uri="{FF2B5EF4-FFF2-40B4-BE49-F238E27FC236}">
                <a16:creationId xmlns:a16="http://schemas.microsoft.com/office/drawing/2014/main" id="{F1D3005E-5B21-ECD6-CDC4-977346F157A7}"/>
              </a:ext>
            </a:extLst>
          </p:cNvPr>
          <p:cNvSpPr/>
          <p:nvPr/>
        </p:nvSpPr>
        <p:spPr bwMode="gray">
          <a:xfrm>
            <a:off x="701961" y="2520607"/>
            <a:ext cx="1514764" cy="1780075"/>
          </a:xfrm>
          <a:prstGeom prst="rect">
            <a:avLst/>
          </a:prstGeom>
          <a:solidFill>
            <a:schemeClr val="bg1">
              <a:lumMod val="85000"/>
            </a:schemeClr>
          </a:solidFill>
          <a:ln w="19050" algn="ctr">
            <a:noFill/>
            <a:miter lim="800000"/>
            <a:headEnd/>
            <a:tailEnd/>
          </a:ln>
        </p:spPr>
        <p:txBody>
          <a:bodyPr wrap="square" lIns="88900" tIns="88900" rIns="88900" bIns="88900" rtlCol="0" anchor="t"/>
          <a:lstStyle/>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50" b="1" i="0" u="none" strike="noStrike" kern="1200" cap="none" spc="0" normalizeH="0" baseline="0" noProof="0">
                <a:ln>
                  <a:noFill/>
                </a:ln>
                <a:solidFill>
                  <a:sysClr val="windowText" lastClr="000000"/>
                </a:solidFill>
                <a:effectLst/>
                <a:uLnTx/>
                <a:uFillTx/>
                <a:latin typeface="Open Sans" panose="020B0606030504020204" pitchFamily="34" charset="0"/>
                <a:ea typeface="Open Sans" panose="020B0606030504020204" pitchFamily="34" charset="0"/>
                <a:cs typeface="Open Sans" panose="020B0606030504020204" pitchFamily="34" charset="0"/>
              </a:rPr>
              <a:t>Advise</a:t>
            </a:r>
          </a:p>
          <a:p>
            <a:pPr marL="171450" marR="0" lvl="0" indent="-171450" algn="l" defTabSz="914400" rtl="0" eaLnBrk="1" fontAlgn="auto" latinLnBrk="0" hangingPunct="1">
              <a:lnSpc>
                <a:spcPct val="106000"/>
              </a:lnSpc>
              <a:spcBef>
                <a:spcPts val="0"/>
              </a:spcBef>
              <a:spcAft>
                <a:spcPts val="600"/>
              </a:spcAft>
              <a:buClrTx/>
              <a:buSzTx/>
              <a:buFont typeface="Arial" panose="020B0604020202020204" pitchFamily="34" charset="0"/>
              <a:buChar char="•"/>
              <a:tabLst/>
              <a:defRPr/>
            </a:pPr>
            <a:r>
              <a:rPr kumimoji="0" lang="en-US" sz="900" b="0" i="0" u="none" strike="noStrike" kern="1200" cap="none" spc="0" normalizeH="0" baseline="0" noProof="0">
                <a:ln>
                  <a:noFill/>
                </a:ln>
                <a:solidFill>
                  <a:sysClr val="windowText" lastClr="000000"/>
                </a:solidFill>
                <a:effectLst/>
                <a:uLnTx/>
                <a:uFillTx/>
                <a:latin typeface="Open Sans" panose="020B0606030504020204" pitchFamily="34" charset="0"/>
                <a:ea typeface="Open Sans" panose="020B0606030504020204" pitchFamily="34" charset="0"/>
                <a:cs typeface="Open Sans" panose="020B0606030504020204" pitchFamily="34" charset="0"/>
              </a:rPr>
              <a:t>Strategic assessment to advise client on use case selection, technology selection</a:t>
            </a:r>
          </a:p>
          <a:p>
            <a:pPr marL="171450" marR="0" lvl="0" indent="-171450" algn="l" defTabSz="914400" rtl="0" eaLnBrk="1" fontAlgn="auto" latinLnBrk="0" hangingPunct="1">
              <a:lnSpc>
                <a:spcPct val="106000"/>
              </a:lnSpc>
              <a:spcBef>
                <a:spcPts val="0"/>
              </a:spcBef>
              <a:spcAft>
                <a:spcPts val="600"/>
              </a:spcAft>
              <a:buClrTx/>
              <a:buSzTx/>
              <a:buFont typeface="Arial" panose="020B0604020202020204" pitchFamily="34" charset="0"/>
              <a:buChar char="•"/>
              <a:tabLst/>
              <a:defRPr/>
            </a:pPr>
            <a:r>
              <a:rPr kumimoji="0" lang="en-US" sz="900" b="0" i="0" u="none" strike="noStrike" kern="1200" cap="none" spc="0" normalizeH="0" baseline="0" noProof="0">
                <a:ln>
                  <a:noFill/>
                </a:ln>
                <a:solidFill>
                  <a:sysClr val="windowText" lastClr="000000"/>
                </a:solidFill>
                <a:effectLst/>
                <a:uLnTx/>
                <a:uFillTx/>
                <a:latin typeface="Open Sans" panose="020B0606030504020204" pitchFamily="34" charset="0"/>
                <a:ea typeface="Open Sans" panose="020B0606030504020204" pitchFamily="34" charset="0"/>
                <a:cs typeface="Open Sans" panose="020B0606030504020204" pitchFamily="34" charset="0"/>
              </a:rPr>
              <a:t>Advisement on long-term AI strategy for Finance org</a:t>
            </a:r>
          </a:p>
          <a:p>
            <a:pPr marL="171450" marR="0" lvl="0" indent="-171450" algn="l" defTabSz="914400" rtl="0" eaLnBrk="1" fontAlgn="auto" latinLnBrk="0" hangingPunct="1">
              <a:lnSpc>
                <a:spcPct val="106000"/>
              </a:lnSpc>
              <a:spcBef>
                <a:spcPts val="0"/>
              </a:spcBef>
              <a:spcAft>
                <a:spcPts val="600"/>
              </a:spcAft>
              <a:buClrTx/>
              <a:buSzTx/>
              <a:buFont typeface="Arial" panose="020B0604020202020204" pitchFamily="34" charset="0"/>
              <a:buChar char="•"/>
              <a:tabLst/>
              <a:defRPr/>
            </a:pPr>
            <a:r>
              <a:rPr kumimoji="0" lang="en-US" sz="900" b="0" i="0" u="none" strike="noStrike" kern="1200" cap="none" spc="0" normalizeH="0" baseline="0" noProof="0">
                <a:ln>
                  <a:noFill/>
                </a:ln>
                <a:solidFill>
                  <a:sysClr val="windowText" lastClr="000000"/>
                </a:solidFill>
                <a:effectLst/>
                <a:uLnTx/>
                <a:uFillTx/>
                <a:latin typeface="Open Sans" panose="020B0606030504020204" pitchFamily="34" charset="0"/>
                <a:ea typeface="Open Sans" panose="020B0606030504020204" pitchFamily="34" charset="0"/>
                <a:cs typeface="Open Sans" panose="020B0606030504020204" pitchFamily="34" charset="0"/>
              </a:rPr>
              <a:t>AI Value Case</a:t>
            </a:r>
          </a:p>
        </p:txBody>
      </p:sp>
      <p:sp>
        <p:nvSpPr>
          <p:cNvPr id="18" name="Rectangle 17">
            <a:extLst>
              <a:ext uri="{FF2B5EF4-FFF2-40B4-BE49-F238E27FC236}">
                <a16:creationId xmlns:a16="http://schemas.microsoft.com/office/drawing/2014/main" id="{2696A880-7E50-F876-98BC-B25713C0E366}"/>
              </a:ext>
            </a:extLst>
          </p:cNvPr>
          <p:cNvSpPr/>
          <p:nvPr/>
        </p:nvSpPr>
        <p:spPr bwMode="gray">
          <a:xfrm>
            <a:off x="2365661" y="2520607"/>
            <a:ext cx="1514764" cy="1780075"/>
          </a:xfrm>
          <a:prstGeom prst="rect">
            <a:avLst/>
          </a:prstGeom>
          <a:solidFill>
            <a:schemeClr val="bg1">
              <a:lumMod val="85000"/>
            </a:schemeClr>
          </a:solidFill>
          <a:ln w="19050" algn="ctr">
            <a:noFill/>
            <a:miter lim="800000"/>
            <a:headEnd/>
            <a:tailEnd/>
          </a:ln>
        </p:spPr>
        <p:txBody>
          <a:bodyPr wrap="square" lIns="88900" tIns="88900" rIns="88900" bIns="88900" rtlCol="0" anchor="t"/>
          <a:lstStyle/>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50" b="1" i="0" u="none" strike="noStrike" kern="1200" cap="none" spc="0" normalizeH="0" baseline="0" noProof="0">
                <a:ln>
                  <a:noFill/>
                </a:ln>
                <a:solidFill>
                  <a:sysClr val="windowText" lastClr="000000"/>
                </a:solidFill>
                <a:effectLst/>
                <a:uLnTx/>
                <a:uFillTx/>
                <a:latin typeface="Open Sans" panose="020B0606030504020204" pitchFamily="34" charset="0"/>
                <a:ea typeface="Open Sans" panose="020B0606030504020204" pitchFamily="34" charset="0"/>
                <a:cs typeface="Open Sans" panose="020B0606030504020204" pitchFamily="34" charset="0"/>
              </a:rPr>
              <a:t>Implement</a:t>
            </a:r>
          </a:p>
          <a:p>
            <a:pPr marL="171450" marR="0" lvl="0" indent="-171450" algn="l" defTabSz="914400" rtl="0" eaLnBrk="1" fontAlgn="auto" latinLnBrk="0" hangingPunct="1">
              <a:lnSpc>
                <a:spcPct val="106000"/>
              </a:lnSpc>
              <a:spcBef>
                <a:spcPts val="0"/>
              </a:spcBef>
              <a:spcAft>
                <a:spcPts val="600"/>
              </a:spcAft>
              <a:buClrTx/>
              <a:buSzTx/>
              <a:buFont typeface="Arial" panose="020B0604020202020204" pitchFamily="34" charset="0"/>
              <a:buChar char="•"/>
              <a:tabLst/>
              <a:defRPr/>
            </a:pPr>
            <a:r>
              <a:rPr kumimoji="0" lang="en-US" sz="900" b="0" i="0" u="none" strike="noStrike" kern="1200" cap="none" spc="0" normalizeH="0" baseline="0" noProof="0">
                <a:ln>
                  <a:noFill/>
                </a:ln>
                <a:solidFill>
                  <a:sysClr val="windowText" lastClr="000000"/>
                </a:solidFill>
                <a:effectLst/>
                <a:uLnTx/>
                <a:uFillTx/>
                <a:latin typeface="Open Sans" panose="020B0606030504020204" pitchFamily="34" charset="0"/>
                <a:ea typeface="Open Sans" panose="020B0606030504020204" pitchFamily="34" charset="0"/>
                <a:cs typeface="Open Sans" panose="020B0606030504020204" pitchFamily="34" charset="0"/>
              </a:rPr>
              <a:t>MVP design / build / on client selected platform (Deloitte, external vendor) </a:t>
            </a:r>
          </a:p>
          <a:p>
            <a:pPr marL="171450" marR="0" lvl="0" indent="-171450" algn="l" defTabSz="914400" rtl="0" eaLnBrk="1" fontAlgn="auto" latinLnBrk="0" hangingPunct="1">
              <a:lnSpc>
                <a:spcPct val="106000"/>
              </a:lnSpc>
              <a:spcBef>
                <a:spcPts val="0"/>
              </a:spcBef>
              <a:spcAft>
                <a:spcPts val="600"/>
              </a:spcAft>
              <a:buClrTx/>
              <a:buSzTx/>
              <a:buFont typeface="Arial" panose="020B0604020202020204" pitchFamily="34" charset="0"/>
              <a:buChar char="•"/>
              <a:tabLst/>
              <a:defRPr/>
            </a:pPr>
            <a:r>
              <a:rPr kumimoji="0" lang="en-US" sz="900" b="0" i="0" u="none" strike="noStrike" kern="1200" cap="none" spc="0" normalizeH="0" baseline="0" noProof="0">
                <a:ln>
                  <a:noFill/>
                </a:ln>
                <a:solidFill>
                  <a:sysClr val="windowText" lastClr="000000"/>
                </a:solidFill>
                <a:effectLst/>
                <a:uLnTx/>
                <a:uFillTx/>
                <a:latin typeface="Open Sans" panose="020B0606030504020204" pitchFamily="34" charset="0"/>
                <a:ea typeface="Open Sans" panose="020B0606030504020204" pitchFamily="34" charset="0"/>
                <a:cs typeface="Open Sans" panose="020B0606030504020204" pitchFamily="34" charset="0"/>
              </a:rPr>
              <a:t>Extent of implementation dependent upon client AI maturity &amp; ambition</a:t>
            </a:r>
          </a:p>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050" b="1" i="0" u="none" strike="noStrike" kern="1200" cap="none" spc="0" normalizeH="0" baseline="0" noProof="0">
              <a:ln>
                <a:noFill/>
              </a:ln>
              <a:solidFill>
                <a:sysClr val="windowText" lastClr="000000"/>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19" name="Rectangle 18">
            <a:extLst>
              <a:ext uri="{FF2B5EF4-FFF2-40B4-BE49-F238E27FC236}">
                <a16:creationId xmlns:a16="http://schemas.microsoft.com/office/drawing/2014/main" id="{27EA5A1B-7611-9703-40B8-B8AFC246A6BC}"/>
              </a:ext>
            </a:extLst>
          </p:cNvPr>
          <p:cNvSpPr/>
          <p:nvPr/>
        </p:nvSpPr>
        <p:spPr bwMode="gray">
          <a:xfrm>
            <a:off x="4029362" y="2520607"/>
            <a:ext cx="1514764" cy="1780075"/>
          </a:xfrm>
          <a:prstGeom prst="rect">
            <a:avLst/>
          </a:prstGeom>
          <a:solidFill>
            <a:schemeClr val="bg1">
              <a:lumMod val="85000"/>
            </a:schemeClr>
          </a:solidFill>
          <a:ln w="19050" algn="ctr">
            <a:noFill/>
            <a:miter lim="800000"/>
            <a:headEnd/>
            <a:tailEnd/>
          </a:ln>
        </p:spPr>
        <p:txBody>
          <a:bodyPr wrap="square" lIns="88900" tIns="88900" rIns="88900" bIns="88900" rtlCol="0" anchor="t"/>
          <a:lstStyle/>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50" b="1" i="0" u="none" strike="noStrike" kern="1200" cap="none" spc="0" normalizeH="0" baseline="0" noProof="0">
                <a:ln>
                  <a:noFill/>
                </a:ln>
                <a:solidFill>
                  <a:sysClr val="windowText" lastClr="000000"/>
                </a:solidFill>
                <a:effectLst/>
                <a:uLnTx/>
                <a:uFillTx/>
                <a:latin typeface="Open Sans" panose="020B0606030504020204" pitchFamily="34" charset="0"/>
                <a:ea typeface="Open Sans" panose="020B0606030504020204" pitchFamily="34" charset="0"/>
                <a:cs typeface="Open Sans" panose="020B0606030504020204" pitchFamily="34" charset="0"/>
              </a:rPr>
              <a:t>Operate</a:t>
            </a:r>
          </a:p>
          <a:p>
            <a:pPr marL="171450" marR="0" lvl="0" indent="-171450" algn="l" defTabSz="914400" rtl="0" eaLnBrk="1" fontAlgn="auto" latinLnBrk="0" hangingPunct="1">
              <a:lnSpc>
                <a:spcPct val="106000"/>
              </a:lnSpc>
              <a:spcBef>
                <a:spcPts val="0"/>
              </a:spcBef>
              <a:spcAft>
                <a:spcPts val="600"/>
              </a:spcAft>
              <a:buClrTx/>
              <a:buSzTx/>
              <a:buFont typeface="Arial" panose="020B0604020202020204" pitchFamily="34" charset="0"/>
              <a:buChar char="•"/>
              <a:tabLst/>
              <a:defRPr/>
            </a:pPr>
            <a:r>
              <a:rPr kumimoji="0" lang="en-US" sz="900" b="0" i="0" u="none" strike="noStrike" kern="1200" cap="none" spc="0" normalizeH="0" baseline="0" noProof="0">
                <a:ln>
                  <a:noFill/>
                </a:ln>
                <a:solidFill>
                  <a:sysClr val="windowText" lastClr="000000"/>
                </a:solidFill>
                <a:effectLst/>
                <a:uLnTx/>
                <a:uFillTx/>
                <a:latin typeface="Open Sans" panose="020B0606030504020204" pitchFamily="34" charset="0"/>
                <a:ea typeface="Open Sans" panose="020B0606030504020204" pitchFamily="34" charset="0"/>
                <a:cs typeface="Open Sans" panose="020B0606030504020204" pitchFamily="34" charset="0"/>
              </a:rPr>
              <a:t>Long-term operation &amp; management of AI solution / technology</a:t>
            </a:r>
          </a:p>
          <a:p>
            <a:pPr marL="171450" marR="0" lvl="0" indent="-171450" algn="l" defTabSz="914400" rtl="0" eaLnBrk="1" fontAlgn="auto" latinLnBrk="0" hangingPunct="1">
              <a:lnSpc>
                <a:spcPct val="106000"/>
              </a:lnSpc>
              <a:spcBef>
                <a:spcPts val="0"/>
              </a:spcBef>
              <a:spcAft>
                <a:spcPts val="600"/>
              </a:spcAft>
              <a:buClrTx/>
              <a:buSzTx/>
              <a:buFont typeface="Arial" panose="020B0604020202020204" pitchFamily="34" charset="0"/>
              <a:buChar char="•"/>
              <a:tabLst/>
              <a:defRPr/>
            </a:pPr>
            <a:r>
              <a:rPr kumimoji="0" lang="en-US" sz="900" b="0" i="0" u="none" strike="noStrike" kern="1200" cap="none" spc="0" normalizeH="0" baseline="0" noProof="0">
                <a:ln>
                  <a:noFill/>
                </a:ln>
                <a:solidFill>
                  <a:sysClr val="windowText" lastClr="000000"/>
                </a:solidFill>
                <a:effectLst/>
                <a:uLnTx/>
                <a:uFillTx/>
                <a:latin typeface="Open Sans" panose="020B0606030504020204" pitchFamily="34" charset="0"/>
                <a:ea typeface="Open Sans" panose="020B0606030504020204" pitchFamily="34" charset="0"/>
                <a:cs typeface="Open Sans" panose="020B0606030504020204" pitchFamily="34" charset="0"/>
              </a:rPr>
              <a:t>Support of AI foundry model for Finance </a:t>
            </a:r>
          </a:p>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050" b="1" i="0" u="none" strike="noStrike" kern="1200" cap="none" spc="0" normalizeH="0" baseline="0" noProof="0">
              <a:ln>
                <a:noFill/>
              </a:ln>
              <a:solidFill>
                <a:sysClr val="windowText" lastClr="000000"/>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0" name="Rectangle 19">
            <a:extLst>
              <a:ext uri="{FF2B5EF4-FFF2-40B4-BE49-F238E27FC236}">
                <a16:creationId xmlns:a16="http://schemas.microsoft.com/office/drawing/2014/main" id="{49F70F4C-E833-4BF9-3DED-875394021E76}"/>
              </a:ext>
            </a:extLst>
          </p:cNvPr>
          <p:cNvSpPr/>
          <p:nvPr/>
        </p:nvSpPr>
        <p:spPr bwMode="gray">
          <a:xfrm>
            <a:off x="6689434" y="2520607"/>
            <a:ext cx="2288311" cy="1868513"/>
          </a:xfrm>
          <a:prstGeom prst="rect">
            <a:avLst/>
          </a:prstGeom>
          <a:solidFill>
            <a:srgbClr val="0D8390">
              <a:alpha val="25000"/>
            </a:srgbClr>
          </a:solidFill>
          <a:ln w="19050" algn="ctr">
            <a:noFill/>
            <a:miter lim="800000"/>
            <a:headEnd/>
            <a:tailEnd/>
          </a:ln>
        </p:spPr>
        <p:txBody>
          <a:bodyPr wrap="square" lIns="88900" tIns="88900" rIns="88900" bIns="88900" rtlCol="0" anchor="t"/>
          <a:lstStyle/>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100" b="1" i="0" u="none" strike="noStrike" kern="1200" cap="none" spc="0" normalizeH="0" baseline="0" noProof="0" dirty="0">
                <a:ln>
                  <a:noFill/>
                </a:ln>
                <a:solidFill>
                  <a:sysClr val="windowText" lastClr="000000"/>
                </a:solidFill>
                <a:effectLst/>
                <a:uLnTx/>
                <a:uFillTx/>
                <a:latin typeface="Open Sans" panose="020B0606030504020204" pitchFamily="34" charset="0"/>
                <a:ea typeface="Open Sans" panose="020B0606030504020204" pitchFamily="34" charset="0"/>
                <a:cs typeface="Open Sans" panose="020B0606030504020204" pitchFamily="34" charset="0"/>
              </a:rPr>
              <a:t>Deloitte Solutions</a:t>
            </a:r>
            <a:r>
              <a:rPr lang="en-US" sz="1100" b="1" dirty="0">
                <a:solidFill>
                  <a:sysClr val="windowText" lastClr="000000"/>
                </a:solidFill>
                <a:latin typeface="Open Sans" panose="020B0606030504020204" pitchFamily="34" charset="0"/>
                <a:ea typeface="Open Sans" panose="020B0606030504020204" pitchFamily="34" charset="0"/>
                <a:cs typeface="Open Sans" panose="020B0606030504020204" pitchFamily="34" charset="0"/>
              </a:rPr>
              <a:t>/Assets</a:t>
            </a:r>
            <a:endParaRPr kumimoji="0" lang="en-US" sz="1100" b="1" i="0" u="none" strike="noStrike" kern="1200" cap="none" spc="0" normalizeH="0" baseline="0" noProof="0" dirty="0">
              <a:ln>
                <a:noFill/>
              </a:ln>
              <a:solidFill>
                <a:sysClr val="windowText" lastClr="000000"/>
              </a:solidFill>
              <a:effectLst/>
              <a:uLnTx/>
              <a:uFillTx/>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50" b="0" i="1" u="none" strike="noStrike" kern="1200" cap="none" spc="0" normalizeH="0" baseline="0" noProof="0" dirty="0">
                <a:ln>
                  <a:noFill/>
                </a:ln>
                <a:solidFill>
                  <a:sysClr val="windowText" lastClr="000000"/>
                </a:solidFill>
                <a:effectLst/>
                <a:uLnTx/>
                <a:uFillTx/>
                <a:latin typeface="Open Sans" panose="020B0606030504020204" pitchFamily="34" charset="0"/>
                <a:ea typeface="Open Sans" panose="020B0606030504020204" pitchFamily="34" charset="0"/>
                <a:cs typeface="Open Sans" panose="020B0606030504020204" pitchFamily="34" charset="0"/>
              </a:rPr>
              <a:t>Core Deloitte developed AI platforms</a:t>
            </a:r>
          </a:p>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050" b="0" i="1" u="none" strike="noStrike" kern="1200" cap="none" spc="0" normalizeH="0" baseline="0" noProof="0" dirty="0">
              <a:ln>
                <a:noFill/>
              </a:ln>
              <a:solidFill>
                <a:sysClr val="windowText" lastClr="000000"/>
              </a:solidFill>
              <a:effectLst/>
              <a:uLnTx/>
              <a:uFillTx/>
              <a:latin typeface="Open Sans" panose="020B0606030504020204" pitchFamily="34" charset="0"/>
              <a:ea typeface="Open Sans" panose="020B0606030504020204" pitchFamily="34" charset="0"/>
              <a:cs typeface="Open Sans" panose="020B0606030504020204" pitchFamily="34" charset="0"/>
            </a:endParaRPr>
          </a:p>
          <a:p>
            <a:pPr marL="171450" marR="0" lvl="0" indent="-171450" algn="l" defTabSz="914400" rtl="0" eaLnBrk="1" fontAlgn="auto" latinLnBrk="0" hangingPunct="1">
              <a:lnSpc>
                <a:spcPct val="106000"/>
              </a:lnSpc>
              <a:spcBef>
                <a:spcPts val="0"/>
              </a:spcBef>
              <a:spcAft>
                <a:spcPts val="0"/>
              </a:spcAft>
              <a:buClrTx/>
              <a:buSzTx/>
              <a:buFont typeface="Arial" panose="020B0604020202020204" pitchFamily="34" charset="0"/>
              <a:buChar char="•"/>
              <a:tabLst/>
              <a:defRPr/>
            </a:pPr>
            <a:r>
              <a:rPr kumimoji="0" lang="en-US" sz="1050" b="0" i="1" u="none" strike="noStrike" kern="1200" cap="none" spc="0" normalizeH="0" baseline="0" noProof="0" dirty="0">
                <a:ln>
                  <a:noFill/>
                </a:ln>
                <a:solidFill>
                  <a:sysClr val="windowText" lastClr="000000"/>
                </a:solidFill>
                <a:effectLst/>
                <a:uLnTx/>
                <a:uFillTx/>
                <a:latin typeface="Open Sans" panose="020B0606030504020204" pitchFamily="34" charset="0"/>
                <a:ea typeface="Open Sans" panose="020B0606030504020204" pitchFamily="34" charset="0"/>
                <a:cs typeface="Open Sans" panose="020B0606030504020204" pitchFamily="34" charset="0"/>
              </a:rPr>
              <a:t>AIOPS.D</a:t>
            </a:r>
          </a:p>
          <a:p>
            <a:pPr marL="171450" marR="0" lvl="0" indent="-171450" algn="l" defTabSz="914400" rtl="0" eaLnBrk="1" fontAlgn="auto" latinLnBrk="0" hangingPunct="1">
              <a:lnSpc>
                <a:spcPct val="106000"/>
              </a:lnSpc>
              <a:spcBef>
                <a:spcPts val="0"/>
              </a:spcBef>
              <a:spcAft>
                <a:spcPts val="0"/>
              </a:spcAft>
              <a:buClrTx/>
              <a:buSzTx/>
              <a:buFont typeface="Arial" panose="020B0604020202020204" pitchFamily="34" charset="0"/>
              <a:buChar char="•"/>
              <a:tabLst/>
              <a:defRPr/>
            </a:pPr>
            <a:r>
              <a:rPr kumimoji="0" lang="en-US" sz="1050" b="0" i="1" u="none" strike="noStrike" kern="1200" cap="none" spc="0" normalizeH="0" baseline="0" noProof="0" dirty="0">
                <a:ln>
                  <a:noFill/>
                </a:ln>
                <a:solidFill>
                  <a:sysClr val="windowText" lastClr="000000"/>
                </a:solidFill>
                <a:effectLst/>
                <a:uLnTx/>
                <a:uFillTx/>
                <a:latin typeface="Open Sans" panose="020B0606030504020204" pitchFamily="34" charset="0"/>
                <a:ea typeface="Open Sans" panose="020B0606030504020204" pitchFamily="34" charset="0"/>
                <a:cs typeface="Open Sans" panose="020B0606030504020204" pitchFamily="34" charset="0"/>
              </a:rPr>
              <a:t>CFO GPT / FinanceAI Analyst</a:t>
            </a:r>
          </a:p>
          <a:p>
            <a:pPr marL="171450" marR="0" lvl="0" indent="-171450" algn="l" defTabSz="914400" rtl="0" eaLnBrk="1" fontAlgn="auto" latinLnBrk="0" hangingPunct="1">
              <a:lnSpc>
                <a:spcPct val="106000"/>
              </a:lnSpc>
              <a:spcBef>
                <a:spcPts val="0"/>
              </a:spcBef>
              <a:spcAft>
                <a:spcPts val="0"/>
              </a:spcAft>
              <a:buClrTx/>
              <a:buSzTx/>
              <a:buFont typeface="Arial" panose="020B0604020202020204" pitchFamily="34" charset="0"/>
              <a:buChar char="•"/>
              <a:tabLst/>
              <a:defRPr/>
            </a:pPr>
            <a:r>
              <a:rPr kumimoji="0" lang="en-US" sz="1050" b="0" i="1" u="none" strike="noStrike" kern="1200" cap="none" spc="0" normalizeH="0" baseline="0" noProof="0" dirty="0" err="1">
                <a:ln>
                  <a:noFill/>
                </a:ln>
                <a:solidFill>
                  <a:sysClr val="windowText" lastClr="000000"/>
                </a:solidFill>
                <a:effectLst/>
                <a:uLnTx/>
                <a:uFillTx/>
                <a:latin typeface="Open Sans" panose="020B0606030504020204" pitchFamily="34" charset="0"/>
                <a:ea typeface="Open Sans" panose="020B0606030504020204" pitchFamily="34" charset="0"/>
                <a:cs typeface="Open Sans" panose="020B0606030504020204" pitchFamily="34" charset="0"/>
              </a:rPr>
              <a:t>PrecisionView</a:t>
            </a:r>
            <a:endParaRPr kumimoji="0" lang="en-US" sz="1050" b="0" i="1" u="none" strike="noStrike" kern="1200" cap="none" spc="0" normalizeH="0" baseline="0" noProof="0" dirty="0">
              <a:ln>
                <a:noFill/>
              </a:ln>
              <a:solidFill>
                <a:sysClr val="windowText" lastClr="000000"/>
              </a:solidFill>
              <a:effectLst/>
              <a:uLnTx/>
              <a:uFillTx/>
              <a:latin typeface="Open Sans" panose="020B0606030504020204" pitchFamily="34" charset="0"/>
              <a:ea typeface="Open Sans" panose="020B0606030504020204" pitchFamily="34" charset="0"/>
              <a:cs typeface="Open Sans" panose="020B0606030504020204" pitchFamily="34" charset="0"/>
            </a:endParaRPr>
          </a:p>
          <a:p>
            <a:pPr marL="171450" marR="0" lvl="0" indent="-171450" algn="l" defTabSz="914400" rtl="0" eaLnBrk="1" fontAlgn="auto" latinLnBrk="0" hangingPunct="1">
              <a:lnSpc>
                <a:spcPct val="106000"/>
              </a:lnSpc>
              <a:spcBef>
                <a:spcPts val="0"/>
              </a:spcBef>
              <a:spcAft>
                <a:spcPts val="0"/>
              </a:spcAft>
              <a:buClrTx/>
              <a:buSzTx/>
              <a:buFont typeface="Arial" panose="020B0604020202020204" pitchFamily="34" charset="0"/>
              <a:buChar char="•"/>
              <a:tabLst/>
              <a:defRPr/>
            </a:pPr>
            <a:r>
              <a:rPr lang="en-US" sz="1050" i="1" dirty="0">
                <a:solidFill>
                  <a:sysClr val="windowText" lastClr="000000"/>
                </a:solidFill>
                <a:latin typeface="Open Sans" panose="020B0606030504020204" pitchFamily="34" charset="0"/>
                <a:ea typeface="Open Sans" panose="020B0606030504020204" pitchFamily="34" charset="0"/>
                <a:cs typeface="Open Sans" panose="020B0606030504020204" pitchFamily="34" charset="0"/>
              </a:rPr>
              <a:t>AI Studio</a:t>
            </a:r>
          </a:p>
          <a:p>
            <a:pPr marL="171450" marR="0" lvl="0" indent="-171450" algn="l" defTabSz="914400" rtl="0" eaLnBrk="1" fontAlgn="auto" latinLnBrk="0" hangingPunct="1">
              <a:lnSpc>
                <a:spcPct val="106000"/>
              </a:lnSpc>
              <a:spcBef>
                <a:spcPts val="0"/>
              </a:spcBef>
              <a:spcAft>
                <a:spcPts val="0"/>
              </a:spcAft>
              <a:buClrTx/>
              <a:buSzTx/>
              <a:buFont typeface="Arial" panose="020B0604020202020204" pitchFamily="34" charset="0"/>
              <a:buChar char="•"/>
              <a:tabLst/>
              <a:defRPr/>
            </a:pPr>
            <a:r>
              <a:rPr kumimoji="0" lang="en-US" sz="1050" b="0" i="1" u="none" strike="noStrike" kern="1200" cap="none" spc="0" normalizeH="0" baseline="0" noProof="0" dirty="0">
                <a:ln>
                  <a:noFill/>
                </a:ln>
                <a:solidFill>
                  <a:sysClr val="windowText" lastClr="000000"/>
                </a:solidFill>
                <a:effectLst/>
                <a:uLnTx/>
                <a:uFillTx/>
                <a:latin typeface="Open Sans" panose="020B0606030504020204" pitchFamily="34" charset="0"/>
                <a:ea typeface="Open Sans" panose="020B0606030504020204" pitchFamily="34" charset="0"/>
                <a:cs typeface="Open Sans" panose="020B0606030504020204" pitchFamily="34" charset="0"/>
              </a:rPr>
              <a:t>PAIR</a:t>
            </a:r>
            <a:r>
              <a:rPr lang="en-US" sz="1050" i="1" dirty="0">
                <a:solidFill>
                  <a:sysClr val="windowText" lastClr="000000"/>
                </a:solidFill>
                <a:latin typeface="Open Sans" panose="020B0606030504020204" pitchFamily="34" charset="0"/>
                <a:ea typeface="Open Sans" panose="020B0606030504020204" pitchFamily="34" charset="0"/>
                <a:cs typeface="Open Sans" panose="020B0606030504020204" pitchFamily="34" charset="0"/>
              </a:rPr>
              <a:t>.D</a:t>
            </a:r>
            <a:endParaRPr kumimoji="0" lang="en-US" sz="1050" b="0" i="1" u="none" strike="noStrike" kern="1200" cap="none" spc="0" normalizeH="0" baseline="0" noProof="0" dirty="0">
              <a:ln>
                <a:noFill/>
              </a:ln>
              <a:solidFill>
                <a:sysClr val="windowText" lastClr="000000"/>
              </a:solidFill>
              <a:effectLst/>
              <a:uLnTx/>
              <a:uFillTx/>
              <a:latin typeface="Open Sans" panose="020B0606030504020204" pitchFamily="34" charset="0"/>
              <a:ea typeface="Open Sans" panose="020B0606030504020204" pitchFamily="34" charset="0"/>
              <a:cs typeface="Open Sans" panose="020B0606030504020204" pitchFamily="34" charset="0"/>
            </a:endParaRPr>
          </a:p>
          <a:p>
            <a:pPr marL="171450" marR="0" lvl="0" indent="-171450" algn="l" defTabSz="914400" rtl="0" eaLnBrk="1" fontAlgn="auto" latinLnBrk="0" hangingPunct="1">
              <a:lnSpc>
                <a:spcPct val="106000"/>
              </a:lnSpc>
              <a:spcBef>
                <a:spcPts val="0"/>
              </a:spcBef>
              <a:spcAft>
                <a:spcPts val="0"/>
              </a:spcAft>
              <a:buClrTx/>
              <a:buSzTx/>
              <a:buFont typeface="Arial" panose="020B0604020202020204" pitchFamily="34" charset="0"/>
              <a:buChar char="•"/>
              <a:tabLst/>
              <a:defRPr/>
            </a:pPr>
            <a:r>
              <a:rPr kumimoji="0" lang="en-US" sz="1050" b="0" i="1" u="none" strike="noStrike" kern="1200" cap="none" spc="0" normalizeH="0" baseline="0" noProof="0" dirty="0">
                <a:ln>
                  <a:noFill/>
                </a:ln>
                <a:solidFill>
                  <a:sysClr val="windowText" lastClr="000000"/>
                </a:solidFill>
                <a:effectLst/>
                <a:uLnTx/>
                <a:uFillTx/>
                <a:latin typeface="Open Sans" panose="020B0606030504020204" pitchFamily="34" charset="0"/>
                <a:ea typeface="Open Sans" panose="020B0606030504020204" pitchFamily="34" charset="0"/>
                <a:cs typeface="Open Sans" panose="020B0606030504020204" pitchFamily="34" charset="0"/>
              </a:rPr>
              <a:t>Custom/private LLMs (ARIA)</a:t>
            </a:r>
          </a:p>
          <a:p>
            <a:pPr marL="171450" marR="0" lvl="0" indent="-171450" algn="l" defTabSz="914400" rtl="0" eaLnBrk="1" fontAlgn="auto" latinLnBrk="0" hangingPunct="1">
              <a:lnSpc>
                <a:spcPct val="106000"/>
              </a:lnSpc>
              <a:spcBef>
                <a:spcPts val="0"/>
              </a:spcBef>
              <a:spcAft>
                <a:spcPts val="0"/>
              </a:spcAft>
              <a:buClrTx/>
              <a:buSzTx/>
              <a:buFont typeface="Arial" panose="020B0604020202020204" pitchFamily="34" charset="0"/>
              <a:buChar char="•"/>
              <a:tabLst/>
              <a:defRPr/>
            </a:pPr>
            <a:endParaRPr kumimoji="0" lang="en-US" sz="1050" b="0" i="1" u="none" strike="noStrike" kern="1200" cap="none" spc="0" normalizeH="0" baseline="0" noProof="0" dirty="0">
              <a:ln>
                <a:noFill/>
              </a:ln>
              <a:solidFill>
                <a:sysClr val="windowText" lastClr="000000"/>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1" name="Rectangle 20">
            <a:extLst>
              <a:ext uri="{FF2B5EF4-FFF2-40B4-BE49-F238E27FC236}">
                <a16:creationId xmlns:a16="http://schemas.microsoft.com/office/drawing/2014/main" id="{538132B4-5E7D-8233-B02F-5FCD99518D1E}"/>
              </a:ext>
            </a:extLst>
          </p:cNvPr>
          <p:cNvSpPr/>
          <p:nvPr/>
        </p:nvSpPr>
        <p:spPr bwMode="gray">
          <a:xfrm>
            <a:off x="9078608" y="2520607"/>
            <a:ext cx="2288311" cy="1868513"/>
          </a:xfrm>
          <a:prstGeom prst="rect">
            <a:avLst/>
          </a:prstGeom>
          <a:solidFill>
            <a:schemeClr val="bg1">
              <a:lumMod val="85000"/>
            </a:schemeClr>
          </a:solidFill>
          <a:ln w="19050" algn="ctr">
            <a:noFill/>
            <a:miter lim="800000"/>
            <a:headEnd/>
            <a:tailEnd/>
          </a:ln>
        </p:spPr>
        <p:txBody>
          <a:bodyPr wrap="square" lIns="88900" tIns="88900" rIns="88900" bIns="88900" rtlCol="0" anchor="t"/>
          <a:lstStyle/>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100" b="1" i="0" u="none" strike="noStrike" kern="1200" cap="none" spc="0" normalizeH="0" baseline="0" noProof="0">
                <a:ln>
                  <a:noFill/>
                </a:ln>
                <a:solidFill>
                  <a:sysClr val="windowText" lastClr="000000"/>
                </a:solidFill>
                <a:effectLst/>
                <a:uLnTx/>
                <a:uFillTx/>
                <a:latin typeface="Open Sans" panose="020B0606030504020204" pitchFamily="34" charset="0"/>
                <a:ea typeface="Open Sans" panose="020B0606030504020204" pitchFamily="34" charset="0"/>
                <a:cs typeface="Open Sans" panose="020B0606030504020204" pitchFamily="34" charset="0"/>
              </a:rPr>
              <a:t>External Vendors</a:t>
            </a:r>
          </a:p>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50" b="0" i="1" u="none" strike="noStrike" kern="1200" cap="none" spc="0" normalizeH="0" baseline="0" noProof="0">
                <a:ln>
                  <a:noFill/>
                </a:ln>
                <a:solidFill>
                  <a:sysClr val="windowText" lastClr="000000"/>
                </a:solidFill>
                <a:effectLst/>
                <a:uLnTx/>
                <a:uFillTx/>
                <a:latin typeface="Open Sans" panose="020B0606030504020204" pitchFamily="34" charset="0"/>
                <a:ea typeface="Open Sans" panose="020B0606030504020204" pitchFamily="34" charset="0"/>
                <a:cs typeface="Open Sans" panose="020B0606030504020204" pitchFamily="34" charset="0"/>
              </a:rPr>
              <a:t>3</a:t>
            </a:r>
            <a:r>
              <a:rPr kumimoji="0" lang="en-US" sz="1050" b="0" i="1" u="none" strike="noStrike" kern="1200" cap="none" spc="0" normalizeH="0" baseline="30000" noProof="0">
                <a:ln>
                  <a:noFill/>
                </a:ln>
                <a:solidFill>
                  <a:sysClr val="windowText" lastClr="000000"/>
                </a:solidFill>
                <a:effectLst/>
                <a:uLnTx/>
                <a:uFillTx/>
                <a:latin typeface="Open Sans" panose="020B0606030504020204" pitchFamily="34" charset="0"/>
                <a:ea typeface="Open Sans" panose="020B0606030504020204" pitchFamily="34" charset="0"/>
                <a:cs typeface="Open Sans" panose="020B0606030504020204" pitchFamily="34" charset="0"/>
              </a:rPr>
              <a:t>rd</a:t>
            </a:r>
            <a:r>
              <a:rPr kumimoji="0" lang="en-US" sz="1050" b="0" i="1" u="none" strike="noStrike" kern="1200" cap="none" spc="0" normalizeH="0" baseline="0" noProof="0">
                <a:ln>
                  <a:noFill/>
                </a:ln>
                <a:solidFill>
                  <a:sysClr val="windowText" lastClr="000000"/>
                </a:solidFill>
                <a:effectLst/>
                <a:uLnTx/>
                <a:uFillTx/>
                <a:latin typeface="Open Sans" panose="020B0606030504020204" pitchFamily="34" charset="0"/>
                <a:ea typeface="Open Sans" panose="020B0606030504020204" pitchFamily="34" charset="0"/>
                <a:cs typeface="Open Sans" panose="020B0606030504020204" pitchFamily="34" charset="0"/>
              </a:rPr>
              <a:t> Party AI Solutions &amp; Platforms</a:t>
            </a:r>
          </a:p>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050" b="0" i="1" u="none" strike="noStrike" kern="1200" cap="none" spc="0" normalizeH="0" baseline="0" noProof="0">
              <a:ln>
                <a:noFill/>
              </a:ln>
              <a:solidFill>
                <a:sysClr val="windowText" lastClr="000000"/>
              </a:solidFill>
              <a:effectLst/>
              <a:uLnTx/>
              <a:uFillTx/>
              <a:latin typeface="Open Sans" panose="020B0606030504020204" pitchFamily="34" charset="0"/>
              <a:ea typeface="Open Sans" panose="020B0606030504020204" pitchFamily="34" charset="0"/>
              <a:cs typeface="Open Sans" panose="020B0606030504020204" pitchFamily="34" charset="0"/>
            </a:endParaRPr>
          </a:p>
          <a:p>
            <a:pPr marL="171450" marR="0" lvl="0" indent="-171450" algn="l" defTabSz="914400" rtl="0" eaLnBrk="1" fontAlgn="auto" latinLnBrk="0" hangingPunct="1">
              <a:lnSpc>
                <a:spcPct val="106000"/>
              </a:lnSpc>
              <a:spcBef>
                <a:spcPts val="0"/>
              </a:spcBef>
              <a:spcAft>
                <a:spcPts val="0"/>
              </a:spcAft>
              <a:buClrTx/>
              <a:buSzTx/>
              <a:buFont typeface="Arial" panose="020B0604020202020204" pitchFamily="34" charset="0"/>
              <a:buChar char="•"/>
              <a:tabLst/>
              <a:defRPr/>
            </a:pPr>
            <a:r>
              <a:rPr kumimoji="0" lang="en-US" sz="1050" b="0" i="1" u="none" strike="noStrike" kern="1200" cap="none" spc="0" normalizeH="0" baseline="0" noProof="0">
                <a:ln>
                  <a:noFill/>
                </a:ln>
                <a:solidFill>
                  <a:sysClr val="windowText" lastClr="000000"/>
                </a:solidFill>
                <a:effectLst/>
                <a:uLnTx/>
                <a:uFillTx/>
                <a:latin typeface="Open Sans" panose="020B0606030504020204" pitchFamily="34" charset="0"/>
                <a:ea typeface="Open Sans" panose="020B0606030504020204" pitchFamily="34" charset="0"/>
                <a:cs typeface="Open Sans" panose="020B0606030504020204" pitchFamily="34" charset="0"/>
              </a:rPr>
              <a:t>Hyperscalers + Public LLMs</a:t>
            </a:r>
          </a:p>
          <a:p>
            <a:pPr marL="171450" marR="0" lvl="0" indent="-171450" algn="l" defTabSz="914400" rtl="0" eaLnBrk="1" fontAlgn="auto" latinLnBrk="0" hangingPunct="1">
              <a:lnSpc>
                <a:spcPct val="106000"/>
              </a:lnSpc>
              <a:spcBef>
                <a:spcPts val="0"/>
              </a:spcBef>
              <a:spcAft>
                <a:spcPts val="0"/>
              </a:spcAft>
              <a:buClrTx/>
              <a:buSzTx/>
              <a:buFont typeface="Arial" panose="020B0604020202020204" pitchFamily="34" charset="0"/>
              <a:buChar char="•"/>
              <a:tabLst/>
              <a:defRPr/>
            </a:pPr>
            <a:r>
              <a:rPr kumimoji="0" lang="en-US" sz="1050" b="0" i="1" u="none" strike="noStrike" kern="1200" cap="none" spc="0" normalizeH="0" baseline="0" noProof="0">
                <a:ln>
                  <a:noFill/>
                </a:ln>
                <a:solidFill>
                  <a:sysClr val="windowText" lastClr="000000"/>
                </a:solidFill>
                <a:effectLst/>
                <a:uLnTx/>
                <a:uFillTx/>
                <a:latin typeface="Open Sans" panose="020B0606030504020204" pitchFamily="34" charset="0"/>
                <a:ea typeface="Open Sans" panose="020B0606030504020204" pitchFamily="34" charset="0"/>
                <a:cs typeface="Open Sans" panose="020B0606030504020204" pitchFamily="34" charset="0"/>
              </a:rPr>
              <a:t>AI capabilities in existing tools (e.g., AI-enabled capabilities in ERPs)</a:t>
            </a:r>
            <a:endParaRPr kumimoji="0" lang="en-US" sz="1100" b="0" i="1" u="none" strike="noStrike" kern="1200" cap="none" spc="0" normalizeH="0" baseline="0" noProof="0">
              <a:ln>
                <a:noFill/>
              </a:ln>
              <a:solidFill>
                <a:sysClr val="windowText" lastClr="000000"/>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2" name="Rectangle 21">
            <a:extLst>
              <a:ext uri="{FF2B5EF4-FFF2-40B4-BE49-F238E27FC236}">
                <a16:creationId xmlns:a16="http://schemas.microsoft.com/office/drawing/2014/main" id="{89A21F7F-447B-A05C-15D9-3232C182EDEB}"/>
              </a:ext>
            </a:extLst>
          </p:cNvPr>
          <p:cNvSpPr/>
          <p:nvPr/>
        </p:nvSpPr>
        <p:spPr bwMode="gray">
          <a:xfrm>
            <a:off x="728121" y="5294748"/>
            <a:ext cx="1784862" cy="196040"/>
          </a:xfrm>
          <a:prstGeom prst="rect">
            <a:avLst/>
          </a:prstGeom>
          <a:solidFill>
            <a:srgbClr val="9DD4CF"/>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900" b="1" i="0" u="none" strike="noStrike" kern="1200" cap="none" spc="0" normalizeH="0" baseline="0" noProof="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rPr>
              <a:t>Service Offerings</a:t>
            </a:r>
          </a:p>
        </p:txBody>
      </p:sp>
      <p:sp>
        <p:nvSpPr>
          <p:cNvPr id="23" name="Rectangle 22">
            <a:extLst>
              <a:ext uri="{FF2B5EF4-FFF2-40B4-BE49-F238E27FC236}">
                <a16:creationId xmlns:a16="http://schemas.microsoft.com/office/drawing/2014/main" id="{6EEE0DD2-3D09-419F-6302-862A384F9536}"/>
              </a:ext>
            </a:extLst>
          </p:cNvPr>
          <p:cNvSpPr/>
          <p:nvPr/>
        </p:nvSpPr>
        <p:spPr bwMode="gray">
          <a:xfrm>
            <a:off x="2678937" y="5294748"/>
            <a:ext cx="1784862" cy="196040"/>
          </a:xfrm>
          <a:prstGeom prst="rect">
            <a:avLst/>
          </a:prstGeom>
          <a:solidFill>
            <a:srgbClr val="D9D9D9"/>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900" b="1"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Product Offerings</a:t>
            </a:r>
          </a:p>
        </p:txBody>
      </p:sp>
      <p:sp>
        <p:nvSpPr>
          <p:cNvPr id="24" name="Rectangle 23">
            <a:extLst>
              <a:ext uri="{FF2B5EF4-FFF2-40B4-BE49-F238E27FC236}">
                <a16:creationId xmlns:a16="http://schemas.microsoft.com/office/drawing/2014/main" id="{622052D5-0D6E-9B24-CFFF-829985989A8D}"/>
              </a:ext>
            </a:extLst>
          </p:cNvPr>
          <p:cNvSpPr/>
          <p:nvPr/>
        </p:nvSpPr>
        <p:spPr bwMode="gray">
          <a:xfrm>
            <a:off x="2678937" y="5580848"/>
            <a:ext cx="857377" cy="355821"/>
          </a:xfrm>
          <a:prstGeom prst="rect">
            <a:avLst/>
          </a:prstGeom>
          <a:solidFill>
            <a:srgbClr val="0D8390">
              <a:alpha val="25000"/>
            </a:srgb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Deloitte Solutions</a:t>
            </a:r>
          </a:p>
        </p:txBody>
      </p:sp>
      <p:sp>
        <p:nvSpPr>
          <p:cNvPr id="25" name="Rectangle 24">
            <a:extLst>
              <a:ext uri="{FF2B5EF4-FFF2-40B4-BE49-F238E27FC236}">
                <a16:creationId xmlns:a16="http://schemas.microsoft.com/office/drawing/2014/main" id="{E47D20E8-A9F8-FE4F-26A0-5AED9E3AB5FD}"/>
              </a:ext>
            </a:extLst>
          </p:cNvPr>
          <p:cNvSpPr/>
          <p:nvPr/>
        </p:nvSpPr>
        <p:spPr bwMode="gray">
          <a:xfrm>
            <a:off x="3606422" y="5580848"/>
            <a:ext cx="857377" cy="355821"/>
          </a:xfrm>
          <a:prstGeom prst="rect">
            <a:avLst/>
          </a:prstGeom>
          <a:solidFill>
            <a:srgbClr val="D9D9D9"/>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External Vendors</a:t>
            </a:r>
          </a:p>
        </p:txBody>
      </p:sp>
      <p:sp>
        <p:nvSpPr>
          <p:cNvPr id="28" name="Rectangle 27">
            <a:extLst>
              <a:ext uri="{FF2B5EF4-FFF2-40B4-BE49-F238E27FC236}">
                <a16:creationId xmlns:a16="http://schemas.microsoft.com/office/drawing/2014/main" id="{507E0C85-BD9D-69CE-D12C-2AADD752B28B}"/>
              </a:ext>
            </a:extLst>
          </p:cNvPr>
          <p:cNvSpPr/>
          <p:nvPr/>
        </p:nvSpPr>
        <p:spPr bwMode="gray">
          <a:xfrm>
            <a:off x="1338146" y="5580848"/>
            <a:ext cx="564812" cy="355821"/>
          </a:xfrm>
          <a:prstGeom prst="rect">
            <a:avLst/>
          </a:prstGeom>
          <a:solidFill>
            <a:srgbClr val="D9D9D9"/>
          </a:solidFill>
          <a:ln w="19050" algn="ctr">
            <a:noFill/>
            <a:miter lim="800000"/>
            <a:headEnd/>
            <a:tailEnd/>
          </a:ln>
        </p:spPr>
        <p:txBody>
          <a:bodyPr wrap="square" lIns="9144" tIns="9144" rIns="9144" bIns="9144"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Implement</a:t>
            </a:r>
          </a:p>
        </p:txBody>
      </p:sp>
      <p:sp>
        <p:nvSpPr>
          <p:cNvPr id="29" name="Rectangle 28">
            <a:extLst>
              <a:ext uri="{FF2B5EF4-FFF2-40B4-BE49-F238E27FC236}">
                <a16:creationId xmlns:a16="http://schemas.microsoft.com/office/drawing/2014/main" id="{2CCEED48-8B4C-2338-830C-15386E9F099B}"/>
              </a:ext>
            </a:extLst>
          </p:cNvPr>
          <p:cNvSpPr/>
          <p:nvPr/>
        </p:nvSpPr>
        <p:spPr bwMode="gray">
          <a:xfrm>
            <a:off x="728121" y="5580848"/>
            <a:ext cx="564812" cy="355821"/>
          </a:xfrm>
          <a:prstGeom prst="rect">
            <a:avLst/>
          </a:prstGeom>
          <a:solidFill>
            <a:srgbClr val="D9D9D9"/>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Advise</a:t>
            </a:r>
          </a:p>
        </p:txBody>
      </p:sp>
      <p:sp>
        <p:nvSpPr>
          <p:cNvPr id="30" name="Rectangle 29">
            <a:extLst>
              <a:ext uri="{FF2B5EF4-FFF2-40B4-BE49-F238E27FC236}">
                <a16:creationId xmlns:a16="http://schemas.microsoft.com/office/drawing/2014/main" id="{FACFF323-5A1F-A2CD-E10C-73002FF62880}"/>
              </a:ext>
            </a:extLst>
          </p:cNvPr>
          <p:cNvSpPr/>
          <p:nvPr/>
        </p:nvSpPr>
        <p:spPr bwMode="gray">
          <a:xfrm>
            <a:off x="1946965" y="5580848"/>
            <a:ext cx="564812" cy="355821"/>
          </a:xfrm>
          <a:prstGeom prst="rect">
            <a:avLst/>
          </a:prstGeom>
          <a:solidFill>
            <a:srgbClr val="D9D9D9"/>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Operate</a:t>
            </a:r>
          </a:p>
        </p:txBody>
      </p:sp>
      <p:sp>
        <p:nvSpPr>
          <p:cNvPr id="31" name="Rectangle 30">
            <a:extLst>
              <a:ext uri="{FF2B5EF4-FFF2-40B4-BE49-F238E27FC236}">
                <a16:creationId xmlns:a16="http://schemas.microsoft.com/office/drawing/2014/main" id="{FE7B1CDC-915F-21CE-05D5-2D40F3A5F708}"/>
              </a:ext>
            </a:extLst>
          </p:cNvPr>
          <p:cNvSpPr/>
          <p:nvPr/>
        </p:nvSpPr>
        <p:spPr bwMode="gray">
          <a:xfrm>
            <a:off x="701961" y="5268136"/>
            <a:ext cx="1841002" cy="741326"/>
          </a:xfrm>
          <a:prstGeom prst="rect">
            <a:avLst/>
          </a:prstGeom>
          <a:noFill/>
          <a:ln w="9525" algn="ctr">
            <a:solidFill>
              <a:schemeClr val="bg1">
                <a:lumMod val="65000"/>
              </a:schemeClr>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Calibri"/>
              <a:ea typeface="+mn-ea"/>
              <a:cs typeface="+mn-cs"/>
            </a:endParaRPr>
          </a:p>
        </p:txBody>
      </p:sp>
      <p:sp>
        <p:nvSpPr>
          <p:cNvPr id="32" name="Rectangle 31">
            <a:extLst>
              <a:ext uri="{FF2B5EF4-FFF2-40B4-BE49-F238E27FC236}">
                <a16:creationId xmlns:a16="http://schemas.microsoft.com/office/drawing/2014/main" id="{32374B00-168E-4991-ABA9-62180CEC6327}"/>
              </a:ext>
            </a:extLst>
          </p:cNvPr>
          <p:cNvSpPr/>
          <p:nvPr/>
        </p:nvSpPr>
        <p:spPr bwMode="gray">
          <a:xfrm>
            <a:off x="2650867" y="5268136"/>
            <a:ext cx="1841002" cy="741326"/>
          </a:xfrm>
          <a:prstGeom prst="rect">
            <a:avLst/>
          </a:prstGeom>
          <a:noFill/>
          <a:ln w="9525" algn="ctr">
            <a:solidFill>
              <a:schemeClr val="bg1">
                <a:lumMod val="65000"/>
              </a:schemeClr>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Calibri"/>
              <a:ea typeface="+mn-ea"/>
              <a:cs typeface="+mn-cs"/>
            </a:endParaRPr>
          </a:p>
        </p:txBody>
      </p:sp>
      <p:sp>
        <p:nvSpPr>
          <p:cNvPr id="33" name="Cross 32">
            <a:extLst>
              <a:ext uri="{FF2B5EF4-FFF2-40B4-BE49-F238E27FC236}">
                <a16:creationId xmlns:a16="http://schemas.microsoft.com/office/drawing/2014/main" id="{F6053227-BBE7-AF17-2807-F0E9E8C11720}"/>
              </a:ext>
            </a:extLst>
          </p:cNvPr>
          <p:cNvSpPr/>
          <p:nvPr/>
        </p:nvSpPr>
        <p:spPr bwMode="gray">
          <a:xfrm>
            <a:off x="2467606" y="5414250"/>
            <a:ext cx="258618" cy="275011"/>
          </a:xfrm>
          <a:prstGeom prst="plus">
            <a:avLst>
              <a:gd name="adj" fmla="val 35714"/>
            </a:avLst>
          </a:prstGeom>
          <a:solidFill>
            <a:srgbClr val="00ABAB"/>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Calibri"/>
              <a:ea typeface="+mn-ea"/>
              <a:cs typeface="+mn-cs"/>
            </a:endParaRPr>
          </a:p>
        </p:txBody>
      </p:sp>
      <p:sp>
        <p:nvSpPr>
          <p:cNvPr id="34" name="Rectangle 33">
            <a:extLst>
              <a:ext uri="{FF2B5EF4-FFF2-40B4-BE49-F238E27FC236}">
                <a16:creationId xmlns:a16="http://schemas.microsoft.com/office/drawing/2014/main" id="{7DE40F01-74A8-1DF7-266D-F18D19D3BEEE}"/>
              </a:ext>
            </a:extLst>
          </p:cNvPr>
          <p:cNvSpPr/>
          <p:nvPr/>
        </p:nvSpPr>
        <p:spPr bwMode="gray">
          <a:xfrm>
            <a:off x="4750986" y="5268136"/>
            <a:ext cx="892431" cy="741326"/>
          </a:xfrm>
          <a:prstGeom prst="rect">
            <a:avLst/>
          </a:prstGeom>
          <a:solidFill>
            <a:srgbClr val="0D8390"/>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50" b="1" i="0" u="none" strike="noStrike" kern="1200" cap="none" spc="0" normalizeH="0" baseline="0" noProof="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rPr>
              <a:t>Solutions Offering</a:t>
            </a:r>
          </a:p>
        </p:txBody>
      </p:sp>
      <p:sp>
        <p:nvSpPr>
          <p:cNvPr id="36" name="Equals 35">
            <a:extLst>
              <a:ext uri="{FF2B5EF4-FFF2-40B4-BE49-F238E27FC236}">
                <a16:creationId xmlns:a16="http://schemas.microsoft.com/office/drawing/2014/main" id="{43801E63-75B4-79E4-EF3B-E6E79BD026E8}"/>
              </a:ext>
            </a:extLst>
          </p:cNvPr>
          <p:cNvSpPr/>
          <p:nvPr/>
        </p:nvSpPr>
        <p:spPr bwMode="gray">
          <a:xfrm>
            <a:off x="4482335" y="5373844"/>
            <a:ext cx="287187" cy="355821"/>
          </a:xfrm>
          <a:prstGeom prst="mathEqual">
            <a:avLst/>
          </a:prstGeom>
          <a:solidFill>
            <a:srgbClr val="00ABAB"/>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Calibri"/>
              <a:ea typeface="+mn-ea"/>
              <a:cs typeface="+mn-cs"/>
            </a:endParaRPr>
          </a:p>
        </p:txBody>
      </p:sp>
      <p:cxnSp>
        <p:nvCxnSpPr>
          <p:cNvPr id="38" name="Straight Connector 37">
            <a:extLst>
              <a:ext uri="{FF2B5EF4-FFF2-40B4-BE49-F238E27FC236}">
                <a16:creationId xmlns:a16="http://schemas.microsoft.com/office/drawing/2014/main" id="{F3A2E5D0-28CA-DD66-E269-B85DB4D8ABA5}"/>
              </a:ext>
            </a:extLst>
          </p:cNvPr>
          <p:cNvCxnSpPr>
            <a:cxnSpLocks/>
          </p:cNvCxnSpPr>
          <p:nvPr/>
        </p:nvCxnSpPr>
        <p:spPr>
          <a:xfrm>
            <a:off x="5809673" y="5084394"/>
            <a:ext cx="0" cy="1122442"/>
          </a:xfrm>
          <a:prstGeom prst="line">
            <a:avLst/>
          </a:prstGeom>
          <a:ln>
            <a:solidFill>
              <a:srgbClr val="00ABAB"/>
            </a:solidFill>
            <a:prstDash val="dash"/>
          </a:ln>
        </p:spPr>
        <p:style>
          <a:lnRef idx="1">
            <a:schemeClr val="accent1"/>
          </a:lnRef>
          <a:fillRef idx="0">
            <a:schemeClr val="accent1"/>
          </a:fillRef>
          <a:effectRef idx="0">
            <a:schemeClr val="accent1"/>
          </a:effectRef>
          <a:fontRef idx="minor">
            <a:schemeClr val="tx1"/>
          </a:fontRef>
        </p:style>
      </p:cxnSp>
      <p:sp>
        <p:nvSpPr>
          <p:cNvPr id="40" name="Rectangle 39">
            <a:extLst>
              <a:ext uri="{FF2B5EF4-FFF2-40B4-BE49-F238E27FC236}">
                <a16:creationId xmlns:a16="http://schemas.microsoft.com/office/drawing/2014/main" id="{D0F43CF7-94AD-3EA0-8173-B3DC366268D9}"/>
              </a:ext>
            </a:extLst>
          </p:cNvPr>
          <p:cNvSpPr/>
          <p:nvPr/>
        </p:nvSpPr>
        <p:spPr bwMode="gray">
          <a:xfrm>
            <a:off x="6007219" y="5213162"/>
            <a:ext cx="5251908" cy="890038"/>
          </a:xfrm>
          <a:prstGeom prst="rect">
            <a:avLst/>
          </a:prstGeom>
          <a:solidFill>
            <a:schemeClr val="bg1">
              <a:lumMod val="85000"/>
            </a:schemeClr>
          </a:solidFill>
          <a:ln w="19050" algn="ctr">
            <a:noFill/>
            <a:miter lim="800000"/>
            <a:headEnd/>
            <a:tailEnd/>
          </a:ln>
        </p:spPr>
        <p:txBody>
          <a:bodyPr wrap="square" lIns="88900" tIns="88900" rIns="88900" bIns="88900" rtlCol="0" anchor="t"/>
          <a:lstStyle/>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100" b="0" i="0" u="none" strike="noStrike" kern="1200" cap="none" spc="0" normalizeH="0" baseline="0" noProof="0">
                <a:ln>
                  <a:noFill/>
                </a:ln>
                <a:solidFill>
                  <a:sysClr val="windowText" lastClr="000000"/>
                </a:solidFill>
                <a:effectLst/>
                <a:uLnTx/>
                <a:uFillTx/>
                <a:latin typeface="Open Sans" panose="020B0606030504020204" pitchFamily="34" charset="0"/>
                <a:ea typeface="Open Sans" panose="020B0606030504020204" pitchFamily="34" charset="0"/>
                <a:cs typeface="Open Sans" panose="020B0606030504020204" pitchFamily="34" charset="0"/>
              </a:rPr>
              <a:t>Our </a:t>
            </a:r>
            <a:r>
              <a:rPr kumimoji="0" lang="en-US" sz="1100" b="1" i="0" u="none" strike="noStrike" kern="1200" cap="none" spc="0" normalizeH="0" baseline="0" noProof="0">
                <a:ln>
                  <a:noFill/>
                </a:ln>
                <a:solidFill>
                  <a:sysClr val="windowText" lastClr="000000"/>
                </a:solidFill>
                <a:effectLst/>
                <a:uLnTx/>
                <a:uFillTx/>
                <a:latin typeface="Open Sans" panose="020B0606030504020204" pitchFamily="34" charset="0"/>
                <a:ea typeface="Open Sans" panose="020B0606030504020204" pitchFamily="34" charset="0"/>
                <a:cs typeface="Open Sans" panose="020B0606030504020204" pitchFamily="34" charset="0"/>
              </a:rPr>
              <a:t>primary focus on WHAT WE SELL will be oriented to Solution Offerings </a:t>
            </a:r>
            <a:r>
              <a:rPr kumimoji="0" lang="en-US" sz="1100" b="0" i="0" u="none" strike="noStrike" kern="1200" cap="none" spc="0" normalizeH="0" baseline="0" noProof="0">
                <a:ln>
                  <a:noFill/>
                </a:ln>
                <a:solidFill>
                  <a:sysClr val="windowText" lastClr="000000"/>
                </a:solidFill>
                <a:effectLst/>
                <a:uLnTx/>
                <a:uFillTx/>
                <a:latin typeface="Open Sans" panose="020B0606030504020204" pitchFamily="34" charset="0"/>
                <a:ea typeface="Open Sans" panose="020B0606030504020204" pitchFamily="34" charset="0"/>
                <a:cs typeface="Open Sans" panose="020B0606030504020204" pitchFamily="34" charset="0"/>
              </a:rPr>
              <a:t>– the </a:t>
            </a:r>
            <a:r>
              <a:rPr kumimoji="0" lang="en-US" sz="1100" b="1" i="0" u="none" strike="noStrike" kern="1200" cap="none" spc="0" normalizeH="0" baseline="0" noProof="0">
                <a:ln>
                  <a:noFill/>
                </a:ln>
                <a:solidFill>
                  <a:sysClr val="windowText" lastClr="000000"/>
                </a:solidFill>
                <a:effectLst/>
                <a:uLnTx/>
                <a:uFillTx/>
                <a:latin typeface="Open Sans" panose="020B0606030504020204" pitchFamily="34" charset="0"/>
                <a:ea typeface="Open Sans" panose="020B0606030504020204" pitchFamily="34" charset="0"/>
                <a:cs typeface="Open Sans" panose="020B0606030504020204" pitchFamily="34" charset="0"/>
              </a:rPr>
              <a:t>bringing together of our Advise, Implement, Operate services </a:t>
            </a:r>
            <a:r>
              <a:rPr kumimoji="0" lang="en-US" sz="1100" b="0" i="0" u="none" strike="noStrike" kern="1200" cap="none" spc="0" normalizeH="0" baseline="0" noProof="0">
                <a:ln>
                  <a:noFill/>
                </a:ln>
                <a:solidFill>
                  <a:sysClr val="windowText" lastClr="000000"/>
                </a:solidFill>
                <a:effectLst/>
                <a:uLnTx/>
                <a:uFillTx/>
                <a:latin typeface="Open Sans" panose="020B0606030504020204" pitchFamily="34" charset="0"/>
                <a:ea typeface="Open Sans" panose="020B0606030504020204" pitchFamily="34" charset="0"/>
                <a:cs typeface="Open Sans" panose="020B0606030504020204" pitchFamily="34" charset="0"/>
              </a:rPr>
              <a:t>alongside our </a:t>
            </a:r>
            <a:r>
              <a:rPr kumimoji="0" lang="en-US" sz="1100" b="1" i="0" u="none" strike="noStrike" kern="1200" cap="none" spc="0" normalizeH="0" baseline="0" noProof="0">
                <a:ln>
                  <a:noFill/>
                </a:ln>
                <a:solidFill>
                  <a:sysClr val="windowText" lastClr="000000"/>
                </a:solidFill>
                <a:effectLst/>
                <a:uLnTx/>
                <a:uFillTx/>
                <a:latin typeface="Open Sans" panose="020B0606030504020204" pitchFamily="34" charset="0"/>
                <a:ea typeface="Open Sans" panose="020B0606030504020204" pitchFamily="34" charset="0"/>
                <a:cs typeface="Open Sans" panose="020B0606030504020204" pitchFamily="34" charset="0"/>
              </a:rPr>
              <a:t>proprietary </a:t>
            </a:r>
            <a:r>
              <a:rPr kumimoji="0" lang="en-US" sz="1100" b="1" i="0" u="none" strike="noStrike" kern="1200" cap="none" spc="0" normalizeH="0" baseline="0" noProof="0">
                <a:ln>
                  <a:noFill/>
                </a:ln>
                <a:solidFill>
                  <a:srgbClr val="0D8390"/>
                </a:solidFill>
                <a:effectLst/>
                <a:uLnTx/>
                <a:uFillTx/>
                <a:latin typeface="Open Sans" panose="020B0606030504020204" pitchFamily="34" charset="0"/>
                <a:ea typeface="Open Sans" panose="020B0606030504020204" pitchFamily="34" charset="0"/>
                <a:cs typeface="Open Sans" panose="020B0606030504020204" pitchFamily="34" charset="0"/>
              </a:rPr>
              <a:t>Deloitte AI </a:t>
            </a:r>
            <a:r>
              <a:rPr kumimoji="0" lang="en-US" sz="1100" b="1" i="0" u="none" strike="noStrike" kern="1200" cap="none" spc="0" normalizeH="0" baseline="0" noProof="0">
                <a:ln>
                  <a:noFill/>
                </a:ln>
                <a:solidFill>
                  <a:sysClr val="windowText" lastClr="000000"/>
                </a:solidFill>
                <a:effectLst/>
                <a:uLnTx/>
                <a:uFillTx/>
                <a:latin typeface="Open Sans" panose="020B0606030504020204" pitchFamily="34" charset="0"/>
                <a:ea typeface="Open Sans" panose="020B0606030504020204" pitchFamily="34" charset="0"/>
                <a:cs typeface="Open Sans" panose="020B0606030504020204" pitchFamily="34" charset="0"/>
              </a:rPr>
              <a:t>products &amp; solutions </a:t>
            </a:r>
            <a:r>
              <a:rPr kumimoji="0" lang="en-US" sz="1100" b="0" i="0" u="none" strike="noStrike" kern="1200" cap="none" spc="0" normalizeH="0" baseline="0" noProof="0">
                <a:ln>
                  <a:noFill/>
                </a:ln>
                <a:solidFill>
                  <a:sysClr val="windowText" lastClr="000000"/>
                </a:solidFill>
                <a:effectLst/>
                <a:uLnTx/>
                <a:uFillTx/>
                <a:latin typeface="Open Sans" panose="020B0606030504020204" pitchFamily="34" charset="0"/>
                <a:ea typeface="Open Sans" panose="020B0606030504020204" pitchFamily="34" charset="0"/>
                <a:cs typeface="Open Sans" panose="020B0606030504020204" pitchFamily="34" charset="0"/>
              </a:rPr>
              <a:t>(or, 3</a:t>
            </a:r>
            <a:r>
              <a:rPr kumimoji="0" lang="en-US" sz="1100" b="0" i="0" u="none" strike="noStrike" kern="1200" cap="none" spc="0" normalizeH="0" baseline="30000" noProof="0">
                <a:ln>
                  <a:noFill/>
                </a:ln>
                <a:solidFill>
                  <a:sysClr val="windowText" lastClr="000000"/>
                </a:solidFill>
                <a:effectLst/>
                <a:uLnTx/>
                <a:uFillTx/>
                <a:latin typeface="Open Sans" panose="020B0606030504020204" pitchFamily="34" charset="0"/>
                <a:ea typeface="Open Sans" panose="020B0606030504020204" pitchFamily="34" charset="0"/>
                <a:cs typeface="Open Sans" panose="020B0606030504020204" pitchFamily="34" charset="0"/>
              </a:rPr>
              <a:t>rd</a:t>
            </a:r>
            <a:r>
              <a:rPr kumimoji="0" lang="en-US" sz="1100" b="0" i="0" u="none" strike="noStrike" kern="1200" cap="none" spc="0" normalizeH="0" baseline="0" noProof="0">
                <a:ln>
                  <a:noFill/>
                </a:ln>
                <a:solidFill>
                  <a:sysClr val="windowText" lastClr="000000"/>
                </a:solidFill>
                <a:effectLst/>
                <a:uLnTx/>
                <a:uFillTx/>
                <a:latin typeface="Open Sans" panose="020B0606030504020204" pitchFamily="34" charset="0"/>
                <a:ea typeface="Open Sans" panose="020B0606030504020204" pitchFamily="34" charset="0"/>
                <a:cs typeface="Open Sans" panose="020B0606030504020204" pitchFamily="34" charset="0"/>
              </a:rPr>
              <a:t> party vendors dependent upon client needs and preferences). </a:t>
            </a:r>
          </a:p>
        </p:txBody>
      </p:sp>
      <p:sp>
        <p:nvSpPr>
          <p:cNvPr id="5" name="Rectangle 4">
            <a:extLst>
              <a:ext uri="{FF2B5EF4-FFF2-40B4-BE49-F238E27FC236}">
                <a16:creationId xmlns:a16="http://schemas.microsoft.com/office/drawing/2014/main" id="{0E8D95C8-86ED-74EA-0DF6-1DEA4F54304F}"/>
              </a:ext>
            </a:extLst>
          </p:cNvPr>
          <p:cNvSpPr/>
          <p:nvPr/>
        </p:nvSpPr>
        <p:spPr bwMode="gray">
          <a:xfrm>
            <a:off x="437920" y="1942011"/>
            <a:ext cx="5339410" cy="2658174"/>
          </a:xfrm>
          <a:prstGeom prst="rect">
            <a:avLst/>
          </a:prstGeom>
          <a:noFill/>
          <a:ln w="19050" algn="ctr">
            <a:solidFill>
              <a:srgbClr val="92D050"/>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7" name="Rectangle 6">
            <a:extLst>
              <a:ext uri="{FF2B5EF4-FFF2-40B4-BE49-F238E27FC236}">
                <a16:creationId xmlns:a16="http://schemas.microsoft.com/office/drawing/2014/main" id="{B5D741E1-BD3B-0034-D6D0-E911BCA2D403}"/>
              </a:ext>
            </a:extLst>
          </p:cNvPr>
          <p:cNvSpPr/>
          <p:nvPr/>
        </p:nvSpPr>
        <p:spPr bwMode="gray">
          <a:xfrm>
            <a:off x="2003184" y="1873705"/>
            <a:ext cx="2348253" cy="150617"/>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100" b="1" i="1">
                <a:solidFill>
                  <a:srgbClr val="92D050"/>
                </a:solidFill>
              </a:rPr>
              <a:t>Primary focus area as we accelerate</a:t>
            </a:r>
          </a:p>
        </p:txBody>
      </p:sp>
    </p:spTree>
    <p:extLst>
      <p:ext uri="{BB962C8B-B14F-4D97-AF65-F5344CB8AC3E}">
        <p14:creationId xmlns:p14="http://schemas.microsoft.com/office/powerpoint/2010/main" val="10286123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6E57D3A-1134-F45E-90A8-B67C712B1219}"/>
              </a:ext>
            </a:extLst>
          </p:cNvPr>
          <p:cNvSpPr>
            <a:spLocks noGrp="1"/>
          </p:cNvSpPr>
          <p:nvPr>
            <p:ph type="body" sz="quarter" idx="22"/>
          </p:nvPr>
        </p:nvSpPr>
        <p:spPr>
          <a:xfrm>
            <a:off x="463295" y="849559"/>
            <a:ext cx="11277600" cy="757255"/>
          </a:xfrm>
        </p:spPr>
        <p:txBody>
          <a:bodyPr/>
          <a:lstStyle/>
          <a:p>
            <a:r>
              <a:rPr lang="en-US" sz="1600"/>
              <a:t>Transform the way the enterprise engages in capital budgeting and financial reporting by offering generative AI-powered solutions to accelerate planning and development processes</a:t>
            </a:r>
            <a:endParaRPr lang="en-US"/>
          </a:p>
        </p:txBody>
      </p:sp>
      <p:sp>
        <p:nvSpPr>
          <p:cNvPr id="3" name="Title 2">
            <a:extLst>
              <a:ext uri="{FF2B5EF4-FFF2-40B4-BE49-F238E27FC236}">
                <a16:creationId xmlns:a16="http://schemas.microsoft.com/office/drawing/2014/main" id="{773DC583-6E04-2E06-708B-1BFE64677C4A}"/>
              </a:ext>
            </a:extLst>
          </p:cNvPr>
          <p:cNvSpPr>
            <a:spLocks noGrp="1"/>
          </p:cNvSpPr>
          <p:nvPr>
            <p:ph type="title"/>
          </p:nvPr>
        </p:nvSpPr>
        <p:spPr>
          <a:xfrm>
            <a:off x="463295" y="506199"/>
            <a:ext cx="11277600" cy="334099"/>
          </a:xfrm>
        </p:spPr>
        <p:txBody>
          <a:bodyPr/>
          <a:lstStyle/>
          <a:p>
            <a:r>
              <a:rPr lang="en-US"/>
              <a:t>Corporate Finance – Generative AI Improvement Opportunity Examples</a:t>
            </a:r>
          </a:p>
        </p:txBody>
      </p:sp>
      <p:sp>
        <p:nvSpPr>
          <p:cNvPr id="4" name="Isosceles Triangle 3">
            <a:extLst>
              <a:ext uri="{FF2B5EF4-FFF2-40B4-BE49-F238E27FC236}">
                <a16:creationId xmlns:a16="http://schemas.microsoft.com/office/drawing/2014/main" id="{70DBA1CA-5CF1-D21D-316C-9083D3AA6D8C}"/>
              </a:ext>
            </a:extLst>
          </p:cNvPr>
          <p:cNvSpPr/>
          <p:nvPr/>
        </p:nvSpPr>
        <p:spPr bwMode="gray">
          <a:xfrm rot="10800000">
            <a:off x="7033503" y="5206554"/>
            <a:ext cx="1204507" cy="1651446"/>
          </a:xfrm>
          <a:prstGeom prst="triangle">
            <a:avLst>
              <a:gd name="adj" fmla="val 100000"/>
            </a:avLst>
          </a:prstGeom>
          <a:solidFill>
            <a:schemeClr val="bg1">
              <a:lumMod val="95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Open Sans"/>
              <a:ea typeface="+mn-ea"/>
              <a:cs typeface="+mn-cs"/>
            </a:endParaRPr>
          </a:p>
        </p:txBody>
      </p:sp>
      <p:graphicFrame>
        <p:nvGraphicFramePr>
          <p:cNvPr id="7" name="Table 6">
            <a:extLst>
              <a:ext uri="{FF2B5EF4-FFF2-40B4-BE49-F238E27FC236}">
                <a16:creationId xmlns:a16="http://schemas.microsoft.com/office/drawing/2014/main" id="{5DF423E3-1A03-95EF-CCF2-C0354BFCE3CA}"/>
              </a:ext>
            </a:extLst>
          </p:cNvPr>
          <p:cNvGraphicFramePr>
            <a:graphicFrameLocks noGrp="1"/>
          </p:cNvGraphicFramePr>
          <p:nvPr/>
        </p:nvGraphicFramePr>
        <p:xfrm>
          <a:off x="434116" y="1399846"/>
          <a:ext cx="6748341" cy="5257379"/>
        </p:xfrm>
        <a:graphic>
          <a:graphicData uri="http://schemas.openxmlformats.org/drawingml/2006/table">
            <a:tbl>
              <a:tblPr firstRow="1" bandRow="1">
                <a:tableStyleId>{5C22544A-7EE6-4342-B048-85BDC9FD1C3A}</a:tableStyleId>
              </a:tblPr>
              <a:tblGrid>
                <a:gridCol w="1222353">
                  <a:extLst>
                    <a:ext uri="{9D8B030D-6E8A-4147-A177-3AD203B41FA5}">
                      <a16:colId xmlns:a16="http://schemas.microsoft.com/office/drawing/2014/main" val="2590906525"/>
                    </a:ext>
                  </a:extLst>
                </a:gridCol>
                <a:gridCol w="1732843">
                  <a:extLst>
                    <a:ext uri="{9D8B030D-6E8A-4147-A177-3AD203B41FA5}">
                      <a16:colId xmlns:a16="http://schemas.microsoft.com/office/drawing/2014/main" val="3232741869"/>
                    </a:ext>
                  </a:extLst>
                </a:gridCol>
                <a:gridCol w="2114787">
                  <a:extLst>
                    <a:ext uri="{9D8B030D-6E8A-4147-A177-3AD203B41FA5}">
                      <a16:colId xmlns:a16="http://schemas.microsoft.com/office/drawing/2014/main" val="2860503846"/>
                    </a:ext>
                  </a:extLst>
                </a:gridCol>
                <a:gridCol w="1678358">
                  <a:extLst>
                    <a:ext uri="{9D8B030D-6E8A-4147-A177-3AD203B41FA5}">
                      <a16:colId xmlns:a16="http://schemas.microsoft.com/office/drawing/2014/main" val="93509776"/>
                    </a:ext>
                  </a:extLst>
                </a:gridCol>
              </a:tblGrid>
              <a:tr h="48579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a:ln>
                            <a:noFill/>
                          </a:ln>
                          <a:solidFill>
                            <a:schemeClr val="bg1"/>
                          </a:solidFill>
                          <a:effectLst/>
                          <a:uLnTx/>
                          <a:uFillTx/>
                          <a:latin typeface="+mn-lt"/>
                          <a:ea typeface="+mn-ea"/>
                          <a:cs typeface="+mn-cs"/>
                        </a:rPr>
                        <a:t>Opportunity</a:t>
                      </a:r>
                    </a:p>
                  </a:txBody>
                  <a:tcPr marT="0" marB="0" anchor="ctr">
                    <a:lnL w="12700" cmpd="sng">
                      <a:noFill/>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solidFill>
                      <a:srgbClr val="0A626C"/>
                    </a:solidFill>
                  </a:tcPr>
                </a:tc>
                <a:tc>
                  <a:txBody>
                    <a:bodyPr/>
                    <a:lstStyle/>
                    <a:p>
                      <a:pPr marL="0" indent="0" algn="ctr" defTabSz="1219170" rtl="0" eaLnBrk="1" latinLnBrk="0" hangingPunct="1">
                        <a:lnSpc>
                          <a:spcPct val="110000"/>
                        </a:lnSpc>
                        <a:spcBef>
                          <a:spcPts val="300"/>
                        </a:spcBef>
                        <a:spcAft>
                          <a:spcPts val="400"/>
                        </a:spcAft>
                        <a:buFont typeface="Arial" panose="020B0604020202020204" pitchFamily="34" charset="0"/>
                        <a:buNone/>
                      </a:pPr>
                      <a:r>
                        <a:rPr lang="en-US" sz="1200" b="1" kern="1200">
                          <a:solidFill>
                            <a:schemeClr val="bg1"/>
                          </a:solidFill>
                          <a:latin typeface="+mn-lt"/>
                          <a:ea typeface="+mn-ea"/>
                          <a:cs typeface="+mn-cs"/>
                        </a:rPr>
                        <a:t>Current State Leading Practices</a:t>
                      </a:r>
                    </a:p>
                  </a:txBody>
                  <a:tcPr marL="45720" marR="45720" anchor="ctr">
                    <a:lnL w="6350" cap="flat" cmpd="sng" algn="ctr">
                      <a:noFill/>
                      <a:prstDash val="solid"/>
                      <a:round/>
                      <a:headEnd type="none" w="med" len="med"/>
                      <a:tailEnd type="none" w="med" len="med"/>
                    </a:lnL>
                    <a:lnR w="6350" cap="flat" cmpd="sng" algn="ctr">
                      <a:noFill/>
                      <a:prstDash val="sysDot"/>
                      <a:round/>
                      <a:headEnd type="none" w="med" len="med"/>
                      <a:tailEnd type="none" w="med" len="med"/>
                    </a:lnR>
                    <a:lnT w="6350" cap="flat" cmpd="sng" algn="ctr">
                      <a:noFill/>
                      <a:prstDash val="solid"/>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solidFill>
                      <a:srgbClr val="0A626C"/>
                    </a:solidFill>
                  </a:tcPr>
                </a:tc>
                <a:tc>
                  <a:txBody>
                    <a:bodyPr/>
                    <a:lstStyle/>
                    <a:p>
                      <a:pPr marL="0" indent="0" algn="ctr" defTabSz="1219170" rtl="0" eaLnBrk="1" latinLnBrk="0" hangingPunct="1">
                        <a:lnSpc>
                          <a:spcPct val="110000"/>
                        </a:lnSpc>
                        <a:spcBef>
                          <a:spcPts val="300"/>
                        </a:spcBef>
                        <a:spcAft>
                          <a:spcPts val="400"/>
                        </a:spcAft>
                        <a:buFont typeface="Arial" panose="020B0604020202020204" pitchFamily="34" charset="0"/>
                        <a:buNone/>
                      </a:pPr>
                      <a:r>
                        <a:rPr lang="en-US" sz="1200" b="1" kern="1200">
                          <a:solidFill>
                            <a:schemeClr val="bg1"/>
                          </a:solidFill>
                          <a:latin typeface="+mn-lt"/>
                          <a:ea typeface="+mn-ea"/>
                          <a:cs typeface="+mn-cs"/>
                        </a:rPr>
                        <a:t>Generative AI Solution</a:t>
                      </a:r>
                    </a:p>
                  </a:txBody>
                  <a:tcPr marL="45720" marR="45720" anchor="ctr">
                    <a:lnL w="6350" cap="flat" cmpd="sng" algn="ctr">
                      <a:noFill/>
                      <a:prstDash val="solid"/>
                      <a:round/>
                      <a:headEnd type="none" w="med" len="med"/>
                      <a:tailEnd type="none" w="med" len="med"/>
                    </a:lnL>
                    <a:lnR w="6350" cap="flat" cmpd="sng" algn="ctr">
                      <a:noFill/>
                      <a:prstDash val="sysDot"/>
                      <a:round/>
                      <a:headEnd type="none" w="med" len="med"/>
                      <a:tailEnd type="none" w="med" len="med"/>
                    </a:lnR>
                    <a:lnT w="6350" cap="flat" cmpd="sng" algn="ctr">
                      <a:noFill/>
                      <a:prstDash val="solid"/>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solidFill>
                      <a:srgbClr val="0A626C"/>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chemeClr val="bg1"/>
                          </a:solidFill>
                          <a:effectLst/>
                          <a:uLnTx/>
                          <a:uFillTx/>
                          <a:latin typeface="+mn-lt"/>
                          <a:ea typeface="+mn-ea"/>
                          <a:cs typeface="+mn-cs"/>
                        </a:rPr>
                        <a:t>Marginal Benefits with Gen.</a:t>
                      </a:r>
                    </a:p>
                  </a:txBody>
                  <a:tcPr marL="45720" marR="45720" anchor="ctr">
                    <a:lnL w="6350" cap="flat" cmpd="sng" algn="ctr">
                      <a:noFill/>
                      <a:prstDash val="sysDot"/>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solidFill>
                      <a:srgbClr val="0A626C"/>
                    </a:solidFill>
                  </a:tcPr>
                </a:tc>
                <a:extLst>
                  <a:ext uri="{0D108BD9-81ED-4DB2-BD59-A6C34878D82A}">
                    <a16:rowId xmlns:a16="http://schemas.microsoft.com/office/drawing/2014/main" val="309017078"/>
                  </a:ext>
                </a:extLst>
              </a:tr>
              <a:tr h="1589882">
                <a:tc>
                  <a:txBody>
                    <a:bodyPr/>
                    <a:lstStyle/>
                    <a:p>
                      <a:pPr marL="228600" marR="0" lvl="0" indent="-228600" algn="l" defTabSz="1219170" rtl="0" eaLnBrk="1" fontAlgn="auto" latinLnBrk="0" hangingPunct="1">
                        <a:lnSpc>
                          <a:spcPct val="100000"/>
                        </a:lnSpc>
                        <a:spcBef>
                          <a:spcPts val="300"/>
                        </a:spcBef>
                        <a:spcAft>
                          <a:spcPts val="0"/>
                        </a:spcAft>
                        <a:buClrTx/>
                        <a:buSzTx/>
                        <a:buFont typeface="+mj-lt"/>
                        <a:buAutoNum type="alphaLcParenR"/>
                        <a:tabLst/>
                        <a:defRPr/>
                      </a:pPr>
                      <a:r>
                        <a:rPr lang="en-US" sz="1050" b="1" kern="1200">
                          <a:solidFill>
                            <a:schemeClr val="tx1"/>
                          </a:solidFill>
                          <a:latin typeface="+mn-lt"/>
                          <a:ea typeface="+mn-ea"/>
                          <a:cs typeface="+mn-cs"/>
                        </a:rPr>
                        <a:t>Budget &amp; Investment Planning</a:t>
                      </a:r>
                    </a:p>
                  </a:txBody>
                  <a:tcPr marT="73152" marB="73152" anchor="ctr">
                    <a:lnL w="12700" cmpd="sng">
                      <a:noFill/>
                    </a:lnL>
                    <a:lnR w="6350" cap="flat" cmpd="sng" algn="ctr">
                      <a:noFill/>
                      <a:prstDash val="solid"/>
                      <a:round/>
                      <a:headEnd type="none" w="med" len="med"/>
                      <a:tailEnd type="none" w="med" len="med"/>
                    </a:lnR>
                    <a:lnT w="6350" cap="flat" cmpd="sng" algn="ctr">
                      <a:noFill/>
                      <a:prstDash val="sysDot"/>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pPr marL="169863" marR="0" lvl="0" indent="-169863"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chemeClr val="tx1"/>
                          </a:solidFill>
                          <a:effectLst/>
                          <a:uLnTx/>
                          <a:uFillTx/>
                          <a:latin typeface="+mn-lt"/>
                          <a:ea typeface="+mn-ea"/>
                          <a:cs typeface="+mn-cs"/>
                        </a:rPr>
                        <a:t>Manually review compiled budgets &amp; forecasts</a:t>
                      </a:r>
                    </a:p>
                    <a:p>
                      <a:pPr marL="169863" marR="0" lvl="0" indent="-169863"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chemeClr val="tx1"/>
                          </a:solidFill>
                          <a:effectLst/>
                          <a:uLnTx/>
                          <a:uFillTx/>
                          <a:latin typeface="+mn-lt"/>
                          <a:ea typeface="+mn-ea"/>
                          <a:cs typeface="+mn-cs"/>
                        </a:rPr>
                        <a:t>Compile feedback across different verticals and summarize</a:t>
                      </a:r>
                    </a:p>
                    <a:p>
                      <a:pPr marL="169863" marR="0" lvl="0" indent="-169863"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chemeClr val="tx1"/>
                          </a:solidFill>
                          <a:effectLst/>
                          <a:uLnTx/>
                          <a:uFillTx/>
                          <a:latin typeface="+mn-lt"/>
                          <a:ea typeface="+mn-ea"/>
                          <a:cs typeface="+mn-cs"/>
                        </a:rPr>
                        <a:t>Modify plan based on feedback</a:t>
                      </a:r>
                    </a:p>
                  </a:txBody>
                  <a:tcPr anchor="ctr">
                    <a:lnL w="6350" cap="flat" cmpd="sng" algn="ctr">
                      <a:noFill/>
                      <a:prstDash val="solid"/>
                      <a:round/>
                      <a:headEnd type="none" w="med" len="med"/>
                      <a:tailEnd type="none" w="med" len="med"/>
                    </a:lnL>
                    <a:lnR w="6350" cap="flat" cmpd="sng" algn="ctr">
                      <a:noFill/>
                      <a:prstDash val="sysDot"/>
                      <a:round/>
                      <a:headEnd type="none" w="med" len="med"/>
                      <a:tailEnd type="none" w="med" len="med"/>
                    </a:lnR>
                    <a:lnT w="6350" cap="flat" cmpd="sng" algn="ctr">
                      <a:noFill/>
                      <a:prstDash val="sysDot"/>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69863" marR="0" lvl="0" indent="-169863"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chemeClr val="tx1"/>
                          </a:solidFill>
                          <a:effectLst/>
                          <a:uLnTx/>
                          <a:uFillTx/>
                          <a:latin typeface="+mn-lt"/>
                          <a:ea typeface="+mn-ea"/>
                          <a:cs typeface="+mn-cs"/>
                        </a:rPr>
                        <a:t>Generate budget documentation and revision materials based on previous successful budgets</a:t>
                      </a:r>
                    </a:p>
                    <a:p>
                      <a:pPr marL="169863" marR="0" lvl="0" indent="-169863"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chemeClr val="tx1"/>
                          </a:solidFill>
                          <a:effectLst/>
                          <a:uLnTx/>
                          <a:uFillTx/>
                          <a:latin typeface="+mn-lt"/>
                          <a:ea typeface="+mn-ea"/>
                          <a:cs typeface="+mn-cs"/>
                        </a:rPr>
                        <a:t>Finetune budget planning documentation with specific requests via text prompts automating the process with human oversight</a:t>
                      </a:r>
                    </a:p>
                  </a:txBody>
                  <a:tcPr anchor="ctr">
                    <a:lnL w="6350" cap="flat" cmpd="sng" algn="ctr">
                      <a:noFill/>
                      <a:prstDash val="solid"/>
                      <a:round/>
                      <a:headEnd type="none" w="med" len="med"/>
                      <a:tailEnd type="none" w="med" len="med"/>
                    </a:lnL>
                    <a:lnR w="6350" cap="flat" cmpd="sng" algn="ctr">
                      <a:noFill/>
                      <a:prstDash val="sysDot"/>
                      <a:round/>
                      <a:headEnd type="none" w="med" len="med"/>
                      <a:tailEnd type="none" w="med" len="med"/>
                    </a:lnR>
                    <a:lnT w="6350" cap="flat" cmpd="sng" algn="ctr">
                      <a:noFill/>
                      <a:prstDash val="sysDot"/>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914400" rtl="0" eaLnBrk="1" fontAlgn="auto" latinLnBrk="0" hangingPunct="1">
                        <a:lnSpc>
                          <a:spcPct val="110000"/>
                        </a:lnSpc>
                        <a:spcBef>
                          <a:spcPts val="0"/>
                        </a:spcBef>
                        <a:spcAft>
                          <a:spcPts val="0"/>
                        </a:spcAft>
                        <a:buClrTx/>
                        <a:buSzTx/>
                        <a:buFont typeface="Wingdings" panose="05000000000000000000" pitchFamily="2" charset="2"/>
                        <a:buChar char="ü"/>
                        <a:tabLst/>
                        <a:defRPr/>
                      </a:pPr>
                      <a:r>
                        <a:rPr kumimoji="0" lang="en-US" sz="1000" b="0" i="0" u="none" strike="noStrike" kern="1200" cap="none" spc="0" normalizeH="0" baseline="0" noProof="0">
                          <a:ln>
                            <a:noFill/>
                          </a:ln>
                          <a:solidFill>
                            <a:schemeClr val="tx1"/>
                          </a:solidFill>
                          <a:effectLst/>
                          <a:uLnTx/>
                          <a:uFillTx/>
                          <a:latin typeface="+mn-lt"/>
                          <a:ea typeface="+mn-ea"/>
                          <a:cs typeface="+mn-cs"/>
                        </a:rPr>
                        <a:t>Prompt based document revisions for specific budgeting requirements</a:t>
                      </a:r>
                    </a:p>
                    <a:p>
                      <a:pPr marL="171450" marR="0" lvl="0" indent="-171450" algn="l" defTabSz="914400" rtl="0" eaLnBrk="1" fontAlgn="auto" latinLnBrk="0" hangingPunct="1">
                        <a:lnSpc>
                          <a:spcPct val="110000"/>
                        </a:lnSpc>
                        <a:spcBef>
                          <a:spcPts val="0"/>
                        </a:spcBef>
                        <a:spcAft>
                          <a:spcPts val="0"/>
                        </a:spcAft>
                        <a:buClrTx/>
                        <a:buSzTx/>
                        <a:buFont typeface="Wingdings" panose="05000000000000000000" pitchFamily="2" charset="2"/>
                        <a:buChar char="ü"/>
                        <a:tabLst/>
                        <a:defRPr/>
                      </a:pPr>
                      <a:r>
                        <a:rPr kumimoji="0" lang="en-US" sz="1000" b="0" i="0" u="none" strike="noStrike" kern="1200" cap="none" spc="0" normalizeH="0" baseline="0" noProof="0">
                          <a:ln>
                            <a:noFill/>
                          </a:ln>
                          <a:solidFill>
                            <a:schemeClr val="tx1"/>
                          </a:solidFill>
                          <a:effectLst/>
                          <a:uLnTx/>
                          <a:uFillTx/>
                          <a:latin typeface="+mn-lt"/>
                          <a:ea typeface="+mn-ea"/>
                          <a:cs typeface="+mn-cs"/>
                        </a:rPr>
                        <a:t>Decrease time spent drafting overhead documentation for leadership review</a:t>
                      </a:r>
                    </a:p>
                  </a:txBody>
                  <a:tcPr anchor="ctr">
                    <a:lnL w="6350" cap="flat" cmpd="sng" algn="ctr">
                      <a:noFill/>
                      <a:prstDash val="sysDot"/>
                      <a:round/>
                      <a:headEnd type="none" w="med" len="med"/>
                      <a:tailEnd type="none" w="med" len="med"/>
                    </a:lnL>
                    <a:lnR w="6350" cap="flat" cmpd="sng" algn="ctr">
                      <a:noFill/>
                      <a:prstDash val="solid"/>
                      <a:round/>
                      <a:headEnd type="none" w="med" len="med"/>
                      <a:tailEnd type="none" w="med" len="med"/>
                    </a:lnR>
                    <a:lnT w="6350" cap="flat" cmpd="sng" algn="ctr">
                      <a:noFill/>
                      <a:prstDash val="sysDot"/>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900119691"/>
                  </a:ext>
                </a:extLst>
              </a:tr>
              <a:tr h="1565309">
                <a:tc>
                  <a:txBody>
                    <a:bodyPr/>
                    <a:lstStyle/>
                    <a:p>
                      <a:pPr marL="228600" marR="0" indent="-228600" algn="l" defTabSz="1219170" rtl="0" eaLnBrk="1" fontAlgn="auto" latinLnBrk="0" hangingPunct="1">
                        <a:lnSpc>
                          <a:spcPct val="100000"/>
                        </a:lnSpc>
                        <a:spcBef>
                          <a:spcPts val="300"/>
                        </a:spcBef>
                        <a:spcAft>
                          <a:spcPts val="0"/>
                        </a:spcAft>
                        <a:buClrTx/>
                        <a:buSzTx/>
                        <a:buFont typeface="+mj-lt"/>
                        <a:buAutoNum type="alphaLcParenR" startAt="2"/>
                        <a:tabLst/>
                        <a:defRPr/>
                      </a:pPr>
                      <a:r>
                        <a:rPr lang="en-US" sz="1050" b="1" kern="1200">
                          <a:solidFill>
                            <a:schemeClr val="tx1"/>
                          </a:solidFill>
                          <a:latin typeface="+mn-lt"/>
                          <a:ea typeface="+mn-ea"/>
                          <a:cs typeface="+mn-cs"/>
                        </a:rPr>
                        <a:t>Month End Reporting </a:t>
                      </a:r>
                    </a:p>
                  </a:txBody>
                  <a:tcPr marT="73152" marB="73152" anchor="ctr">
                    <a:lnL w="12700" cmpd="sng">
                      <a:noFill/>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pPr marL="171450" marR="0" lvl="0" indent="-171450"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chemeClr val="tx1"/>
                          </a:solidFill>
                          <a:effectLst/>
                          <a:uLnTx/>
                          <a:uFillTx/>
                          <a:latin typeface="+mn-lt"/>
                          <a:ea typeface="+mn-ea"/>
                          <a:cs typeface="+mn-cs"/>
                        </a:rPr>
                        <a:t>Account level activity is manually reviewed to understand variance drivers and generate relevant commentary</a:t>
                      </a:r>
                    </a:p>
                    <a:p>
                      <a:pPr marL="171450" marR="0" lvl="0" indent="-171450"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chemeClr val="tx1"/>
                          </a:solidFill>
                          <a:effectLst/>
                          <a:uLnTx/>
                          <a:uFillTx/>
                          <a:latin typeface="+mn-lt"/>
                          <a:ea typeface="+mn-ea"/>
                          <a:cs typeface="+mn-cs"/>
                        </a:rPr>
                        <a:t>Synchronous, executive level meetings are required to discuss variances</a:t>
                      </a:r>
                    </a:p>
                  </a:txBody>
                  <a:tcPr anchor="ctr">
                    <a:lnL w="6350" cap="flat" cmpd="sng" algn="ctr">
                      <a:noFill/>
                      <a:prstDash val="solid"/>
                      <a:round/>
                      <a:headEnd type="none" w="med" len="med"/>
                      <a:tailEnd type="none" w="med" len="med"/>
                    </a:lnL>
                    <a:lnR w="6350" cap="flat" cmpd="sng" algn="ctr">
                      <a:noFill/>
                      <a:prstDash val="sysDot"/>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chemeClr val="tx1"/>
                          </a:solidFill>
                          <a:effectLst/>
                          <a:uLnTx/>
                          <a:uFillTx/>
                          <a:latin typeface="+mn-lt"/>
                          <a:ea typeface="+mn-ea"/>
                          <a:cs typeface="+mn-cs"/>
                        </a:rPr>
                        <a:t>Generate concise, understandable explanation of cost and revenue drivers of account level variance </a:t>
                      </a:r>
                    </a:p>
                    <a:p>
                      <a:pPr marL="171450" marR="0" lvl="0" indent="-171450"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chemeClr val="tx1"/>
                          </a:solidFill>
                          <a:effectLst/>
                          <a:uLnTx/>
                          <a:uFillTx/>
                          <a:latin typeface="+mn-lt"/>
                          <a:ea typeface="+mn-ea"/>
                          <a:cs typeface="+mn-cs"/>
                        </a:rPr>
                        <a:t>A interactive UI could allow natural language inquiries about the variances and reports</a:t>
                      </a:r>
                    </a:p>
                  </a:txBody>
                  <a:tcPr anchor="ctr">
                    <a:lnL w="6350" cap="flat" cmpd="sng" algn="ctr">
                      <a:noFill/>
                      <a:prstDash val="solid"/>
                      <a:round/>
                      <a:headEnd type="none" w="med" len="med"/>
                      <a:tailEnd type="none" w="med" len="med"/>
                    </a:lnL>
                    <a:lnR w="6350" cap="flat" cmpd="sng" algn="ctr">
                      <a:noFill/>
                      <a:prstDash val="sysDot"/>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914400" rtl="0" eaLnBrk="1" fontAlgn="auto" latinLnBrk="0" hangingPunct="1">
                        <a:lnSpc>
                          <a:spcPct val="110000"/>
                        </a:lnSpc>
                        <a:spcBef>
                          <a:spcPts val="0"/>
                        </a:spcBef>
                        <a:spcAft>
                          <a:spcPts val="0"/>
                        </a:spcAft>
                        <a:buClrTx/>
                        <a:buSzTx/>
                        <a:buFont typeface="Wingdings" panose="05000000000000000000" pitchFamily="2" charset="2"/>
                        <a:buChar char="ü"/>
                        <a:tabLst/>
                        <a:defRPr/>
                      </a:pPr>
                      <a:r>
                        <a:rPr kumimoji="0" lang="en-US" sz="1000" b="0" i="0" u="none" strike="noStrike" kern="1200" cap="none" spc="0" normalizeH="0" baseline="0" noProof="0">
                          <a:ln>
                            <a:noFill/>
                          </a:ln>
                          <a:solidFill>
                            <a:schemeClr val="tx1"/>
                          </a:solidFill>
                          <a:effectLst/>
                          <a:uLnTx/>
                          <a:uFillTx/>
                          <a:latin typeface="+mn-lt"/>
                          <a:ea typeface="+mn-ea"/>
                          <a:cs typeface="+mn-cs"/>
                        </a:rPr>
                        <a:t>Less time spent on aggregating data and diving into account variances</a:t>
                      </a:r>
                    </a:p>
                    <a:p>
                      <a:pPr marL="171450" marR="0" lvl="0" indent="-171450" algn="l" defTabSz="914400" rtl="0" eaLnBrk="1" fontAlgn="auto" latinLnBrk="0" hangingPunct="1">
                        <a:lnSpc>
                          <a:spcPct val="110000"/>
                        </a:lnSpc>
                        <a:spcBef>
                          <a:spcPts val="0"/>
                        </a:spcBef>
                        <a:spcAft>
                          <a:spcPts val="0"/>
                        </a:spcAft>
                        <a:buClrTx/>
                        <a:buSzTx/>
                        <a:buFont typeface="Wingdings" panose="05000000000000000000" pitchFamily="2" charset="2"/>
                        <a:buChar char="ü"/>
                        <a:tabLst/>
                        <a:defRPr/>
                      </a:pPr>
                      <a:r>
                        <a:rPr kumimoji="0" lang="en-US" sz="1000" b="0" i="0" u="none" strike="noStrike" kern="1200" cap="none" spc="0" normalizeH="0" baseline="0" noProof="0">
                          <a:ln>
                            <a:noFill/>
                          </a:ln>
                          <a:solidFill>
                            <a:schemeClr val="tx1"/>
                          </a:solidFill>
                          <a:effectLst/>
                          <a:uLnTx/>
                          <a:uFillTx/>
                          <a:latin typeface="+mn-lt"/>
                          <a:ea typeface="+mn-ea"/>
                          <a:cs typeface="+mn-cs"/>
                        </a:rPr>
                        <a:t>Time efficiencies from fewer synchronous month end close meetings</a:t>
                      </a:r>
                    </a:p>
                  </a:txBody>
                  <a:tcPr anchor="ctr">
                    <a:lnL w="6350" cap="flat" cmpd="sng" algn="ctr">
                      <a:noFill/>
                      <a:prstDash val="sysDot"/>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07994083"/>
                  </a:ext>
                </a:extLst>
              </a:tr>
              <a:tr h="1589882">
                <a:tc>
                  <a:txBody>
                    <a:bodyPr/>
                    <a:lstStyle/>
                    <a:p>
                      <a:pPr marL="228600" marR="0" indent="-228600" algn="l" defTabSz="1219170" rtl="0" eaLnBrk="1" fontAlgn="auto" latinLnBrk="0" hangingPunct="1">
                        <a:lnSpc>
                          <a:spcPct val="100000"/>
                        </a:lnSpc>
                        <a:spcBef>
                          <a:spcPts val="300"/>
                        </a:spcBef>
                        <a:spcAft>
                          <a:spcPts val="0"/>
                        </a:spcAft>
                        <a:buClrTx/>
                        <a:buSzTx/>
                        <a:buFont typeface="+mj-lt"/>
                        <a:buAutoNum type="alphaLcParenR" startAt="3"/>
                        <a:tabLst/>
                        <a:defRPr/>
                      </a:pPr>
                      <a:r>
                        <a:rPr lang="en-US" sz="1050" b="1" kern="1200">
                          <a:solidFill>
                            <a:schemeClr val="tx1"/>
                          </a:solidFill>
                          <a:latin typeface="+mn-lt"/>
                          <a:ea typeface="+mn-ea"/>
                          <a:cs typeface="+mn-cs"/>
                        </a:rPr>
                        <a:t>Generate Regulatory Filings</a:t>
                      </a:r>
                    </a:p>
                  </a:txBody>
                  <a:tcPr marT="73152" marB="73152" anchor="ctr">
                    <a:lnL w="12700" cmpd="sng">
                      <a:noFill/>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pPr marL="171450" marR="0" lvl="0" indent="-171450"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chemeClr val="tx1"/>
                          </a:solidFill>
                          <a:effectLst/>
                          <a:uLnTx/>
                          <a:uFillTx/>
                          <a:latin typeface="+mn-lt"/>
                          <a:ea typeface="+mn-ea"/>
                          <a:cs typeface="+mn-cs"/>
                        </a:rPr>
                        <a:t>Semi-automated processes to generate the input figures</a:t>
                      </a:r>
                    </a:p>
                    <a:p>
                      <a:pPr marL="171450" marR="0" lvl="0" indent="-171450"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chemeClr val="tx1"/>
                          </a:solidFill>
                          <a:effectLst/>
                          <a:uLnTx/>
                          <a:uFillTx/>
                          <a:latin typeface="+mn-lt"/>
                          <a:ea typeface="+mn-ea"/>
                          <a:cs typeface="+mn-cs"/>
                        </a:rPr>
                        <a:t>Manual process to aggregate financial data and elaborate to conform to regulatory filing needs</a:t>
                      </a:r>
                    </a:p>
                  </a:txBody>
                  <a:tcPr anchor="ctr">
                    <a:lnL w="6350" cap="flat" cmpd="sng" algn="ctr">
                      <a:noFill/>
                      <a:prstDash val="solid"/>
                      <a:round/>
                      <a:headEnd type="none" w="med" len="med"/>
                      <a:tailEnd type="none" w="med" len="med"/>
                    </a:lnL>
                    <a:lnR w="6350" cap="flat" cmpd="sng" algn="ctr">
                      <a:noFill/>
                      <a:prstDash val="sysDot"/>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chemeClr val="tx1"/>
                          </a:solidFill>
                          <a:effectLst/>
                          <a:uLnTx/>
                          <a:uFillTx/>
                          <a:latin typeface="+mn-lt"/>
                          <a:ea typeface="+mn-ea"/>
                          <a:cs typeface="+mn-cs"/>
                        </a:rPr>
                        <a:t>Generate first drafts derived from previous filings, internal financial information, and filing requirements guided by workflows</a:t>
                      </a:r>
                    </a:p>
                    <a:p>
                      <a:pPr marL="171450" marR="0" lvl="0" indent="-171450"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chemeClr val="tx1"/>
                          </a:solidFill>
                          <a:effectLst/>
                          <a:uLnTx/>
                          <a:uFillTx/>
                          <a:latin typeface="+mn-lt"/>
                          <a:ea typeface="+mn-ea"/>
                          <a:cs typeface="+mn-cs"/>
                        </a:rPr>
                        <a:t>Highlight potential edits influenced by filings of other companies</a:t>
                      </a:r>
                    </a:p>
                  </a:txBody>
                  <a:tcPr anchor="ctr">
                    <a:lnL w="6350" cap="flat" cmpd="sng" algn="ctr">
                      <a:noFill/>
                      <a:prstDash val="solid"/>
                      <a:round/>
                      <a:headEnd type="none" w="med" len="med"/>
                      <a:tailEnd type="none" w="med" len="med"/>
                    </a:lnL>
                    <a:lnR w="6350" cap="flat" cmpd="sng" algn="ctr">
                      <a:noFill/>
                      <a:prstDash val="sysDot"/>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914400" rtl="0" eaLnBrk="1" fontAlgn="auto" latinLnBrk="0" hangingPunct="1">
                        <a:lnSpc>
                          <a:spcPct val="110000"/>
                        </a:lnSpc>
                        <a:spcBef>
                          <a:spcPts val="0"/>
                        </a:spcBef>
                        <a:spcAft>
                          <a:spcPts val="0"/>
                        </a:spcAft>
                        <a:buClrTx/>
                        <a:buSzTx/>
                        <a:buFont typeface="Wingdings" panose="05000000000000000000" pitchFamily="2" charset="2"/>
                        <a:buChar char="ü"/>
                        <a:tabLst/>
                        <a:defRPr/>
                      </a:pPr>
                      <a:r>
                        <a:rPr kumimoji="0" lang="en-US" sz="1000" b="0" i="0" u="none" strike="noStrike" kern="1200" cap="none" spc="0" normalizeH="0" baseline="0" noProof="0" dirty="0">
                          <a:ln>
                            <a:noFill/>
                          </a:ln>
                          <a:solidFill>
                            <a:schemeClr val="tx1"/>
                          </a:solidFill>
                          <a:effectLst/>
                          <a:uLnTx/>
                          <a:uFillTx/>
                          <a:latin typeface="+mn-lt"/>
                          <a:ea typeface="+mn-ea"/>
                          <a:cs typeface="+mn-cs"/>
                        </a:rPr>
                        <a:t>Less time wordsmithing initial drafts</a:t>
                      </a:r>
                    </a:p>
                    <a:p>
                      <a:pPr marL="171450" marR="0" lvl="0" indent="-171450" algn="l" defTabSz="914400" rtl="0" eaLnBrk="1" fontAlgn="auto" latinLnBrk="0" hangingPunct="1">
                        <a:lnSpc>
                          <a:spcPct val="110000"/>
                        </a:lnSpc>
                        <a:spcBef>
                          <a:spcPts val="0"/>
                        </a:spcBef>
                        <a:spcAft>
                          <a:spcPts val="0"/>
                        </a:spcAft>
                        <a:buClrTx/>
                        <a:buSzTx/>
                        <a:buFont typeface="Wingdings" panose="05000000000000000000" pitchFamily="2" charset="2"/>
                        <a:buChar char="ü"/>
                        <a:tabLst/>
                        <a:defRPr/>
                      </a:pPr>
                      <a:r>
                        <a:rPr kumimoji="0" lang="en-US" sz="1000" b="0" i="0" u="none" strike="noStrike" kern="1200" cap="none" spc="0" normalizeH="0" baseline="0" noProof="0" dirty="0">
                          <a:ln>
                            <a:noFill/>
                          </a:ln>
                          <a:solidFill>
                            <a:schemeClr val="tx1"/>
                          </a:solidFill>
                          <a:effectLst/>
                          <a:uLnTx/>
                          <a:uFillTx/>
                          <a:latin typeface="+mn-lt"/>
                          <a:ea typeface="+mn-ea"/>
                          <a:cs typeface="+mn-cs"/>
                        </a:rPr>
                        <a:t>Less time spent researching historical fillings</a:t>
                      </a:r>
                    </a:p>
                    <a:p>
                      <a:pPr marL="171450" marR="0" lvl="0" indent="-171450" algn="l" defTabSz="914400" rtl="0" eaLnBrk="1" fontAlgn="auto" latinLnBrk="0" hangingPunct="1">
                        <a:lnSpc>
                          <a:spcPct val="110000"/>
                        </a:lnSpc>
                        <a:spcBef>
                          <a:spcPts val="0"/>
                        </a:spcBef>
                        <a:spcAft>
                          <a:spcPts val="0"/>
                        </a:spcAft>
                        <a:buClrTx/>
                        <a:buSzTx/>
                        <a:buFont typeface="Wingdings" panose="05000000000000000000" pitchFamily="2" charset="2"/>
                        <a:buChar char="ü"/>
                        <a:tabLst/>
                        <a:defRPr/>
                      </a:pPr>
                      <a:r>
                        <a:rPr kumimoji="0" lang="en-US" sz="1000" b="0" i="0" u="none" strike="noStrike" kern="1200" cap="none" spc="0" normalizeH="0" baseline="0" noProof="0" dirty="0">
                          <a:ln>
                            <a:noFill/>
                          </a:ln>
                          <a:solidFill>
                            <a:schemeClr val="tx1"/>
                          </a:solidFill>
                          <a:effectLst/>
                          <a:uLnTx/>
                          <a:uFillTx/>
                          <a:latin typeface="+mn-lt"/>
                          <a:ea typeface="+mn-ea"/>
                          <a:cs typeface="+mn-cs"/>
                        </a:rPr>
                        <a:t>Guided workflows act as a completeness check</a:t>
                      </a:r>
                    </a:p>
                  </a:txBody>
                  <a:tcPr anchor="ctr">
                    <a:lnL w="6350" cap="flat" cmpd="sng" algn="ctr">
                      <a:noFill/>
                      <a:prstDash val="sysDot"/>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48670870"/>
                  </a:ext>
                </a:extLst>
              </a:tr>
            </a:tbl>
          </a:graphicData>
        </a:graphic>
      </p:graphicFrame>
      <p:sp>
        <p:nvSpPr>
          <p:cNvPr id="8" name="Rectangle 7">
            <a:extLst>
              <a:ext uri="{FF2B5EF4-FFF2-40B4-BE49-F238E27FC236}">
                <a16:creationId xmlns:a16="http://schemas.microsoft.com/office/drawing/2014/main" id="{2921215C-A8D5-539A-C812-E3F59A09F7C2}"/>
              </a:ext>
            </a:extLst>
          </p:cNvPr>
          <p:cNvSpPr/>
          <p:nvPr/>
        </p:nvSpPr>
        <p:spPr bwMode="gray">
          <a:xfrm>
            <a:off x="7383191" y="1399846"/>
            <a:ext cx="4357704" cy="655609"/>
          </a:xfrm>
          <a:prstGeom prst="rect">
            <a:avLst/>
          </a:prstGeom>
          <a:solidFill>
            <a:srgbClr val="0A626C"/>
          </a:solidFill>
          <a:ln w="19050" algn="ctr">
            <a:solidFill>
              <a:schemeClr val="accent4"/>
            </a:solidFill>
            <a:miter lim="800000"/>
            <a:headEnd/>
            <a:tailEnd/>
          </a:ln>
        </p:spPr>
        <p:txBody>
          <a:bodyPr wrap="square" lIns="91440" tIns="88900" rIns="91440" bIns="88900" rtlCol="0" anchor="ctr"/>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1200" b="1" i="0" u="sng" strike="noStrike" kern="1200" cap="none" spc="0" normalizeH="0" baseline="0" noProof="0">
                <a:ln>
                  <a:noFill/>
                </a:ln>
                <a:solidFill>
                  <a:prstClr val="white"/>
                </a:solidFill>
                <a:effectLst/>
                <a:uLnTx/>
                <a:uFillTx/>
                <a:latin typeface="Open Sans"/>
                <a:ea typeface="+mn-ea"/>
                <a:cs typeface="+mn-cs"/>
              </a:rPr>
              <a:t>c) Generate Regulatory Filings</a:t>
            </a:r>
            <a:br>
              <a:rPr kumimoji="0" lang="en-US" sz="1200" b="1" i="0" u="none" strike="noStrike" kern="1200" cap="none" spc="0" normalizeH="0" baseline="0" noProof="0">
                <a:ln>
                  <a:noFill/>
                </a:ln>
                <a:solidFill>
                  <a:prstClr val="white"/>
                </a:solidFill>
                <a:effectLst/>
                <a:uLnTx/>
                <a:uFillTx/>
                <a:latin typeface="Open Sans"/>
                <a:ea typeface="+mn-ea"/>
                <a:cs typeface="+mn-cs"/>
              </a:rPr>
            </a:br>
            <a:r>
              <a:rPr kumimoji="0" lang="en-US" sz="1200" b="1" i="1" u="none" strike="noStrike" kern="1200" cap="none" spc="0" normalizeH="0" baseline="0" noProof="0">
                <a:ln>
                  <a:noFill/>
                </a:ln>
                <a:solidFill>
                  <a:prstClr val="white"/>
                </a:solidFill>
                <a:effectLst/>
                <a:uLnTx/>
                <a:uFillTx/>
                <a:latin typeface="Open Sans"/>
                <a:ea typeface="+mn-ea"/>
                <a:cs typeface="+mn-cs"/>
              </a:rPr>
              <a:t>Generate draft filings of various regulatory documentation </a:t>
            </a:r>
          </a:p>
        </p:txBody>
      </p:sp>
      <p:sp>
        <p:nvSpPr>
          <p:cNvPr id="9" name="Rectangle 8">
            <a:extLst>
              <a:ext uri="{FF2B5EF4-FFF2-40B4-BE49-F238E27FC236}">
                <a16:creationId xmlns:a16="http://schemas.microsoft.com/office/drawing/2014/main" id="{9A5FEED3-5D0E-F671-5588-72142578F81A}"/>
              </a:ext>
            </a:extLst>
          </p:cNvPr>
          <p:cNvSpPr/>
          <p:nvPr/>
        </p:nvSpPr>
        <p:spPr bwMode="gray">
          <a:xfrm>
            <a:off x="7383191" y="2048479"/>
            <a:ext cx="4357704" cy="4235226"/>
          </a:xfrm>
          <a:prstGeom prst="rect">
            <a:avLst/>
          </a:prstGeom>
          <a:solidFill>
            <a:schemeClr val="bg1">
              <a:lumMod val="95000"/>
            </a:schemeClr>
          </a:solidFill>
          <a:ln w="19050" algn="ctr">
            <a:solidFill>
              <a:schemeClr val="accent5"/>
            </a:solidFill>
            <a:miter lim="800000"/>
            <a:headEnd/>
            <a:tailEnd/>
          </a:ln>
          <a:effectLst>
            <a:outerShdw blurRad="50800" dist="38100" dir="2700000" algn="tl" rotWithShape="0">
              <a:prstClr val="black">
                <a:alpha val="40000"/>
              </a:prstClr>
            </a:outerShdw>
          </a:effectLst>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Open Sans"/>
              <a:ea typeface="+mn-ea"/>
              <a:cs typeface="+mn-cs"/>
            </a:endParaRPr>
          </a:p>
        </p:txBody>
      </p:sp>
      <p:sp>
        <p:nvSpPr>
          <p:cNvPr id="10" name="TextBox 9">
            <a:extLst>
              <a:ext uri="{FF2B5EF4-FFF2-40B4-BE49-F238E27FC236}">
                <a16:creationId xmlns:a16="http://schemas.microsoft.com/office/drawing/2014/main" id="{9FE51110-4F1B-0ED3-AE36-F0910B0C2ABC}"/>
              </a:ext>
            </a:extLst>
          </p:cNvPr>
          <p:cNvSpPr txBox="1"/>
          <p:nvPr/>
        </p:nvSpPr>
        <p:spPr>
          <a:xfrm>
            <a:off x="7503563" y="2229770"/>
            <a:ext cx="4165599" cy="507831"/>
          </a:xfrm>
          <a:prstGeom prst="rect">
            <a:avLst/>
          </a:prstGeom>
          <a:noFill/>
        </p:spPr>
        <p:txBody>
          <a:bodyPr vert="horz" wrap="square" lIns="0" tIns="0" rIns="0" bIns="0" rtlCol="0">
            <a:spAutoFit/>
          </a:bodyPr>
          <a:lstStyle/>
          <a:p>
            <a:pPr marL="0" marR="0" lvl="0" indent="0" algn="l" defTabSz="914400" rtl="0" eaLnBrk="1" fontAlgn="auto" latinLnBrk="0" hangingPunct="1">
              <a:lnSpc>
                <a:spcPct val="100000"/>
              </a:lnSpc>
              <a:spcBef>
                <a:spcPts val="200"/>
              </a:spcBef>
              <a:spcAft>
                <a:spcPts val="0"/>
              </a:spcAft>
              <a:buClrTx/>
              <a:buSzPct val="100000"/>
              <a:buFontTx/>
              <a:buNone/>
              <a:tabLst/>
              <a:defRPr/>
            </a:pPr>
            <a:r>
              <a:rPr kumimoji="0" lang="en-US" sz="1100" b="0" i="0" u="none" strike="noStrike" kern="1200" cap="none" spc="0" normalizeH="0" baseline="0" noProof="0">
                <a:ln>
                  <a:noFill/>
                </a:ln>
                <a:solidFill>
                  <a:prstClr val="black"/>
                </a:solidFill>
                <a:effectLst/>
                <a:uLnTx/>
                <a:uFillTx/>
                <a:latin typeface="Open Sans"/>
                <a:ea typeface="+mn-ea"/>
                <a:cs typeface="+mn-cs"/>
              </a:rPr>
              <a:t>Generative AI can support the process of creating regulatory filings by saving time in the initial drafting stages by learning regulations, workflows, and patterns in previous documents.</a:t>
            </a:r>
          </a:p>
        </p:txBody>
      </p:sp>
      <p:grpSp>
        <p:nvGrpSpPr>
          <p:cNvPr id="11" name="Group 10">
            <a:extLst>
              <a:ext uri="{FF2B5EF4-FFF2-40B4-BE49-F238E27FC236}">
                <a16:creationId xmlns:a16="http://schemas.microsoft.com/office/drawing/2014/main" id="{7FEABFEB-A988-0EA9-F368-2E125059FE86}"/>
              </a:ext>
            </a:extLst>
          </p:cNvPr>
          <p:cNvGrpSpPr/>
          <p:nvPr/>
        </p:nvGrpSpPr>
        <p:grpSpPr>
          <a:xfrm>
            <a:off x="7613996" y="4181385"/>
            <a:ext cx="3899666" cy="615553"/>
            <a:chOff x="7625324" y="4121686"/>
            <a:chExt cx="3899666" cy="615553"/>
          </a:xfrm>
        </p:grpSpPr>
        <p:grpSp>
          <p:nvGrpSpPr>
            <p:cNvPr id="12" name="Group 349">
              <a:extLst>
                <a:ext uri="{FF2B5EF4-FFF2-40B4-BE49-F238E27FC236}">
                  <a16:creationId xmlns:a16="http://schemas.microsoft.com/office/drawing/2014/main" id="{03A86872-38FB-666B-864C-8C19C79B2E35}"/>
                </a:ext>
              </a:extLst>
            </p:cNvPr>
            <p:cNvGrpSpPr>
              <a:grpSpLocks noChangeAspect="1"/>
            </p:cNvGrpSpPr>
            <p:nvPr/>
          </p:nvGrpSpPr>
          <p:grpSpPr bwMode="auto">
            <a:xfrm>
              <a:off x="7625324" y="4134221"/>
              <a:ext cx="561828" cy="561826"/>
              <a:chOff x="5018" y="1229"/>
              <a:chExt cx="340" cy="340"/>
            </a:xfrm>
            <a:solidFill>
              <a:schemeClr val="tx1"/>
            </a:solidFill>
          </p:grpSpPr>
          <p:sp>
            <p:nvSpPr>
              <p:cNvPr id="14" name="Freeform 350">
                <a:extLst>
                  <a:ext uri="{FF2B5EF4-FFF2-40B4-BE49-F238E27FC236}">
                    <a16:creationId xmlns:a16="http://schemas.microsoft.com/office/drawing/2014/main" id="{409C9297-2729-7498-7C77-A58452AC652F}"/>
                  </a:ext>
                </a:extLst>
              </p:cNvPr>
              <p:cNvSpPr>
                <a:spLocks noEditPoints="1"/>
              </p:cNvSpPr>
              <p:nvPr/>
            </p:nvSpPr>
            <p:spPr bwMode="auto">
              <a:xfrm>
                <a:off x="5103" y="1293"/>
                <a:ext cx="170" cy="212"/>
              </a:xfrm>
              <a:custGeom>
                <a:avLst/>
                <a:gdLst>
                  <a:gd name="T0" fmla="*/ 160 w 256"/>
                  <a:gd name="T1" fmla="*/ 85 h 320"/>
                  <a:gd name="T2" fmla="*/ 10 w 256"/>
                  <a:gd name="T3" fmla="*/ 85 h 320"/>
                  <a:gd name="T4" fmla="*/ 0 w 256"/>
                  <a:gd name="T5" fmla="*/ 96 h 320"/>
                  <a:gd name="T6" fmla="*/ 0 w 256"/>
                  <a:gd name="T7" fmla="*/ 309 h 320"/>
                  <a:gd name="T8" fmla="*/ 10 w 256"/>
                  <a:gd name="T9" fmla="*/ 320 h 320"/>
                  <a:gd name="T10" fmla="*/ 160 w 256"/>
                  <a:gd name="T11" fmla="*/ 320 h 320"/>
                  <a:gd name="T12" fmla="*/ 170 w 256"/>
                  <a:gd name="T13" fmla="*/ 309 h 320"/>
                  <a:gd name="T14" fmla="*/ 170 w 256"/>
                  <a:gd name="T15" fmla="*/ 96 h 320"/>
                  <a:gd name="T16" fmla="*/ 160 w 256"/>
                  <a:gd name="T17" fmla="*/ 85 h 320"/>
                  <a:gd name="T18" fmla="*/ 149 w 256"/>
                  <a:gd name="T19" fmla="*/ 298 h 320"/>
                  <a:gd name="T20" fmla="*/ 21 w 256"/>
                  <a:gd name="T21" fmla="*/ 298 h 320"/>
                  <a:gd name="T22" fmla="*/ 21 w 256"/>
                  <a:gd name="T23" fmla="*/ 106 h 320"/>
                  <a:gd name="T24" fmla="*/ 149 w 256"/>
                  <a:gd name="T25" fmla="*/ 106 h 320"/>
                  <a:gd name="T26" fmla="*/ 149 w 256"/>
                  <a:gd name="T27" fmla="*/ 298 h 320"/>
                  <a:gd name="T28" fmla="*/ 213 w 256"/>
                  <a:gd name="T29" fmla="*/ 53 h 320"/>
                  <a:gd name="T30" fmla="*/ 213 w 256"/>
                  <a:gd name="T31" fmla="*/ 266 h 320"/>
                  <a:gd name="T32" fmla="*/ 202 w 256"/>
                  <a:gd name="T33" fmla="*/ 277 h 320"/>
                  <a:gd name="T34" fmla="*/ 192 w 256"/>
                  <a:gd name="T35" fmla="*/ 266 h 320"/>
                  <a:gd name="T36" fmla="*/ 192 w 256"/>
                  <a:gd name="T37" fmla="*/ 64 h 320"/>
                  <a:gd name="T38" fmla="*/ 53 w 256"/>
                  <a:gd name="T39" fmla="*/ 64 h 320"/>
                  <a:gd name="T40" fmla="*/ 42 w 256"/>
                  <a:gd name="T41" fmla="*/ 53 h 320"/>
                  <a:gd name="T42" fmla="*/ 53 w 256"/>
                  <a:gd name="T43" fmla="*/ 42 h 320"/>
                  <a:gd name="T44" fmla="*/ 202 w 256"/>
                  <a:gd name="T45" fmla="*/ 42 h 320"/>
                  <a:gd name="T46" fmla="*/ 213 w 256"/>
                  <a:gd name="T47" fmla="*/ 53 h 320"/>
                  <a:gd name="T48" fmla="*/ 256 w 256"/>
                  <a:gd name="T49" fmla="*/ 10 h 320"/>
                  <a:gd name="T50" fmla="*/ 256 w 256"/>
                  <a:gd name="T51" fmla="*/ 224 h 320"/>
                  <a:gd name="T52" fmla="*/ 245 w 256"/>
                  <a:gd name="T53" fmla="*/ 234 h 320"/>
                  <a:gd name="T54" fmla="*/ 234 w 256"/>
                  <a:gd name="T55" fmla="*/ 224 h 320"/>
                  <a:gd name="T56" fmla="*/ 234 w 256"/>
                  <a:gd name="T57" fmla="*/ 21 h 320"/>
                  <a:gd name="T58" fmla="*/ 96 w 256"/>
                  <a:gd name="T59" fmla="*/ 21 h 320"/>
                  <a:gd name="T60" fmla="*/ 85 w 256"/>
                  <a:gd name="T61" fmla="*/ 10 h 320"/>
                  <a:gd name="T62" fmla="*/ 96 w 256"/>
                  <a:gd name="T63" fmla="*/ 0 h 320"/>
                  <a:gd name="T64" fmla="*/ 245 w 256"/>
                  <a:gd name="T65" fmla="*/ 0 h 320"/>
                  <a:gd name="T66" fmla="*/ 256 w 256"/>
                  <a:gd name="T67" fmla="*/ 10 h 320"/>
                  <a:gd name="T68" fmla="*/ 32 w 256"/>
                  <a:gd name="T69" fmla="*/ 266 h 320"/>
                  <a:gd name="T70" fmla="*/ 42 w 256"/>
                  <a:gd name="T71" fmla="*/ 256 h 320"/>
                  <a:gd name="T72" fmla="*/ 128 w 256"/>
                  <a:gd name="T73" fmla="*/ 256 h 320"/>
                  <a:gd name="T74" fmla="*/ 138 w 256"/>
                  <a:gd name="T75" fmla="*/ 266 h 320"/>
                  <a:gd name="T76" fmla="*/ 128 w 256"/>
                  <a:gd name="T77" fmla="*/ 277 h 320"/>
                  <a:gd name="T78" fmla="*/ 42 w 256"/>
                  <a:gd name="T79" fmla="*/ 277 h 320"/>
                  <a:gd name="T80" fmla="*/ 32 w 256"/>
                  <a:gd name="T81" fmla="*/ 266 h 320"/>
                  <a:gd name="T82" fmla="*/ 32 w 256"/>
                  <a:gd name="T83" fmla="*/ 224 h 320"/>
                  <a:gd name="T84" fmla="*/ 42 w 256"/>
                  <a:gd name="T85" fmla="*/ 213 h 320"/>
                  <a:gd name="T86" fmla="*/ 128 w 256"/>
                  <a:gd name="T87" fmla="*/ 213 h 320"/>
                  <a:gd name="T88" fmla="*/ 138 w 256"/>
                  <a:gd name="T89" fmla="*/ 224 h 320"/>
                  <a:gd name="T90" fmla="*/ 128 w 256"/>
                  <a:gd name="T91" fmla="*/ 234 h 320"/>
                  <a:gd name="T92" fmla="*/ 42 w 256"/>
                  <a:gd name="T93" fmla="*/ 234 h 320"/>
                  <a:gd name="T94" fmla="*/ 32 w 256"/>
                  <a:gd name="T95" fmla="*/ 224 h 320"/>
                  <a:gd name="T96" fmla="*/ 32 w 256"/>
                  <a:gd name="T97" fmla="*/ 181 h 320"/>
                  <a:gd name="T98" fmla="*/ 42 w 256"/>
                  <a:gd name="T99" fmla="*/ 170 h 320"/>
                  <a:gd name="T100" fmla="*/ 128 w 256"/>
                  <a:gd name="T101" fmla="*/ 170 h 320"/>
                  <a:gd name="T102" fmla="*/ 138 w 256"/>
                  <a:gd name="T103" fmla="*/ 181 h 320"/>
                  <a:gd name="T104" fmla="*/ 128 w 256"/>
                  <a:gd name="T105" fmla="*/ 192 h 320"/>
                  <a:gd name="T106" fmla="*/ 42 w 256"/>
                  <a:gd name="T107" fmla="*/ 192 h 320"/>
                  <a:gd name="T108" fmla="*/ 32 w 256"/>
                  <a:gd name="T109" fmla="*/ 181 h 320"/>
                  <a:gd name="T110" fmla="*/ 32 w 256"/>
                  <a:gd name="T111" fmla="*/ 138 h 320"/>
                  <a:gd name="T112" fmla="*/ 42 w 256"/>
                  <a:gd name="T113" fmla="*/ 128 h 320"/>
                  <a:gd name="T114" fmla="*/ 128 w 256"/>
                  <a:gd name="T115" fmla="*/ 128 h 320"/>
                  <a:gd name="T116" fmla="*/ 138 w 256"/>
                  <a:gd name="T117" fmla="*/ 138 h 320"/>
                  <a:gd name="T118" fmla="*/ 128 w 256"/>
                  <a:gd name="T119" fmla="*/ 149 h 320"/>
                  <a:gd name="T120" fmla="*/ 42 w 256"/>
                  <a:gd name="T121" fmla="*/ 149 h 320"/>
                  <a:gd name="T122" fmla="*/ 32 w 256"/>
                  <a:gd name="T123" fmla="*/ 138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56" h="320">
                    <a:moveTo>
                      <a:pt x="160" y="85"/>
                    </a:moveTo>
                    <a:cubicBezTo>
                      <a:pt x="10" y="85"/>
                      <a:pt x="10" y="85"/>
                      <a:pt x="10" y="85"/>
                    </a:cubicBezTo>
                    <a:cubicBezTo>
                      <a:pt x="4" y="85"/>
                      <a:pt x="0" y="90"/>
                      <a:pt x="0" y="96"/>
                    </a:cubicBezTo>
                    <a:cubicBezTo>
                      <a:pt x="0" y="309"/>
                      <a:pt x="0" y="309"/>
                      <a:pt x="0" y="309"/>
                    </a:cubicBezTo>
                    <a:cubicBezTo>
                      <a:pt x="0" y="315"/>
                      <a:pt x="4" y="320"/>
                      <a:pt x="10" y="320"/>
                    </a:cubicBezTo>
                    <a:cubicBezTo>
                      <a:pt x="160" y="320"/>
                      <a:pt x="160" y="320"/>
                      <a:pt x="160" y="320"/>
                    </a:cubicBezTo>
                    <a:cubicBezTo>
                      <a:pt x="166" y="320"/>
                      <a:pt x="170" y="315"/>
                      <a:pt x="170" y="309"/>
                    </a:cubicBezTo>
                    <a:cubicBezTo>
                      <a:pt x="170" y="96"/>
                      <a:pt x="170" y="96"/>
                      <a:pt x="170" y="96"/>
                    </a:cubicBezTo>
                    <a:cubicBezTo>
                      <a:pt x="170" y="90"/>
                      <a:pt x="166" y="85"/>
                      <a:pt x="160" y="85"/>
                    </a:cubicBezTo>
                    <a:close/>
                    <a:moveTo>
                      <a:pt x="149" y="298"/>
                    </a:moveTo>
                    <a:cubicBezTo>
                      <a:pt x="21" y="298"/>
                      <a:pt x="21" y="298"/>
                      <a:pt x="21" y="298"/>
                    </a:cubicBezTo>
                    <a:cubicBezTo>
                      <a:pt x="21" y="106"/>
                      <a:pt x="21" y="106"/>
                      <a:pt x="21" y="106"/>
                    </a:cubicBezTo>
                    <a:cubicBezTo>
                      <a:pt x="149" y="106"/>
                      <a:pt x="149" y="106"/>
                      <a:pt x="149" y="106"/>
                    </a:cubicBezTo>
                    <a:lnTo>
                      <a:pt x="149" y="298"/>
                    </a:lnTo>
                    <a:close/>
                    <a:moveTo>
                      <a:pt x="213" y="53"/>
                    </a:moveTo>
                    <a:cubicBezTo>
                      <a:pt x="213" y="266"/>
                      <a:pt x="213" y="266"/>
                      <a:pt x="213" y="266"/>
                    </a:cubicBezTo>
                    <a:cubicBezTo>
                      <a:pt x="213" y="272"/>
                      <a:pt x="208" y="277"/>
                      <a:pt x="202" y="277"/>
                    </a:cubicBezTo>
                    <a:cubicBezTo>
                      <a:pt x="196" y="277"/>
                      <a:pt x="192" y="272"/>
                      <a:pt x="192" y="266"/>
                    </a:cubicBezTo>
                    <a:cubicBezTo>
                      <a:pt x="192" y="64"/>
                      <a:pt x="192" y="64"/>
                      <a:pt x="192" y="64"/>
                    </a:cubicBezTo>
                    <a:cubicBezTo>
                      <a:pt x="53" y="64"/>
                      <a:pt x="53" y="64"/>
                      <a:pt x="53" y="64"/>
                    </a:cubicBezTo>
                    <a:cubicBezTo>
                      <a:pt x="47" y="64"/>
                      <a:pt x="42" y="59"/>
                      <a:pt x="42" y="53"/>
                    </a:cubicBezTo>
                    <a:cubicBezTo>
                      <a:pt x="42" y="47"/>
                      <a:pt x="47" y="42"/>
                      <a:pt x="53" y="42"/>
                    </a:cubicBezTo>
                    <a:cubicBezTo>
                      <a:pt x="202" y="42"/>
                      <a:pt x="202" y="42"/>
                      <a:pt x="202" y="42"/>
                    </a:cubicBezTo>
                    <a:cubicBezTo>
                      <a:pt x="208" y="42"/>
                      <a:pt x="213" y="47"/>
                      <a:pt x="213" y="53"/>
                    </a:cubicBezTo>
                    <a:close/>
                    <a:moveTo>
                      <a:pt x="256" y="10"/>
                    </a:moveTo>
                    <a:cubicBezTo>
                      <a:pt x="256" y="224"/>
                      <a:pt x="256" y="224"/>
                      <a:pt x="256" y="224"/>
                    </a:cubicBezTo>
                    <a:cubicBezTo>
                      <a:pt x="256" y="230"/>
                      <a:pt x="251" y="234"/>
                      <a:pt x="245" y="234"/>
                    </a:cubicBezTo>
                    <a:cubicBezTo>
                      <a:pt x="239" y="234"/>
                      <a:pt x="234" y="230"/>
                      <a:pt x="234" y="224"/>
                    </a:cubicBezTo>
                    <a:cubicBezTo>
                      <a:pt x="234" y="21"/>
                      <a:pt x="234" y="21"/>
                      <a:pt x="234" y="21"/>
                    </a:cubicBezTo>
                    <a:cubicBezTo>
                      <a:pt x="96" y="21"/>
                      <a:pt x="96" y="21"/>
                      <a:pt x="96" y="21"/>
                    </a:cubicBezTo>
                    <a:cubicBezTo>
                      <a:pt x="90" y="21"/>
                      <a:pt x="85" y="16"/>
                      <a:pt x="85" y="10"/>
                    </a:cubicBezTo>
                    <a:cubicBezTo>
                      <a:pt x="85" y="4"/>
                      <a:pt x="90" y="0"/>
                      <a:pt x="96" y="0"/>
                    </a:cubicBezTo>
                    <a:cubicBezTo>
                      <a:pt x="245" y="0"/>
                      <a:pt x="245" y="0"/>
                      <a:pt x="245" y="0"/>
                    </a:cubicBezTo>
                    <a:cubicBezTo>
                      <a:pt x="251" y="0"/>
                      <a:pt x="256" y="4"/>
                      <a:pt x="256" y="10"/>
                    </a:cubicBezTo>
                    <a:close/>
                    <a:moveTo>
                      <a:pt x="32" y="266"/>
                    </a:moveTo>
                    <a:cubicBezTo>
                      <a:pt x="32" y="260"/>
                      <a:pt x="36" y="256"/>
                      <a:pt x="42" y="256"/>
                    </a:cubicBezTo>
                    <a:cubicBezTo>
                      <a:pt x="128" y="256"/>
                      <a:pt x="128" y="256"/>
                      <a:pt x="128" y="256"/>
                    </a:cubicBezTo>
                    <a:cubicBezTo>
                      <a:pt x="134" y="256"/>
                      <a:pt x="138" y="260"/>
                      <a:pt x="138" y="266"/>
                    </a:cubicBezTo>
                    <a:cubicBezTo>
                      <a:pt x="138" y="272"/>
                      <a:pt x="134" y="277"/>
                      <a:pt x="128" y="277"/>
                    </a:cubicBezTo>
                    <a:cubicBezTo>
                      <a:pt x="42" y="277"/>
                      <a:pt x="42" y="277"/>
                      <a:pt x="42" y="277"/>
                    </a:cubicBezTo>
                    <a:cubicBezTo>
                      <a:pt x="36" y="277"/>
                      <a:pt x="32" y="272"/>
                      <a:pt x="32" y="266"/>
                    </a:cubicBezTo>
                    <a:close/>
                    <a:moveTo>
                      <a:pt x="32" y="224"/>
                    </a:moveTo>
                    <a:cubicBezTo>
                      <a:pt x="32" y="218"/>
                      <a:pt x="36" y="213"/>
                      <a:pt x="42" y="213"/>
                    </a:cubicBezTo>
                    <a:cubicBezTo>
                      <a:pt x="128" y="213"/>
                      <a:pt x="128" y="213"/>
                      <a:pt x="128" y="213"/>
                    </a:cubicBezTo>
                    <a:cubicBezTo>
                      <a:pt x="134" y="213"/>
                      <a:pt x="138" y="218"/>
                      <a:pt x="138" y="224"/>
                    </a:cubicBezTo>
                    <a:cubicBezTo>
                      <a:pt x="138" y="230"/>
                      <a:pt x="134" y="234"/>
                      <a:pt x="128" y="234"/>
                    </a:cubicBezTo>
                    <a:cubicBezTo>
                      <a:pt x="42" y="234"/>
                      <a:pt x="42" y="234"/>
                      <a:pt x="42" y="234"/>
                    </a:cubicBezTo>
                    <a:cubicBezTo>
                      <a:pt x="36" y="234"/>
                      <a:pt x="32" y="230"/>
                      <a:pt x="32" y="224"/>
                    </a:cubicBezTo>
                    <a:close/>
                    <a:moveTo>
                      <a:pt x="32" y="181"/>
                    </a:moveTo>
                    <a:cubicBezTo>
                      <a:pt x="32" y="175"/>
                      <a:pt x="36" y="170"/>
                      <a:pt x="42" y="170"/>
                    </a:cubicBezTo>
                    <a:cubicBezTo>
                      <a:pt x="128" y="170"/>
                      <a:pt x="128" y="170"/>
                      <a:pt x="128" y="170"/>
                    </a:cubicBezTo>
                    <a:cubicBezTo>
                      <a:pt x="134" y="170"/>
                      <a:pt x="138" y="175"/>
                      <a:pt x="138" y="181"/>
                    </a:cubicBezTo>
                    <a:cubicBezTo>
                      <a:pt x="138" y="187"/>
                      <a:pt x="134" y="192"/>
                      <a:pt x="128" y="192"/>
                    </a:cubicBezTo>
                    <a:cubicBezTo>
                      <a:pt x="42" y="192"/>
                      <a:pt x="42" y="192"/>
                      <a:pt x="42" y="192"/>
                    </a:cubicBezTo>
                    <a:cubicBezTo>
                      <a:pt x="36" y="192"/>
                      <a:pt x="32" y="187"/>
                      <a:pt x="32" y="181"/>
                    </a:cubicBezTo>
                    <a:close/>
                    <a:moveTo>
                      <a:pt x="32" y="138"/>
                    </a:moveTo>
                    <a:cubicBezTo>
                      <a:pt x="32" y="132"/>
                      <a:pt x="36" y="128"/>
                      <a:pt x="42" y="128"/>
                    </a:cubicBezTo>
                    <a:cubicBezTo>
                      <a:pt x="128" y="128"/>
                      <a:pt x="128" y="128"/>
                      <a:pt x="128" y="128"/>
                    </a:cubicBezTo>
                    <a:cubicBezTo>
                      <a:pt x="134" y="128"/>
                      <a:pt x="138" y="132"/>
                      <a:pt x="138" y="138"/>
                    </a:cubicBezTo>
                    <a:cubicBezTo>
                      <a:pt x="138" y="144"/>
                      <a:pt x="134" y="149"/>
                      <a:pt x="128" y="149"/>
                    </a:cubicBezTo>
                    <a:cubicBezTo>
                      <a:pt x="42" y="149"/>
                      <a:pt x="42" y="149"/>
                      <a:pt x="42" y="149"/>
                    </a:cubicBezTo>
                    <a:cubicBezTo>
                      <a:pt x="36" y="149"/>
                      <a:pt x="32" y="144"/>
                      <a:pt x="32" y="138"/>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Open Sans"/>
                  <a:ea typeface="+mn-ea"/>
                  <a:cs typeface="+mn-cs"/>
                </a:endParaRPr>
              </a:p>
            </p:txBody>
          </p:sp>
          <p:sp>
            <p:nvSpPr>
              <p:cNvPr id="15" name="Freeform 351">
                <a:extLst>
                  <a:ext uri="{FF2B5EF4-FFF2-40B4-BE49-F238E27FC236}">
                    <a16:creationId xmlns:a16="http://schemas.microsoft.com/office/drawing/2014/main" id="{AD7491AA-EDF2-1B52-748C-330F31A35913}"/>
                  </a:ext>
                </a:extLst>
              </p:cNvPr>
              <p:cNvSpPr>
                <a:spLocks noEditPoints="1"/>
              </p:cNvSpPr>
              <p:nvPr/>
            </p:nvSpPr>
            <p:spPr bwMode="auto">
              <a:xfrm>
                <a:off x="5018" y="1229"/>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Open Sans"/>
                  <a:ea typeface="+mn-ea"/>
                  <a:cs typeface="+mn-cs"/>
                </a:endParaRPr>
              </a:p>
            </p:txBody>
          </p:sp>
        </p:grpSp>
        <p:sp>
          <p:nvSpPr>
            <p:cNvPr id="13" name="TextBox 12">
              <a:extLst>
                <a:ext uri="{FF2B5EF4-FFF2-40B4-BE49-F238E27FC236}">
                  <a16:creationId xmlns:a16="http://schemas.microsoft.com/office/drawing/2014/main" id="{C300E346-50A0-16F5-6465-C668A3FEDC9A}"/>
                </a:ext>
              </a:extLst>
            </p:cNvPr>
            <p:cNvSpPr txBox="1"/>
            <p:nvPr/>
          </p:nvSpPr>
          <p:spPr>
            <a:xfrm>
              <a:off x="8413341" y="4121686"/>
              <a:ext cx="3111649" cy="615553"/>
            </a:xfrm>
            <a:prstGeom prst="rect">
              <a:avLst/>
            </a:prstGeom>
            <a:noFill/>
          </p:spPr>
          <p:txBody>
            <a:bodyPr vert="horz" wrap="square" lIns="0" tIns="0" rIns="0" bIns="0" rtlCol="0">
              <a:spAutoFit/>
            </a:bodyPr>
            <a:lstStyle/>
            <a:p>
              <a:pPr marL="0" marR="0" lvl="0" indent="0" algn="l" defTabSz="914400" rtl="0" eaLnBrk="1" fontAlgn="auto" latinLnBrk="0" hangingPunct="1">
                <a:lnSpc>
                  <a:spcPct val="100000"/>
                </a:lnSpc>
                <a:spcBef>
                  <a:spcPts val="200"/>
                </a:spcBef>
                <a:spcAft>
                  <a:spcPts val="0"/>
                </a:spcAft>
                <a:buClrTx/>
                <a:buSzPct val="100000"/>
                <a:buFontTx/>
                <a:buNone/>
                <a:tabLst/>
                <a:defRPr/>
              </a:pPr>
              <a:r>
                <a:rPr kumimoji="0" lang="en-US" sz="1000" b="0" i="0" u="none" strike="noStrike" kern="1200" cap="none" spc="0" normalizeH="0" baseline="0" noProof="0">
                  <a:ln>
                    <a:noFill/>
                  </a:ln>
                  <a:solidFill>
                    <a:prstClr val="black"/>
                  </a:solidFill>
                  <a:effectLst/>
                  <a:uLnTx/>
                  <a:uFillTx/>
                  <a:latin typeface="Open Sans"/>
                  <a:ea typeface="+mn-ea"/>
                  <a:cs typeface="+mn-cs"/>
                </a:rPr>
                <a:t>LLM can identify patterns in historical internal and external filings to generate first drafts, saving time otherwise spent wordsmithing to transition ideas to formatted legal documents</a:t>
              </a:r>
            </a:p>
          </p:txBody>
        </p:sp>
      </p:grpSp>
      <p:grpSp>
        <p:nvGrpSpPr>
          <p:cNvPr id="16" name="Group 15">
            <a:extLst>
              <a:ext uri="{FF2B5EF4-FFF2-40B4-BE49-F238E27FC236}">
                <a16:creationId xmlns:a16="http://schemas.microsoft.com/office/drawing/2014/main" id="{055B3405-1A4C-966E-972A-024A46A600EB}"/>
              </a:ext>
            </a:extLst>
          </p:cNvPr>
          <p:cNvGrpSpPr/>
          <p:nvPr/>
        </p:nvGrpSpPr>
        <p:grpSpPr>
          <a:xfrm>
            <a:off x="7613911" y="2940939"/>
            <a:ext cx="3899752" cy="923330"/>
            <a:chOff x="7625239" y="2972957"/>
            <a:chExt cx="3899752" cy="923330"/>
          </a:xfrm>
        </p:grpSpPr>
        <p:sp>
          <p:nvSpPr>
            <p:cNvPr id="17" name="TextBox 16">
              <a:extLst>
                <a:ext uri="{FF2B5EF4-FFF2-40B4-BE49-F238E27FC236}">
                  <a16:creationId xmlns:a16="http://schemas.microsoft.com/office/drawing/2014/main" id="{40D640B9-0A7E-AD5C-6237-CAB8111663A7}"/>
                </a:ext>
              </a:extLst>
            </p:cNvPr>
            <p:cNvSpPr txBox="1"/>
            <p:nvPr/>
          </p:nvSpPr>
          <p:spPr>
            <a:xfrm>
              <a:off x="8413342" y="2972957"/>
              <a:ext cx="3111649" cy="923330"/>
            </a:xfrm>
            <a:prstGeom prst="rect">
              <a:avLst/>
            </a:prstGeom>
            <a:noFill/>
          </p:spPr>
          <p:txBody>
            <a:bodyPr vert="horz" wrap="square" lIns="0" tIns="0" rIns="0" bIns="0" rtlCol="0">
              <a:spAutoFit/>
            </a:bodyPr>
            <a:lstStyle/>
            <a:p>
              <a:pPr marL="0" marR="0" lvl="0" indent="0" algn="l" defTabSz="914400" rtl="0" eaLnBrk="1" fontAlgn="auto" latinLnBrk="0" hangingPunct="1">
                <a:lnSpc>
                  <a:spcPct val="100000"/>
                </a:lnSpc>
                <a:spcBef>
                  <a:spcPts val="200"/>
                </a:spcBef>
                <a:spcAft>
                  <a:spcPts val="0"/>
                </a:spcAft>
                <a:buClrTx/>
                <a:buSzPct val="100000"/>
                <a:buFontTx/>
                <a:buNone/>
                <a:tabLst/>
                <a:defRPr/>
              </a:pPr>
              <a:r>
                <a:rPr kumimoji="0" lang="en-US" sz="1000" b="0" i="0" u="none" strike="noStrike" kern="1200" cap="none" spc="0" normalizeH="0" baseline="0" noProof="0">
                  <a:ln>
                    <a:noFill/>
                  </a:ln>
                  <a:solidFill>
                    <a:prstClr val="black"/>
                  </a:solidFill>
                  <a:effectLst/>
                  <a:uLnTx/>
                  <a:uFillTx/>
                  <a:latin typeface="Open Sans"/>
                  <a:ea typeface="+mn-ea"/>
                  <a:cs typeface="+mn-cs"/>
                </a:rPr>
                <a:t>Guided workflows provided a structured format to specify the type of filing to generate, the type of information to include, and the desired objective of the filing (i.e. a </a:t>
              </a:r>
              <a:r>
                <a:rPr kumimoji="0" lang="en-US" sz="1000" b="1" i="0" u="none" strike="noStrike" kern="1200" cap="none" spc="0" normalizeH="0" baseline="0" noProof="0">
                  <a:ln>
                    <a:noFill/>
                  </a:ln>
                  <a:solidFill>
                    <a:prstClr val="black"/>
                  </a:solidFill>
                  <a:effectLst/>
                  <a:uLnTx/>
                  <a:uFillTx/>
                  <a:latin typeface="Open Sans"/>
                  <a:ea typeface="+mn-ea"/>
                  <a:cs typeface="+mn-cs"/>
                </a:rPr>
                <a:t>proxy statement</a:t>
              </a:r>
              <a:r>
                <a:rPr kumimoji="0" lang="en-US" sz="1000" b="0" i="0" u="none" strike="noStrike" kern="1200" cap="none" spc="0" normalizeH="0" baseline="0" noProof="0">
                  <a:ln>
                    <a:noFill/>
                  </a:ln>
                  <a:solidFill>
                    <a:prstClr val="black"/>
                  </a:solidFill>
                  <a:effectLst/>
                  <a:uLnTx/>
                  <a:uFillTx/>
                  <a:latin typeface="Open Sans"/>
                  <a:ea typeface="+mn-ea"/>
                  <a:cs typeface="+mn-cs"/>
                </a:rPr>
                <a:t> that highlights the </a:t>
              </a:r>
              <a:r>
                <a:rPr kumimoji="0" lang="en-US" sz="1000" b="1" i="0" u="none" strike="noStrike" kern="1200" cap="none" spc="0" normalizeH="0" baseline="0" noProof="0">
                  <a:ln>
                    <a:noFill/>
                  </a:ln>
                  <a:solidFill>
                    <a:prstClr val="black"/>
                  </a:solidFill>
                  <a:effectLst/>
                  <a:uLnTx/>
                  <a:uFillTx/>
                  <a:latin typeface="Open Sans"/>
                  <a:ea typeface="+mn-ea"/>
                  <a:cs typeface="+mn-cs"/>
                </a:rPr>
                <a:t>equity incentive plan</a:t>
              </a:r>
              <a:r>
                <a:rPr kumimoji="0" lang="en-US" sz="1000" b="0" i="0" u="none" strike="noStrike" kern="1200" cap="none" spc="0" normalizeH="0" baseline="0" noProof="0">
                  <a:ln>
                    <a:noFill/>
                  </a:ln>
                  <a:solidFill>
                    <a:prstClr val="black"/>
                  </a:solidFill>
                  <a:effectLst/>
                  <a:uLnTx/>
                  <a:uFillTx/>
                  <a:latin typeface="Open Sans"/>
                  <a:ea typeface="+mn-ea"/>
                  <a:cs typeface="+mn-cs"/>
                </a:rPr>
                <a:t> and the result of the </a:t>
              </a:r>
              <a:r>
                <a:rPr kumimoji="0" lang="en-US" sz="1000" b="1" i="0" u="none" strike="noStrike" kern="1200" cap="none" spc="0" normalizeH="0" baseline="0" noProof="0">
                  <a:ln>
                    <a:noFill/>
                  </a:ln>
                  <a:solidFill>
                    <a:prstClr val="black"/>
                  </a:solidFill>
                  <a:effectLst/>
                  <a:uLnTx/>
                  <a:uFillTx/>
                  <a:latin typeface="Open Sans"/>
                  <a:ea typeface="+mn-ea"/>
                  <a:cs typeface="+mn-cs"/>
                </a:rPr>
                <a:t>board of director's </a:t>
              </a:r>
              <a:r>
                <a:rPr kumimoji="0" lang="en-US" sz="1000" b="0" i="0" u="none" strike="noStrike" kern="1200" cap="none" spc="0" normalizeH="0" baseline="0" noProof="0">
                  <a:ln>
                    <a:noFill/>
                  </a:ln>
                  <a:solidFill>
                    <a:prstClr val="black"/>
                  </a:solidFill>
                  <a:effectLst/>
                  <a:uLnTx/>
                  <a:uFillTx/>
                  <a:latin typeface="Open Sans"/>
                  <a:ea typeface="+mn-ea"/>
                  <a:cs typeface="+mn-cs"/>
                </a:rPr>
                <a:t>vote)</a:t>
              </a:r>
            </a:p>
          </p:txBody>
        </p:sp>
        <p:grpSp>
          <p:nvGrpSpPr>
            <p:cNvPr id="18" name="Group 17">
              <a:extLst>
                <a:ext uri="{FF2B5EF4-FFF2-40B4-BE49-F238E27FC236}">
                  <a16:creationId xmlns:a16="http://schemas.microsoft.com/office/drawing/2014/main" id="{74ECD5E3-A430-09A2-41E4-23C91556EB6E}"/>
                </a:ext>
              </a:extLst>
            </p:cNvPr>
            <p:cNvGrpSpPr/>
            <p:nvPr/>
          </p:nvGrpSpPr>
          <p:grpSpPr>
            <a:xfrm>
              <a:off x="7625239" y="3122350"/>
              <a:ext cx="561821" cy="561822"/>
              <a:chOff x="7631855" y="3314571"/>
              <a:chExt cx="624503" cy="624503"/>
            </a:xfrm>
          </p:grpSpPr>
          <p:sp>
            <p:nvSpPr>
              <p:cNvPr id="19" name="Freeform 615">
                <a:extLst>
                  <a:ext uri="{FF2B5EF4-FFF2-40B4-BE49-F238E27FC236}">
                    <a16:creationId xmlns:a16="http://schemas.microsoft.com/office/drawing/2014/main" id="{D7C01258-80E3-224F-B7C9-21846A23FEBF}"/>
                  </a:ext>
                </a:extLst>
              </p:cNvPr>
              <p:cNvSpPr>
                <a:spLocks/>
              </p:cNvSpPr>
              <p:nvPr/>
            </p:nvSpPr>
            <p:spPr bwMode="auto">
              <a:xfrm>
                <a:off x="7775124" y="3573556"/>
                <a:ext cx="51430" cy="25714"/>
              </a:xfrm>
              <a:custGeom>
                <a:avLst/>
                <a:gdLst>
                  <a:gd name="T0" fmla="*/ 32 w 43"/>
                  <a:gd name="T1" fmla="*/ 0 h 21"/>
                  <a:gd name="T2" fmla="*/ 11 w 43"/>
                  <a:gd name="T3" fmla="*/ 0 h 21"/>
                  <a:gd name="T4" fmla="*/ 0 w 43"/>
                  <a:gd name="T5" fmla="*/ 11 h 21"/>
                  <a:gd name="T6" fmla="*/ 11 w 43"/>
                  <a:gd name="T7" fmla="*/ 21 h 21"/>
                  <a:gd name="T8" fmla="*/ 32 w 43"/>
                  <a:gd name="T9" fmla="*/ 21 h 21"/>
                  <a:gd name="T10" fmla="*/ 43 w 43"/>
                  <a:gd name="T11" fmla="*/ 11 h 21"/>
                  <a:gd name="T12" fmla="*/ 32 w 43"/>
                  <a:gd name="T13" fmla="*/ 0 h 21"/>
                </a:gdLst>
                <a:ahLst/>
                <a:cxnLst>
                  <a:cxn ang="0">
                    <a:pos x="T0" y="T1"/>
                  </a:cxn>
                  <a:cxn ang="0">
                    <a:pos x="T2" y="T3"/>
                  </a:cxn>
                  <a:cxn ang="0">
                    <a:pos x="T4" y="T5"/>
                  </a:cxn>
                  <a:cxn ang="0">
                    <a:pos x="T6" y="T7"/>
                  </a:cxn>
                  <a:cxn ang="0">
                    <a:pos x="T8" y="T9"/>
                  </a:cxn>
                  <a:cxn ang="0">
                    <a:pos x="T10" y="T11"/>
                  </a:cxn>
                  <a:cxn ang="0">
                    <a:pos x="T12" y="T13"/>
                  </a:cxn>
                </a:cxnLst>
                <a:rect l="0" t="0" r="r" b="b"/>
                <a:pathLst>
                  <a:path w="43" h="21">
                    <a:moveTo>
                      <a:pt x="32" y="0"/>
                    </a:moveTo>
                    <a:cubicBezTo>
                      <a:pt x="11" y="0"/>
                      <a:pt x="11" y="0"/>
                      <a:pt x="11" y="0"/>
                    </a:cubicBezTo>
                    <a:cubicBezTo>
                      <a:pt x="5" y="0"/>
                      <a:pt x="0" y="5"/>
                      <a:pt x="0" y="11"/>
                    </a:cubicBezTo>
                    <a:cubicBezTo>
                      <a:pt x="0" y="17"/>
                      <a:pt x="5" y="21"/>
                      <a:pt x="11" y="21"/>
                    </a:cubicBezTo>
                    <a:cubicBezTo>
                      <a:pt x="32" y="21"/>
                      <a:pt x="32" y="21"/>
                      <a:pt x="32" y="21"/>
                    </a:cubicBezTo>
                    <a:cubicBezTo>
                      <a:pt x="38" y="21"/>
                      <a:pt x="43" y="17"/>
                      <a:pt x="43" y="11"/>
                    </a:cubicBezTo>
                    <a:cubicBezTo>
                      <a:pt x="43" y="5"/>
                      <a:pt x="38" y="0"/>
                      <a:pt x="32" y="0"/>
                    </a:cubicBezTo>
                    <a:close/>
                  </a:path>
                </a:pathLst>
              </a:custGeom>
              <a:solidFill>
                <a:schemeClr val="tx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Open Sans"/>
                  <a:ea typeface="+mn-ea"/>
                  <a:cs typeface="+mn-cs"/>
                </a:endParaRPr>
              </a:p>
            </p:txBody>
          </p:sp>
          <p:sp>
            <p:nvSpPr>
              <p:cNvPr id="20" name="Freeform 616">
                <a:extLst>
                  <a:ext uri="{FF2B5EF4-FFF2-40B4-BE49-F238E27FC236}">
                    <a16:creationId xmlns:a16="http://schemas.microsoft.com/office/drawing/2014/main" id="{D1427EDC-AD93-E0E3-3B90-3B97B1C39D41}"/>
                  </a:ext>
                </a:extLst>
              </p:cNvPr>
              <p:cNvSpPr>
                <a:spLocks/>
              </p:cNvSpPr>
              <p:nvPr/>
            </p:nvSpPr>
            <p:spPr bwMode="auto">
              <a:xfrm>
                <a:off x="7775124" y="3496412"/>
                <a:ext cx="51430" cy="25714"/>
              </a:xfrm>
              <a:custGeom>
                <a:avLst/>
                <a:gdLst>
                  <a:gd name="T0" fmla="*/ 32 w 43"/>
                  <a:gd name="T1" fmla="*/ 0 h 21"/>
                  <a:gd name="T2" fmla="*/ 11 w 43"/>
                  <a:gd name="T3" fmla="*/ 0 h 21"/>
                  <a:gd name="T4" fmla="*/ 0 w 43"/>
                  <a:gd name="T5" fmla="*/ 11 h 21"/>
                  <a:gd name="T6" fmla="*/ 11 w 43"/>
                  <a:gd name="T7" fmla="*/ 21 h 21"/>
                  <a:gd name="T8" fmla="*/ 32 w 43"/>
                  <a:gd name="T9" fmla="*/ 21 h 21"/>
                  <a:gd name="T10" fmla="*/ 43 w 43"/>
                  <a:gd name="T11" fmla="*/ 11 h 21"/>
                  <a:gd name="T12" fmla="*/ 32 w 43"/>
                  <a:gd name="T13" fmla="*/ 0 h 21"/>
                </a:gdLst>
                <a:ahLst/>
                <a:cxnLst>
                  <a:cxn ang="0">
                    <a:pos x="T0" y="T1"/>
                  </a:cxn>
                  <a:cxn ang="0">
                    <a:pos x="T2" y="T3"/>
                  </a:cxn>
                  <a:cxn ang="0">
                    <a:pos x="T4" y="T5"/>
                  </a:cxn>
                  <a:cxn ang="0">
                    <a:pos x="T6" y="T7"/>
                  </a:cxn>
                  <a:cxn ang="0">
                    <a:pos x="T8" y="T9"/>
                  </a:cxn>
                  <a:cxn ang="0">
                    <a:pos x="T10" y="T11"/>
                  </a:cxn>
                  <a:cxn ang="0">
                    <a:pos x="T12" y="T13"/>
                  </a:cxn>
                </a:cxnLst>
                <a:rect l="0" t="0" r="r" b="b"/>
                <a:pathLst>
                  <a:path w="43" h="21">
                    <a:moveTo>
                      <a:pt x="32" y="0"/>
                    </a:moveTo>
                    <a:cubicBezTo>
                      <a:pt x="11" y="0"/>
                      <a:pt x="11" y="0"/>
                      <a:pt x="11" y="0"/>
                    </a:cubicBezTo>
                    <a:cubicBezTo>
                      <a:pt x="5" y="0"/>
                      <a:pt x="0" y="5"/>
                      <a:pt x="0" y="11"/>
                    </a:cubicBezTo>
                    <a:cubicBezTo>
                      <a:pt x="0" y="17"/>
                      <a:pt x="5" y="21"/>
                      <a:pt x="11" y="21"/>
                    </a:cubicBezTo>
                    <a:cubicBezTo>
                      <a:pt x="32" y="21"/>
                      <a:pt x="32" y="21"/>
                      <a:pt x="32" y="21"/>
                    </a:cubicBezTo>
                    <a:cubicBezTo>
                      <a:pt x="38" y="21"/>
                      <a:pt x="43" y="17"/>
                      <a:pt x="43" y="11"/>
                    </a:cubicBezTo>
                    <a:cubicBezTo>
                      <a:pt x="43" y="5"/>
                      <a:pt x="38" y="0"/>
                      <a:pt x="32" y="0"/>
                    </a:cubicBezTo>
                    <a:close/>
                  </a:path>
                </a:pathLst>
              </a:custGeom>
              <a:solidFill>
                <a:schemeClr val="tx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Open Sans"/>
                  <a:ea typeface="+mn-ea"/>
                  <a:cs typeface="+mn-cs"/>
                </a:endParaRPr>
              </a:p>
            </p:txBody>
          </p:sp>
          <p:sp>
            <p:nvSpPr>
              <p:cNvPr id="21" name="Freeform 617">
                <a:extLst>
                  <a:ext uri="{FF2B5EF4-FFF2-40B4-BE49-F238E27FC236}">
                    <a16:creationId xmlns:a16="http://schemas.microsoft.com/office/drawing/2014/main" id="{F8B7D5C5-C309-01A7-B7F7-D435EBFCE760}"/>
                  </a:ext>
                </a:extLst>
              </p:cNvPr>
              <p:cNvSpPr>
                <a:spLocks/>
              </p:cNvSpPr>
              <p:nvPr/>
            </p:nvSpPr>
            <p:spPr bwMode="auto">
              <a:xfrm>
                <a:off x="7775124" y="3652537"/>
                <a:ext cx="51430" cy="25714"/>
              </a:xfrm>
              <a:custGeom>
                <a:avLst/>
                <a:gdLst>
                  <a:gd name="T0" fmla="*/ 32 w 43"/>
                  <a:gd name="T1" fmla="*/ 0 h 21"/>
                  <a:gd name="T2" fmla="*/ 11 w 43"/>
                  <a:gd name="T3" fmla="*/ 0 h 21"/>
                  <a:gd name="T4" fmla="*/ 0 w 43"/>
                  <a:gd name="T5" fmla="*/ 11 h 21"/>
                  <a:gd name="T6" fmla="*/ 11 w 43"/>
                  <a:gd name="T7" fmla="*/ 21 h 21"/>
                  <a:gd name="T8" fmla="*/ 32 w 43"/>
                  <a:gd name="T9" fmla="*/ 21 h 21"/>
                  <a:gd name="T10" fmla="*/ 43 w 43"/>
                  <a:gd name="T11" fmla="*/ 11 h 21"/>
                  <a:gd name="T12" fmla="*/ 32 w 43"/>
                  <a:gd name="T13" fmla="*/ 0 h 21"/>
                </a:gdLst>
                <a:ahLst/>
                <a:cxnLst>
                  <a:cxn ang="0">
                    <a:pos x="T0" y="T1"/>
                  </a:cxn>
                  <a:cxn ang="0">
                    <a:pos x="T2" y="T3"/>
                  </a:cxn>
                  <a:cxn ang="0">
                    <a:pos x="T4" y="T5"/>
                  </a:cxn>
                  <a:cxn ang="0">
                    <a:pos x="T6" y="T7"/>
                  </a:cxn>
                  <a:cxn ang="0">
                    <a:pos x="T8" y="T9"/>
                  </a:cxn>
                  <a:cxn ang="0">
                    <a:pos x="T10" y="T11"/>
                  </a:cxn>
                  <a:cxn ang="0">
                    <a:pos x="T12" y="T13"/>
                  </a:cxn>
                </a:cxnLst>
                <a:rect l="0" t="0" r="r" b="b"/>
                <a:pathLst>
                  <a:path w="43" h="21">
                    <a:moveTo>
                      <a:pt x="32" y="0"/>
                    </a:moveTo>
                    <a:cubicBezTo>
                      <a:pt x="11" y="0"/>
                      <a:pt x="11" y="0"/>
                      <a:pt x="11" y="0"/>
                    </a:cubicBezTo>
                    <a:cubicBezTo>
                      <a:pt x="5" y="0"/>
                      <a:pt x="0" y="5"/>
                      <a:pt x="0" y="11"/>
                    </a:cubicBezTo>
                    <a:cubicBezTo>
                      <a:pt x="0" y="17"/>
                      <a:pt x="5" y="21"/>
                      <a:pt x="11" y="21"/>
                    </a:cubicBezTo>
                    <a:cubicBezTo>
                      <a:pt x="32" y="21"/>
                      <a:pt x="32" y="21"/>
                      <a:pt x="32" y="21"/>
                    </a:cubicBezTo>
                    <a:cubicBezTo>
                      <a:pt x="38" y="21"/>
                      <a:pt x="43" y="17"/>
                      <a:pt x="43" y="11"/>
                    </a:cubicBezTo>
                    <a:cubicBezTo>
                      <a:pt x="43" y="5"/>
                      <a:pt x="38" y="0"/>
                      <a:pt x="32" y="0"/>
                    </a:cubicBezTo>
                    <a:close/>
                  </a:path>
                </a:pathLst>
              </a:custGeom>
              <a:solidFill>
                <a:schemeClr val="tx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Open Sans"/>
                  <a:ea typeface="+mn-ea"/>
                  <a:cs typeface="+mn-cs"/>
                </a:endParaRPr>
              </a:p>
            </p:txBody>
          </p:sp>
          <p:sp>
            <p:nvSpPr>
              <p:cNvPr id="22" name="Freeform 618">
                <a:extLst>
                  <a:ext uri="{FF2B5EF4-FFF2-40B4-BE49-F238E27FC236}">
                    <a16:creationId xmlns:a16="http://schemas.microsoft.com/office/drawing/2014/main" id="{2616F4F8-6DFB-AF0D-1509-E2A4635EDA7B}"/>
                  </a:ext>
                </a:extLst>
              </p:cNvPr>
              <p:cNvSpPr>
                <a:spLocks/>
              </p:cNvSpPr>
              <p:nvPr/>
            </p:nvSpPr>
            <p:spPr bwMode="auto">
              <a:xfrm>
                <a:off x="7865126" y="3573556"/>
                <a:ext cx="247965" cy="25714"/>
              </a:xfrm>
              <a:custGeom>
                <a:avLst/>
                <a:gdLst>
                  <a:gd name="T0" fmla="*/ 192 w 202"/>
                  <a:gd name="T1" fmla="*/ 0 h 21"/>
                  <a:gd name="T2" fmla="*/ 10 w 202"/>
                  <a:gd name="T3" fmla="*/ 0 h 21"/>
                  <a:gd name="T4" fmla="*/ 0 w 202"/>
                  <a:gd name="T5" fmla="*/ 11 h 21"/>
                  <a:gd name="T6" fmla="*/ 10 w 202"/>
                  <a:gd name="T7" fmla="*/ 21 h 21"/>
                  <a:gd name="T8" fmla="*/ 192 w 202"/>
                  <a:gd name="T9" fmla="*/ 21 h 21"/>
                  <a:gd name="T10" fmla="*/ 202 w 202"/>
                  <a:gd name="T11" fmla="*/ 11 h 21"/>
                  <a:gd name="T12" fmla="*/ 192 w 202"/>
                  <a:gd name="T13" fmla="*/ 0 h 21"/>
                </a:gdLst>
                <a:ahLst/>
                <a:cxnLst>
                  <a:cxn ang="0">
                    <a:pos x="T0" y="T1"/>
                  </a:cxn>
                  <a:cxn ang="0">
                    <a:pos x="T2" y="T3"/>
                  </a:cxn>
                  <a:cxn ang="0">
                    <a:pos x="T4" y="T5"/>
                  </a:cxn>
                  <a:cxn ang="0">
                    <a:pos x="T6" y="T7"/>
                  </a:cxn>
                  <a:cxn ang="0">
                    <a:pos x="T8" y="T9"/>
                  </a:cxn>
                  <a:cxn ang="0">
                    <a:pos x="T10" y="T11"/>
                  </a:cxn>
                  <a:cxn ang="0">
                    <a:pos x="T12" y="T13"/>
                  </a:cxn>
                </a:cxnLst>
                <a:rect l="0" t="0" r="r" b="b"/>
                <a:pathLst>
                  <a:path w="202" h="21">
                    <a:moveTo>
                      <a:pt x="192" y="0"/>
                    </a:moveTo>
                    <a:cubicBezTo>
                      <a:pt x="10" y="0"/>
                      <a:pt x="10" y="0"/>
                      <a:pt x="10" y="0"/>
                    </a:cubicBezTo>
                    <a:cubicBezTo>
                      <a:pt x="4" y="0"/>
                      <a:pt x="0" y="5"/>
                      <a:pt x="0" y="11"/>
                    </a:cubicBezTo>
                    <a:cubicBezTo>
                      <a:pt x="0" y="17"/>
                      <a:pt x="4" y="21"/>
                      <a:pt x="10" y="21"/>
                    </a:cubicBezTo>
                    <a:cubicBezTo>
                      <a:pt x="192" y="21"/>
                      <a:pt x="192" y="21"/>
                      <a:pt x="192" y="21"/>
                    </a:cubicBezTo>
                    <a:cubicBezTo>
                      <a:pt x="198" y="21"/>
                      <a:pt x="202" y="17"/>
                      <a:pt x="202" y="11"/>
                    </a:cubicBezTo>
                    <a:cubicBezTo>
                      <a:pt x="202" y="5"/>
                      <a:pt x="198" y="0"/>
                      <a:pt x="192" y="0"/>
                    </a:cubicBezTo>
                    <a:close/>
                  </a:path>
                </a:pathLst>
              </a:custGeom>
              <a:solidFill>
                <a:schemeClr val="tx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Open Sans"/>
                  <a:ea typeface="+mn-ea"/>
                  <a:cs typeface="+mn-cs"/>
                </a:endParaRPr>
              </a:p>
            </p:txBody>
          </p:sp>
          <p:sp>
            <p:nvSpPr>
              <p:cNvPr id="23" name="Freeform 619">
                <a:extLst>
                  <a:ext uri="{FF2B5EF4-FFF2-40B4-BE49-F238E27FC236}">
                    <a16:creationId xmlns:a16="http://schemas.microsoft.com/office/drawing/2014/main" id="{4057D285-0E40-AB59-FA14-B339D2DFEC13}"/>
                  </a:ext>
                </a:extLst>
              </p:cNvPr>
              <p:cNvSpPr>
                <a:spLocks/>
              </p:cNvSpPr>
              <p:nvPr/>
            </p:nvSpPr>
            <p:spPr bwMode="auto">
              <a:xfrm>
                <a:off x="7865126" y="3496412"/>
                <a:ext cx="247965" cy="25714"/>
              </a:xfrm>
              <a:custGeom>
                <a:avLst/>
                <a:gdLst>
                  <a:gd name="T0" fmla="*/ 10 w 202"/>
                  <a:gd name="T1" fmla="*/ 21 h 21"/>
                  <a:gd name="T2" fmla="*/ 192 w 202"/>
                  <a:gd name="T3" fmla="*/ 21 h 21"/>
                  <a:gd name="T4" fmla="*/ 202 w 202"/>
                  <a:gd name="T5" fmla="*/ 11 h 21"/>
                  <a:gd name="T6" fmla="*/ 192 w 202"/>
                  <a:gd name="T7" fmla="*/ 0 h 21"/>
                  <a:gd name="T8" fmla="*/ 10 w 202"/>
                  <a:gd name="T9" fmla="*/ 0 h 21"/>
                  <a:gd name="T10" fmla="*/ 0 w 202"/>
                  <a:gd name="T11" fmla="*/ 11 h 21"/>
                  <a:gd name="T12" fmla="*/ 10 w 202"/>
                  <a:gd name="T13" fmla="*/ 21 h 21"/>
                </a:gdLst>
                <a:ahLst/>
                <a:cxnLst>
                  <a:cxn ang="0">
                    <a:pos x="T0" y="T1"/>
                  </a:cxn>
                  <a:cxn ang="0">
                    <a:pos x="T2" y="T3"/>
                  </a:cxn>
                  <a:cxn ang="0">
                    <a:pos x="T4" y="T5"/>
                  </a:cxn>
                  <a:cxn ang="0">
                    <a:pos x="T6" y="T7"/>
                  </a:cxn>
                  <a:cxn ang="0">
                    <a:pos x="T8" y="T9"/>
                  </a:cxn>
                  <a:cxn ang="0">
                    <a:pos x="T10" y="T11"/>
                  </a:cxn>
                  <a:cxn ang="0">
                    <a:pos x="T12" y="T13"/>
                  </a:cxn>
                </a:cxnLst>
                <a:rect l="0" t="0" r="r" b="b"/>
                <a:pathLst>
                  <a:path w="202" h="21">
                    <a:moveTo>
                      <a:pt x="10" y="21"/>
                    </a:moveTo>
                    <a:cubicBezTo>
                      <a:pt x="192" y="21"/>
                      <a:pt x="192" y="21"/>
                      <a:pt x="192" y="21"/>
                    </a:cubicBezTo>
                    <a:cubicBezTo>
                      <a:pt x="198" y="21"/>
                      <a:pt x="202" y="17"/>
                      <a:pt x="202" y="11"/>
                    </a:cubicBezTo>
                    <a:cubicBezTo>
                      <a:pt x="202" y="5"/>
                      <a:pt x="198" y="0"/>
                      <a:pt x="192" y="0"/>
                    </a:cubicBezTo>
                    <a:cubicBezTo>
                      <a:pt x="10" y="0"/>
                      <a:pt x="10" y="0"/>
                      <a:pt x="10" y="0"/>
                    </a:cubicBezTo>
                    <a:cubicBezTo>
                      <a:pt x="4" y="0"/>
                      <a:pt x="0" y="5"/>
                      <a:pt x="0" y="11"/>
                    </a:cubicBezTo>
                    <a:cubicBezTo>
                      <a:pt x="0" y="17"/>
                      <a:pt x="4" y="21"/>
                      <a:pt x="10" y="21"/>
                    </a:cubicBezTo>
                    <a:close/>
                  </a:path>
                </a:pathLst>
              </a:custGeom>
              <a:solidFill>
                <a:schemeClr val="tx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Open Sans"/>
                  <a:ea typeface="+mn-ea"/>
                  <a:cs typeface="+mn-cs"/>
                </a:endParaRPr>
              </a:p>
            </p:txBody>
          </p:sp>
          <p:sp>
            <p:nvSpPr>
              <p:cNvPr id="24" name="Freeform 620">
                <a:extLst>
                  <a:ext uri="{FF2B5EF4-FFF2-40B4-BE49-F238E27FC236}">
                    <a16:creationId xmlns:a16="http://schemas.microsoft.com/office/drawing/2014/main" id="{C497A04E-9A0F-924B-F96B-849683C01431}"/>
                  </a:ext>
                </a:extLst>
              </p:cNvPr>
              <p:cNvSpPr>
                <a:spLocks/>
              </p:cNvSpPr>
              <p:nvPr/>
            </p:nvSpPr>
            <p:spPr bwMode="auto">
              <a:xfrm>
                <a:off x="7865126" y="3652537"/>
                <a:ext cx="247965" cy="25714"/>
              </a:xfrm>
              <a:custGeom>
                <a:avLst/>
                <a:gdLst>
                  <a:gd name="T0" fmla="*/ 192 w 202"/>
                  <a:gd name="T1" fmla="*/ 0 h 21"/>
                  <a:gd name="T2" fmla="*/ 10 w 202"/>
                  <a:gd name="T3" fmla="*/ 0 h 21"/>
                  <a:gd name="T4" fmla="*/ 0 w 202"/>
                  <a:gd name="T5" fmla="*/ 11 h 21"/>
                  <a:gd name="T6" fmla="*/ 10 w 202"/>
                  <a:gd name="T7" fmla="*/ 21 h 21"/>
                  <a:gd name="T8" fmla="*/ 192 w 202"/>
                  <a:gd name="T9" fmla="*/ 21 h 21"/>
                  <a:gd name="T10" fmla="*/ 202 w 202"/>
                  <a:gd name="T11" fmla="*/ 11 h 21"/>
                  <a:gd name="T12" fmla="*/ 192 w 202"/>
                  <a:gd name="T13" fmla="*/ 0 h 21"/>
                </a:gdLst>
                <a:ahLst/>
                <a:cxnLst>
                  <a:cxn ang="0">
                    <a:pos x="T0" y="T1"/>
                  </a:cxn>
                  <a:cxn ang="0">
                    <a:pos x="T2" y="T3"/>
                  </a:cxn>
                  <a:cxn ang="0">
                    <a:pos x="T4" y="T5"/>
                  </a:cxn>
                  <a:cxn ang="0">
                    <a:pos x="T6" y="T7"/>
                  </a:cxn>
                  <a:cxn ang="0">
                    <a:pos x="T8" y="T9"/>
                  </a:cxn>
                  <a:cxn ang="0">
                    <a:pos x="T10" y="T11"/>
                  </a:cxn>
                  <a:cxn ang="0">
                    <a:pos x="T12" y="T13"/>
                  </a:cxn>
                </a:cxnLst>
                <a:rect l="0" t="0" r="r" b="b"/>
                <a:pathLst>
                  <a:path w="202" h="21">
                    <a:moveTo>
                      <a:pt x="192" y="0"/>
                    </a:moveTo>
                    <a:cubicBezTo>
                      <a:pt x="10" y="0"/>
                      <a:pt x="10" y="0"/>
                      <a:pt x="10" y="0"/>
                    </a:cubicBezTo>
                    <a:cubicBezTo>
                      <a:pt x="4" y="0"/>
                      <a:pt x="0" y="5"/>
                      <a:pt x="0" y="11"/>
                    </a:cubicBezTo>
                    <a:cubicBezTo>
                      <a:pt x="0" y="17"/>
                      <a:pt x="4" y="21"/>
                      <a:pt x="10" y="21"/>
                    </a:cubicBezTo>
                    <a:cubicBezTo>
                      <a:pt x="192" y="21"/>
                      <a:pt x="192" y="21"/>
                      <a:pt x="192" y="21"/>
                    </a:cubicBezTo>
                    <a:cubicBezTo>
                      <a:pt x="198" y="21"/>
                      <a:pt x="202" y="17"/>
                      <a:pt x="202" y="11"/>
                    </a:cubicBezTo>
                    <a:cubicBezTo>
                      <a:pt x="202" y="5"/>
                      <a:pt x="198" y="0"/>
                      <a:pt x="192" y="0"/>
                    </a:cubicBezTo>
                    <a:close/>
                  </a:path>
                </a:pathLst>
              </a:custGeom>
              <a:solidFill>
                <a:schemeClr val="tx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Open Sans"/>
                  <a:ea typeface="+mn-ea"/>
                  <a:cs typeface="+mn-cs"/>
                </a:endParaRPr>
              </a:p>
            </p:txBody>
          </p:sp>
          <p:sp>
            <p:nvSpPr>
              <p:cNvPr id="25" name="Freeform 621">
                <a:extLst>
                  <a:ext uri="{FF2B5EF4-FFF2-40B4-BE49-F238E27FC236}">
                    <a16:creationId xmlns:a16="http://schemas.microsoft.com/office/drawing/2014/main" id="{31E04BA1-8226-EA47-6F05-E42A184A74F8}"/>
                  </a:ext>
                </a:extLst>
              </p:cNvPr>
              <p:cNvSpPr>
                <a:spLocks/>
              </p:cNvSpPr>
              <p:nvPr/>
            </p:nvSpPr>
            <p:spPr bwMode="auto">
              <a:xfrm>
                <a:off x="7775124" y="3729681"/>
                <a:ext cx="51430" cy="25714"/>
              </a:xfrm>
              <a:custGeom>
                <a:avLst/>
                <a:gdLst>
                  <a:gd name="T0" fmla="*/ 32 w 43"/>
                  <a:gd name="T1" fmla="*/ 0 h 21"/>
                  <a:gd name="T2" fmla="*/ 11 w 43"/>
                  <a:gd name="T3" fmla="*/ 0 h 21"/>
                  <a:gd name="T4" fmla="*/ 0 w 43"/>
                  <a:gd name="T5" fmla="*/ 11 h 21"/>
                  <a:gd name="T6" fmla="*/ 11 w 43"/>
                  <a:gd name="T7" fmla="*/ 21 h 21"/>
                  <a:gd name="T8" fmla="*/ 32 w 43"/>
                  <a:gd name="T9" fmla="*/ 21 h 21"/>
                  <a:gd name="T10" fmla="*/ 43 w 43"/>
                  <a:gd name="T11" fmla="*/ 11 h 21"/>
                  <a:gd name="T12" fmla="*/ 32 w 43"/>
                  <a:gd name="T13" fmla="*/ 0 h 21"/>
                </a:gdLst>
                <a:ahLst/>
                <a:cxnLst>
                  <a:cxn ang="0">
                    <a:pos x="T0" y="T1"/>
                  </a:cxn>
                  <a:cxn ang="0">
                    <a:pos x="T2" y="T3"/>
                  </a:cxn>
                  <a:cxn ang="0">
                    <a:pos x="T4" y="T5"/>
                  </a:cxn>
                  <a:cxn ang="0">
                    <a:pos x="T6" y="T7"/>
                  </a:cxn>
                  <a:cxn ang="0">
                    <a:pos x="T8" y="T9"/>
                  </a:cxn>
                  <a:cxn ang="0">
                    <a:pos x="T10" y="T11"/>
                  </a:cxn>
                  <a:cxn ang="0">
                    <a:pos x="T12" y="T13"/>
                  </a:cxn>
                </a:cxnLst>
                <a:rect l="0" t="0" r="r" b="b"/>
                <a:pathLst>
                  <a:path w="43" h="21">
                    <a:moveTo>
                      <a:pt x="32" y="0"/>
                    </a:moveTo>
                    <a:cubicBezTo>
                      <a:pt x="11" y="0"/>
                      <a:pt x="11" y="0"/>
                      <a:pt x="11" y="0"/>
                    </a:cubicBezTo>
                    <a:cubicBezTo>
                      <a:pt x="5" y="0"/>
                      <a:pt x="0" y="5"/>
                      <a:pt x="0" y="11"/>
                    </a:cubicBezTo>
                    <a:cubicBezTo>
                      <a:pt x="0" y="17"/>
                      <a:pt x="5" y="21"/>
                      <a:pt x="11" y="21"/>
                    </a:cubicBezTo>
                    <a:cubicBezTo>
                      <a:pt x="32" y="21"/>
                      <a:pt x="32" y="21"/>
                      <a:pt x="32" y="21"/>
                    </a:cubicBezTo>
                    <a:cubicBezTo>
                      <a:pt x="38" y="21"/>
                      <a:pt x="43" y="17"/>
                      <a:pt x="43" y="11"/>
                    </a:cubicBezTo>
                    <a:cubicBezTo>
                      <a:pt x="43" y="5"/>
                      <a:pt x="38" y="0"/>
                      <a:pt x="32" y="0"/>
                    </a:cubicBezTo>
                    <a:close/>
                  </a:path>
                </a:pathLst>
              </a:custGeom>
              <a:solidFill>
                <a:schemeClr val="tx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Open Sans"/>
                  <a:ea typeface="+mn-ea"/>
                  <a:cs typeface="+mn-cs"/>
                </a:endParaRPr>
              </a:p>
            </p:txBody>
          </p:sp>
          <p:sp>
            <p:nvSpPr>
              <p:cNvPr id="26" name="Freeform 622">
                <a:extLst>
                  <a:ext uri="{FF2B5EF4-FFF2-40B4-BE49-F238E27FC236}">
                    <a16:creationId xmlns:a16="http://schemas.microsoft.com/office/drawing/2014/main" id="{9A96982B-9ED2-3F5F-097B-B5480DFAABB5}"/>
                  </a:ext>
                </a:extLst>
              </p:cNvPr>
              <p:cNvSpPr>
                <a:spLocks/>
              </p:cNvSpPr>
              <p:nvPr/>
            </p:nvSpPr>
            <p:spPr bwMode="auto">
              <a:xfrm>
                <a:off x="7865126" y="3729681"/>
                <a:ext cx="247965" cy="25714"/>
              </a:xfrm>
              <a:custGeom>
                <a:avLst/>
                <a:gdLst>
                  <a:gd name="T0" fmla="*/ 192 w 202"/>
                  <a:gd name="T1" fmla="*/ 0 h 21"/>
                  <a:gd name="T2" fmla="*/ 10 w 202"/>
                  <a:gd name="T3" fmla="*/ 0 h 21"/>
                  <a:gd name="T4" fmla="*/ 0 w 202"/>
                  <a:gd name="T5" fmla="*/ 11 h 21"/>
                  <a:gd name="T6" fmla="*/ 10 w 202"/>
                  <a:gd name="T7" fmla="*/ 21 h 21"/>
                  <a:gd name="T8" fmla="*/ 192 w 202"/>
                  <a:gd name="T9" fmla="*/ 21 h 21"/>
                  <a:gd name="T10" fmla="*/ 202 w 202"/>
                  <a:gd name="T11" fmla="*/ 11 h 21"/>
                  <a:gd name="T12" fmla="*/ 192 w 202"/>
                  <a:gd name="T13" fmla="*/ 0 h 21"/>
                </a:gdLst>
                <a:ahLst/>
                <a:cxnLst>
                  <a:cxn ang="0">
                    <a:pos x="T0" y="T1"/>
                  </a:cxn>
                  <a:cxn ang="0">
                    <a:pos x="T2" y="T3"/>
                  </a:cxn>
                  <a:cxn ang="0">
                    <a:pos x="T4" y="T5"/>
                  </a:cxn>
                  <a:cxn ang="0">
                    <a:pos x="T6" y="T7"/>
                  </a:cxn>
                  <a:cxn ang="0">
                    <a:pos x="T8" y="T9"/>
                  </a:cxn>
                  <a:cxn ang="0">
                    <a:pos x="T10" y="T11"/>
                  </a:cxn>
                  <a:cxn ang="0">
                    <a:pos x="T12" y="T13"/>
                  </a:cxn>
                </a:cxnLst>
                <a:rect l="0" t="0" r="r" b="b"/>
                <a:pathLst>
                  <a:path w="202" h="21">
                    <a:moveTo>
                      <a:pt x="192" y="0"/>
                    </a:moveTo>
                    <a:cubicBezTo>
                      <a:pt x="10" y="0"/>
                      <a:pt x="10" y="0"/>
                      <a:pt x="10" y="0"/>
                    </a:cubicBezTo>
                    <a:cubicBezTo>
                      <a:pt x="4" y="0"/>
                      <a:pt x="0" y="5"/>
                      <a:pt x="0" y="11"/>
                    </a:cubicBezTo>
                    <a:cubicBezTo>
                      <a:pt x="0" y="17"/>
                      <a:pt x="4" y="21"/>
                      <a:pt x="10" y="21"/>
                    </a:cubicBezTo>
                    <a:cubicBezTo>
                      <a:pt x="192" y="21"/>
                      <a:pt x="192" y="21"/>
                      <a:pt x="192" y="21"/>
                    </a:cubicBezTo>
                    <a:cubicBezTo>
                      <a:pt x="198" y="21"/>
                      <a:pt x="202" y="17"/>
                      <a:pt x="202" y="11"/>
                    </a:cubicBezTo>
                    <a:cubicBezTo>
                      <a:pt x="202" y="5"/>
                      <a:pt x="198" y="0"/>
                      <a:pt x="192" y="0"/>
                    </a:cubicBezTo>
                    <a:close/>
                  </a:path>
                </a:pathLst>
              </a:custGeom>
              <a:solidFill>
                <a:schemeClr val="tx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Open Sans"/>
                  <a:ea typeface="+mn-ea"/>
                  <a:cs typeface="+mn-cs"/>
                </a:endParaRPr>
              </a:p>
            </p:txBody>
          </p:sp>
          <p:sp>
            <p:nvSpPr>
              <p:cNvPr id="27" name="Freeform 623">
                <a:extLst>
                  <a:ext uri="{FF2B5EF4-FFF2-40B4-BE49-F238E27FC236}">
                    <a16:creationId xmlns:a16="http://schemas.microsoft.com/office/drawing/2014/main" id="{E6B46059-8AB2-02FC-00A0-FD459E6A38F6}"/>
                  </a:ext>
                </a:extLst>
              </p:cNvPr>
              <p:cNvSpPr>
                <a:spLocks noEditPoints="1"/>
              </p:cNvSpPr>
              <p:nvPr/>
            </p:nvSpPr>
            <p:spPr bwMode="auto">
              <a:xfrm>
                <a:off x="7631855" y="3314571"/>
                <a:ext cx="624503" cy="624503"/>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solidFill>
                <a:schemeClr val="tx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Open Sans"/>
                  <a:ea typeface="+mn-ea"/>
                  <a:cs typeface="+mn-cs"/>
                </a:endParaRPr>
              </a:p>
            </p:txBody>
          </p:sp>
        </p:grpSp>
      </p:grpSp>
      <p:grpSp>
        <p:nvGrpSpPr>
          <p:cNvPr id="28" name="Group 27">
            <a:extLst>
              <a:ext uri="{FF2B5EF4-FFF2-40B4-BE49-F238E27FC236}">
                <a16:creationId xmlns:a16="http://schemas.microsoft.com/office/drawing/2014/main" id="{E7981515-B54A-1AF5-51E0-0F760EE236D4}"/>
              </a:ext>
            </a:extLst>
          </p:cNvPr>
          <p:cNvGrpSpPr/>
          <p:nvPr/>
        </p:nvGrpSpPr>
        <p:grpSpPr>
          <a:xfrm>
            <a:off x="7613996" y="5114054"/>
            <a:ext cx="3899666" cy="561826"/>
            <a:chOff x="7625324" y="5146072"/>
            <a:chExt cx="3899666" cy="561826"/>
          </a:xfrm>
        </p:grpSpPr>
        <p:sp>
          <p:nvSpPr>
            <p:cNvPr id="29" name="TextBox 28">
              <a:extLst>
                <a:ext uri="{FF2B5EF4-FFF2-40B4-BE49-F238E27FC236}">
                  <a16:creationId xmlns:a16="http://schemas.microsoft.com/office/drawing/2014/main" id="{2E7460D3-0C6D-E3B7-50F3-B887EE78D041}"/>
                </a:ext>
              </a:extLst>
            </p:cNvPr>
            <p:cNvSpPr txBox="1"/>
            <p:nvPr/>
          </p:nvSpPr>
          <p:spPr>
            <a:xfrm>
              <a:off x="8413341" y="5196152"/>
              <a:ext cx="3111649" cy="461665"/>
            </a:xfrm>
            <a:prstGeom prst="rect">
              <a:avLst/>
            </a:prstGeom>
            <a:noFill/>
          </p:spPr>
          <p:txBody>
            <a:bodyPr vert="horz" wrap="square" lIns="0" tIns="0" rIns="0" bIns="0" rtlCol="0">
              <a:spAutoFit/>
            </a:bodyPr>
            <a:lstStyle/>
            <a:p>
              <a:pPr marL="0" marR="0" lvl="0" indent="0" algn="l" defTabSz="914400" rtl="0" eaLnBrk="1" fontAlgn="auto" latinLnBrk="0" hangingPunct="1">
                <a:lnSpc>
                  <a:spcPct val="100000"/>
                </a:lnSpc>
                <a:spcBef>
                  <a:spcPts val="200"/>
                </a:spcBef>
                <a:spcAft>
                  <a:spcPts val="0"/>
                </a:spcAft>
                <a:buClrTx/>
                <a:buSzPct val="100000"/>
                <a:buFontTx/>
                <a:buNone/>
                <a:tabLst/>
                <a:defRPr/>
              </a:pPr>
              <a:r>
                <a:rPr kumimoji="0" lang="en-US" sz="1000" b="0" i="0" u="none" strike="noStrike" kern="1200" cap="none" spc="0" normalizeH="0" baseline="0" noProof="0">
                  <a:ln>
                    <a:noFill/>
                  </a:ln>
                  <a:solidFill>
                    <a:prstClr val="black"/>
                  </a:solidFill>
                  <a:effectLst/>
                  <a:uLnTx/>
                  <a:uFillTx/>
                  <a:latin typeface="Open Sans"/>
                  <a:ea typeface="+mn-ea"/>
                  <a:cs typeface="+mn-cs"/>
                </a:rPr>
                <a:t>Summary of the filing and considerations taken generated for supplemental review by executive level.</a:t>
              </a:r>
            </a:p>
          </p:txBody>
        </p:sp>
        <p:grpSp>
          <p:nvGrpSpPr>
            <p:cNvPr id="30" name="Group 29">
              <a:extLst>
                <a:ext uri="{FF2B5EF4-FFF2-40B4-BE49-F238E27FC236}">
                  <a16:creationId xmlns:a16="http://schemas.microsoft.com/office/drawing/2014/main" id="{06F56169-06BD-9418-ECFC-A242CCB3DA51}"/>
                </a:ext>
              </a:extLst>
            </p:cNvPr>
            <p:cNvGrpSpPr/>
            <p:nvPr/>
          </p:nvGrpSpPr>
          <p:grpSpPr>
            <a:xfrm>
              <a:off x="7625324" y="5146072"/>
              <a:ext cx="561828" cy="561826"/>
              <a:chOff x="7631855" y="5062281"/>
              <a:chExt cx="624503" cy="624503"/>
            </a:xfrm>
          </p:grpSpPr>
          <p:sp>
            <p:nvSpPr>
              <p:cNvPr id="31" name="Freeform 27">
                <a:extLst>
                  <a:ext uri="{FF2B5EF4-FFF2-40B4-BE49-F238E27FC236}">
                    <a16:creationId xmlns:a16="http://schemas.microsoft.com/office/drawing/2014/main" id="{17CF0957-136E-93F7-9CFD-F4102646791A}"/>
                  </a:ext>
                </a:extLst>
              </p:cNvPr>
              <p:cNvSpPr>
                <a:spLocks noEditPoints="1"/>
              </p:cNvSpPr>
              <p:nvPr/>
            </p:nvSpPr>
            <p:spPr bwMode="auto">
              <a:xfrm>
                <a:off x="7695205" y="5248216"/>
                <a:ext cx="497802" cy="252633"/>
              </a:xfrm>
              <a:custGeom>
                <a:avLst/>
                <a:gdLst>
                  <a:gd name="T0" fmla="*/ 159 w 545"/>
                  <a:gd name="T1" fmla="*/ 219 h 276"/>
                  <a:gd name="T2" fmla="*/ 271 w 545"/>
                  <a:gd name="T3" fmla="*/ 212 h 276"/>
                  <a:gd name="T4" fmla="*/ 299 w 545"/>
                  <a:gd name="T5" fmla="*/ 187 h 276"/>
                  <a:gd name="T6" fmla="*/ 292 w 545"/>
                  <a:gd name="T7" fmla="*/ 239 h 276"/>
                  <a:gd name="T8" fmla="*/ 407 w 545"/>
                  <a:gd name="T9" fmla="*/ 228 h 276"/>
                  <a:gd name="T10" fmla="*/ 338 w 545"/>
                  <a:gd name="T11" fmla="*/ 77 h 276"/>
                  <a:gd name="T12" fmla="*/ 330 w 545"/>
                  <a:gd name="T13" fmla="*/ 133 h 276"/>
                  <a:gd name="T14" fmla="*/ 229 w 545"/>
                  <a:gd name="T15" fmla="*/ 133 h 276"/>
                  <a:gd name="T16" fmla="*/ 221 w 545"/>
                  <a:gd name="T17" fmla="*/ 77 h 276"/>
                  <a:gd name="T18" fmla="*/ 247 w 545"/>
                  <a:gd name="T19" fmla="*/ 70 h 276"/>
                  <a:gd name="T20" fmla="*/ 312 w 545"/>
                  <a:gd name="T21" fmla="*/ 70 h 276"/>
                  <a:gd name="T22" fmla="*/ 328 w 545"/>
                  <a:gd name="T23" fmla="*/ 85 h 276"/>
                  <a:gd name="T24" fmla="*/ 322 w 545"/>
                  <a:gd name="T25" fmla="*/ 127 h 276"/>
                  <a:gd name="T26" fmla="*/ 237 w 545"/>
                  <a:gd name="T27" fmla="*/ 127 h 276"/>
                  <a:gd name="T28" fmla="*/ 231 w 545"/>
                  <a:gd name="T29" fmla="*/ 85 h 276"/>
                  <a:gd name="T30" fmla="*/ 445 w 545"/>
                  <a:gd name="T31" fmla="*/ 47 h 276"/>
                  <a:gd name="T32" fmla="*/ 477 w 545"/>
                  <a:gd name="T33" fmla="*/ 114 h 276"/>
                  <a:gd name="T34" fmla="*/ 407 w 545"/>
                  <a:gd name="T35" fmla="*/ 174 h 276"/>
                  <a:gd name="T36" fmla="*/ 371 w 545"/>
                  <a:gd name="T37" fmla="*/ 91 h 276"/>
                  <a:gd name="T38" fmla="*/ 445 w 545"/>
                  <a:gd name="T39" fmla="*/ 47 h 276"/>
                  <a:gd name="T40" fmla="*/ 449 w 545"/>
                  <a:gd name="T41" fmla="*/ 81 h 276"/>
                  <a:gd name="T42" fmla="*/ 457 w 545"/>
                  <a:gd name="T43" fmla="*/ 97 h 276"/>
                  <a:gd name="T44" fmla="*/ 469 w 545"/>
                  <a:gd name="T45" fmla="*/ 113 h 276"/>
                  <a:gd name="T46" fmla="*/ 436 w 545"/>
                  <a:gd name="T47" fmla="*/ 166 h 276"/>
                  <a:gd name="T48" fmla="*/ 383 w 545"/>
                  <a:gd name="T49" fmla="*/ 131 h 276"/>
                  <a:gd name="T50" fmla="*/ 384 w 545"/>
                  <a:gd name="T51" fmla="*/ 100 h 276"/>
                  <a:gd name="T52" fmla="*/ 358 w 545"/>
                  <a:gd name="T53" fmla="*/ 183 h 276"/>
                  <a:gd name="T54" fmla="*/ 437 w 545"/>
                  <a:gd name="T55" fmla="*/ 190 h 276"/>
                  <a:gd name="T56" fmla="*/ 541 w 545"/>
                  <a:gd name="T57" fmla="*/ 230 h 276"/>
                  <a:gd name="T58" fmla="*/ 414 w 545"/>
                  <a:gd name="T59" fmla="*/ 224 h 276"/>
                  <a:gd name="T60" fmla="*/ 358 w 545"/>
                  <a:gd name="T61" fmla="*/ 183 h 276"/>
                  <a:gd name="T62" fmla="*/ 62 w 545"/>
                  <a:gd name="T63" fmla="*/ 84 h 276"/>
                  <a:gd name="T64" fmla="*/ 82 w 545"/>
                  <a:gd name="T65" fmla="*/ 160 h 276"/>
                  <a:gd name="T66" fmla="*/ 95 w 545"/>
                  <a:gd name="T67" fmla="*/ 158 h 276"/>
                  <a:gd name="T68" fmla="*/ 149 w 545"/>
                  <a:gd name="T69" fmla="*/ 158 h 276"/>
                  <a:gd name="T70" fmla="*/ 162 w 545"/>
                  <a:gd name="T71" fmla="*/ 160 h 276"/>
                  <a:gd name="T72" fmla="*/ 183 w 545"/>
                  <a:gd name="T73" fmla="*/ 84 h 276"/>
                  <a:gd name="T74" fmla="*/ 139 w 545"/>
                  <a:gd name="T75" fmla="*/ 34 h 276"/>
                  <a:gd name="T76" fmla="*/ 139 w 545"/>
                  <a:gd name="T77" fmla="*/ 73 h 276"/>
                  <a:gd name="T78" fmla="*/ 90 w 545"/>
                  <a:gd name="T79" fmla="*/ 137 h 276"/>
                  <a:gd name="T80" fmla="*/ 155 w 545"/>
                  <a:gd name="T81" fmla="*/ 137 h 276"/>
                  <a:gd name="T82" fmla="*/ 139 w 545"/>
                  <a:gd name="T83" fmla="*/ 73 h 276"/>
                  <a:gd name="T84" fmla="*/ 37 w 545"/>
                  <a:gd name="T85" fmla="*/ 192 h 276"/>
                  <a:gd name="T86" fmla="*/ 164 w 545"/>
                  <a:gd name="T87" fmla="*/ 166 h 276"/>
                  <a:gd name="T88" fmla="*/ 152 w 545"/>
                  <a:gd name="T89" fmla="*/ 214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45" h="276">
                    <a:moveTo>
                      <a:pt x="135" y="276"/>
                    </a:moveTo>
                    <a:cubicBezTo>
                      <a:pt x="137" y="261"/>
                      <a:pt x="144" y="243"/>
                      <a:pt x="151" y="230"/>
                    </a:cubicBezTo>
                    <a:cubicBezTo>
                      <a:pt x="154" y="226"/>
                      <a:pt x="156" y="223"/>
                      <a:pt x="159" y="219"/>
                    </a:cubicBezTo>
                    <a:cubicBezTo>
                      <a:pt x="185" y="186"/>
                      <a:pt x="212" y="197"/>
                      <a:pt x="236" y="179"/>
                    </a:cubicBezTo>
                    <a:cubicBezTo>
                      <a:pt x="245" y="201"/>
                      <a:pt x="251" y="219"/>
                      <a:pt x="268" y="239"/>
                    </a:cubicBezTo>
                    <a:cubicBezTo>
                      <a:pt x="271" y="212"/>
                      <a:pt x="271" y="212"/>
                      <a:pt x="271" y="212"/>
                    </a:cubicBezTo>
                    <a:cubicBezTo>
                      <a:pt x="261" y="194"/>
                      <a:pt x="261" y="194"/>
                      <a:pt x="261" y="194"/>
                    </a:cubicBezTo>
                    <a:cubicBezTo>
                      <a:pt x="260" y="192"/>
                      <a:pt x="259" y="189"/>
                      <a:pt x="261" y="187"/>
                    </a:cubicBezTo>
                    <a:cubicBezTo>
                      <a:pt x="270" y="192"/>
                      <a:pt x="289" y="192"/>
                      <a:pt x="299" y="187"/>
                    </a:cubicBezTo>
                    <a:cubicBezTo>
                      <a:pt x="299" y="189"/>
                      <a:pt x="299" y="192"/>
                      <a:pt x="299" y="193"/>
                    </a:cubicBezTo>
                    <a:cubicBezTo>
                      <a:pt x="288" y="212"/>
                      <a:pt x="288" y="212"/>
                      <a:pt x="288" y="212"/>
                    </a:cubicBezTo>
                    <a:cubicBezTo>
                      <a:pt x="292" y="239"/>
                      <a:pt x="292" y="239"/>
                      <a:pt x="292" y="239"/>
                    </a:cubicBezTo>
                    <a:cubicBezTo>
                      <a:pt x="308" y="219"/>
                      <a:pt x="314" y="201"/>
                      <a:pt x="323" y="179"/>
                    </a:cubicBezTo>
                    <a:cubicBezTo>
                      <a:pt x="346" y="195"/>
                      <a:pt x="374" y="186"/>
                      <a:pt x="400" y="219"/>
                    </a:cubicBezTo>
                    <a:cubicBezTo>
                      <a:pt x="403" y="222"/>
                      <a:pt x="405" y="225"/>
                      <a:pt x="407" y="228"/>
                    </a:cubicBezTo>
                    <a:cubicBezTo>
                      <a:pt x="416" y="243"/>
                      <a:pt x="420" y="259"/>
                      <a:pt x="422" y="276"/>
                    </a:cubicBezTo>
                    <a:cubicBezTo>
                      <a:pt x="135" y="276"/>
                      <a:pt x="135" y="276"/>
                      <a:pt x="135" y="276"/>
                    </a:cubicBezTo>
                    <a:close/>
                    <a:moveTo>
                      <a:pt x="338" y="77"/>
                    </a:moveTo>
                    <a:cubicBezTo>
                      <a:pt x="338" y="78"/>
                      <a:pt x="338" y="80"/>
                      <a:pt x="338" y="81"/>
                    </a:cubicBezTo>
                    <a:cubicBezTo>
                      <a:pt x="343" y="87"/>
                      <a:pt x="343" y="99"/>
                      <a:pt x="342" y="106"/>
                    </a:cubicBezTo>
                    <a:cubicBezTo>
                      <a:pt x="341" y="114"/>
                      <a:pt x="338" y="128"/>
                      <a:pt x="330" y="133"/>
                    </a:cubicBezTo>
                    <a:cubicBezTo>
                      <a:pt x="325" y="152"/>
                      <a:pt x="314" y="169"/>
                      <a:pt x="295" y="177"/>
                    </a:cubicBezTo>
                    <a:cubicBezTo>
                      <a:pt x="285" y="182"/>
                      <a:pt x="274" y="182"/>
                      <a:pt x="264" y="177"/>
                    </a:cubicBezTo>
                    <a:cubicBezTo>
                      <a:pt x="245" y="169"/>
                      <a:pt x="234" y="152"/>
                      <a:pt x="229" y="133"/>
                    </a:cubicBezTo>
                    <a:cubicBezTo>
                      <a:pt x="221" y="128"/>
                      <a:pt x="218" y="114"/>
                      <a:pt x="217" y="106"/>
                    </a:cubicBezTo>
                    <a:cubicBezTo>
                      <a:pt x="216" y="99"/>
                      <a:pt x="216" y="87"/>
                      <a:pt x="221" y="81"/>
                    </a:cubicBezTo>
                    <a:cubicBezTo>
                      <a:pt x="221" y="80"/>
                      <a:pt x="221" y="78"/>
                      <a:pt x="221" y="77"/>
                    </a:cubicBezTo>
                    <a:cubicBezTo>
                      <a:pt x="221" y="0"/>
                      <a:pt x="338" y="0"/>
                      <a:pt x="338" y="77"/>
                    </a:cubicBezTo>
                    <a:close/>
                    <a:moveTo>
                      <a:pt x="240" y="89"/>
                    </a:moveTo>
                    <a:cubicBezTo>
                      <a:pt x="241" y="81"/>
                      <a:pt x="243" y="72"/>
                      <a:pt x="247" y="70"/>
                    </a:cubicBezTo>
                    <a:cubicBezTo>
                      <a:pt x="250" y="69"/>
                      <a:pt x="253" y="71"/>
                      <a:pt x="256" y="73"/>
                    </a:cubicBezTo>
                    <a:cubicBezTo>
                      <a:pt x="269" y="85"/>
                      <a:pt x="290" y="85"/>
                      <a:pt x="303" y="73"/>
                    </a:cubicBezTo>
                    <a:cubicBezTo>
                      <a:pt x="306" y="71"/>
                      <a:pt x="309" y="69"/>
                      <a:pt x="312" y="70"/>
                    </a:cubicBezTo>
                    <a:cubicBezTo>
                      <a:pt x="316" y="72"/>
                      <a:pt x="318" y="81"/>
                      <a:pt x="319" y="89"/>
                    </a:cubicBezTo>
                    <a:cubicBezTo>
                      <a:pt x="320" y="93"/>
                      <a:pt x="322" y="93"/>
                      <a:pt x="323" y="91"/>
                    </a:cubicBezTo>
                    <a:cubicBezTo>
                      <a:pt x="325" y="87"/>
                      <a:pt x="327" y="85"/>
                      <a:pt x="328" y="85"/>
                    </a:cubicBezTo>
                    <a:cubicBezTo>
                      <a:pt x="332" y="85"/>
                      <a:pt x="334" y="94"/>
                      <a:pt x="333" y="105"/>
                    </a:cubicBezTo>
                    <a:cubicBezTo>
                      <a:pt x="332" y="117"/>
                      <a:pt x="328" y="126"/>
                      <a:pt x="324" y="126"/>
                    </a:cubicBezTo>
                    <a:cubicBezTo>
                      <a:pt x="323" y="126"/>
                      <a:pt x="323" y="126"/>
                      <a:pt x="322" y="127"/>
                    </a:cubicBezTo>
                    <a:cubicBezTo>
                      <a:pt x="318" y="148"/>
                      <a:pt x="308" y="163"/>
                      <a:pt x="292" y="169"/>
                    </a:cubicBezTo>
                    <a:cubicBezTo>
                      <a:pt x="284" y="173"/>
                      <a:pt x="275" y="173"/>
                      <a:pt x="267" y="169"/>
                    </a:cubicBezTo>
                    <a:cubicBezTo>
                      <a:pt x="251" y="163"/>
                      <a:pt x="241" y="148"/>
                      <a:pt x="237" y="127"/>
                    </a:cubicBezTo>
                    <a:cubicBezTo>
                      <a:pt x="237" y="126"/>
                      <a:pt x="236" y="126"/>
                      <a:pt x="235" y="126"/>
                    </a:cubicBezTo>
                    <a:cubicBezTo>
                      <a:pt x="231" y="126"/>
                      <a:pt x="227" y="117"/>
                      <a:pt x="226" y="105"/>
                    </a:cubicBezTo>
                    <a:cubicBezTo>
                      <a:pt x="225" y="94"/>
                      <a:pt x="227" y="85"/>
                      <a:pt x="231" y="85"/>
                    </a:cubicBezTo>
                    <a:cubicBezTo>
                      <a:pt x="232" y="85"/>
                      <a:pt x="234" y="87"/>
                      <a:pt x="236" y="91"/>
                    </a:cubicBezTo>
                    <a:cubicBezTo>
                      <a:pt x="237" y="93"/>
                      <a:pt x="239" y="93"/>
                      <a:pt x="240" y="89"/>
                    </a:cubicBezTo>
                    <a:close/>
                    <a:moveTo>
                      <a:pt x="445" y="47"/>
                    </a:moveTo>
                    <a:cubicBezTo>
                      <a:pt x="458" y="47"/>
                      <a:pt x="465" y="55"/>
                      <a:pt x="469" y="64"/>
                    </a:cubicBezTo>
                    <a:cubicBezTo>
                      <a:pt x="472" y="72"/>
                      <a:pt x="474" y="82"/>
                      <a:pt x="473" y="91"/>
                    </a:cubicBezTo>
                    <a:cubicBezTo>
                      <a:pt x="477" y="97"/>
                      <a:pt x="477" y="108"/>
                      <a:pt x="477" y="114"/>
                    </a:cubicBezTo>
                    <a:cubicBezTo>
                      <a:pt x="476" y="121"/>
                      <a:pt x="473" y="134"/>
                      <a:pt x="466" y="138"/>
                    </a:cubicBezTo>
                    <a:cubicBezTo>
                      <a:pt x="463" y="152"/>
                      <a:pt x="452" y="165"/>
                      <a:pt x="439" y="173"/>
                    </a:cubicBezTo>
                    <a:cubicBezTo>
                      <a:pt x="429" y="179"/>
                      <a:pt x="417" y="180"/>
                      <a:pt x="407" y="174"/>
                    </a:cubicBezTo>
                    <a:cubicBezTo>
                      <a:pt x="393" y="166"/>
                      <a:pt x="382" y="152"/>
                      <a:pt x="378" y="138"/>
                    </a:cubicBezTo>
                    <a:cubicBezTo>
                      <a:pt x="371" y="134"/>
                      <a:pt x="368" y="121"/>
                      <a:pt x="368" y="114"/>
                    </a:cubicBezTo>
                    <a:cubicBezTo>
                      <a:pt x="367" y="108"/>
                      <a:pt x="367" y="97"/>
                      <a:pt x="371" y="91"/>
                    </a:cubicBezTo>
                    <a:cubicBezTo>
                      <a:pt x="371" y="78"/>
                      <a:pt x="373" y="62"/>
                      <a:pt x="383" y="52"/>
                    </a:cubicBezTo>
                    <a:cubicBezTo>
                      <a:pt x="398" y="38"/>
                      <a:pt x="429" y="35"/>
                      <a:pt x="442" y="46"/>
                    </a:cubicBezTo>
                    <a:cubicBezTo>
                      <a:pt x="443" y="47"/>
                      <a:pt x="443" y="47"/>
                      <a:pt x="445" y="47"/>
                    </a:cubicBezTo>
                    <a:close/>
                    <a:moveTo>
                      <a:pt x="388" y="93"/>
                    </a:moveTo>
                    <a:cubicBezTo>
                      <a:pt x="388" y="89"/>
                      <a:pt x="389" y="89"/>
                      <a:pt x="392" y="90"/>
                    </a:cubicBezTo>
                    <a:cubicBezTo>
                      <a:pt x="401" y="93"/>
                      <a:pt x="440" y="85"/>
                      <a:pt x="449" y="81"/>
                    </a:cubicBezTo>
                    <a:cubicBezTo>
                      <a:pt x="451" y="81"/>
                      <a:pt x="452" y="80"/>
                      <a:pt x="454" y="82"/>
                    </a:cubicBezTo>
                    <a:cubicBezTo>
                      <a:pt x="455" y="83"/>
                      <a:pt x="455" y="84"/>
                      <a:pt x="455" y="85"/>
                    </a:cubicBezTo>
                    <a:cubicBezTo>
                      <a:pt x="456" y="89"/>
                      <a:pt x="457" y="93"/>
                      <a:pt x="457" y="97"/>
                    </a:cubicBezTo>
                    <a:cubicBezTo>
                      <a:pt x="457" y="102"/>
                      <a:pt x="458" y="103"/>
                      <a:pt x="461" y="98"/>
                    </a:cubicBezTo>
                    <a:cubicBezTo>
                      <a:pt x="462" y="96"/>
                      <a:pt x="464" y="94"/>
                      <a:pt x="465" y="94"/>
                    </a:cubicBezTo>
                    <a:cubicBezTo>
                      <a:pt x="468" y="94"/>
                      <a:pt x="470" y="103"/>
                      <a:pt x="469" y="113"/>
                    </a:cubicBezTo>
                    <a:cubicBezTo>
                      <a:pt x="468" y="123"/>
                      <a:pt x="465" y="131"/>
                      <a:pt x="461" y="131"/>
                    </a:cubicBezTo>
                    <a:cubicBezTo>
                      <a:pt x="460" y="131"/>
                      <a:pt x="460" y="132"/>
                      <a:pt x="460" y="133"/>
                    </a:cubicBezTo>
                    <a:cubicBezTo>
                      <a:pt x="457" y="147"/>
                      <a:pt x="447" y="160"/>
                      <a:pt x="436" y="166"/>
                    </a:cubicBezTo>
                    <a:cubicBezTo>
                      <a:pt x="426" y="171"/>
                      <a:pt x="420" y="172"/>
                      <a:pt x="410" y="166"/>
                    </a:cubicBezTo>
                    <a:cubicBezTo>
                      <a:pt x="398" y="160"/>
                      <a:pt x="388" y="147"/>
                      <a:pt x="385" y="133"/>
                    </a:cubicBezTo>
                    <a:cubicBezTo>
                      <a:pt x="385" y="132"/>
                      <a:pt x="384" y="131"/>
                      <a:pt x="383" y="131"/>
                    </a:cubicBezTo>
                    <a:cubicBezTo>
                      <a:pt x="380" y="131"/>
                      <a:pt x="376" y="123"/>
                      <a:pt x="375" y="113"/>
                    </a:cubicBezTo>
                    <a:cubicBezTo>
                      <a:pt x="374" y="103"/>
                      <a:pt x="376" y="94"/>
                      <a:pt x="379" y="94"/>
                    </a:cubicBezTo>
                    <a:cubicBezTo>
                      <a:pt x="381" y="94"/>
                      <a:pt x="383" y="96"/>
                      <a:pt x="384" y="100"/>
                    </a:cubicBezTo>
                    <a:cubicBezTo>
                      <a:pt x="385" y="101"/>
                      <a:pt x="387" y="103"/>
                      <a:pt x="387" y="101"/>
                    </a:cubicBezTo>
                    <a:cubicBezTo>
                      <a:pt x="388" y="100"/>
                      <a:pt x="388" y="94"/>
                      <a:pt x="388" y="93"/>
                    </a:cubicBezTo>
                    <a:close/>
                    <a:moveTo>
                      <a:pt x="358" y="183"/>
                    </a:moveTo>
                    <a:cubicBezTo>
                      <a:pt x="367" y="180"/>
                      <a:pt x="376" y="178"/>
                      <a:pt x="385" y="171"/>
                    </a:cubicBezTo>
                    <a:cubicBezTo>
                      <a:pt x="391" y="179"/>
                      <a:pt x="398" y="187"/>
                      <a:pt x="408" y="190"/>
                    </a:cubicBezTo>
                    <a:cubicBezTo>
                      <a:pt x="415" y="193"/>
                      <a:pt x="429" y="193"/>
                      <a:pt x="437" y="190"/>
                    </a:cubicBezTo>
                    <a:cubicBezTo>
                      <a:pt x="446" y="187"/>
                      <a:pt x="454" y="179"/>
                      <a:pt x="460" y="171"/>
                    </a:cubicBezTo>
                    <a:cubicBezTo>
                      <a:pt x="474" y="182"/>
                      <a:pt x="490" y="181"/>
                      <a:pt x="507" y="190"/>
                    </a:cubicBezTo>
                    <a:cubicBezTo>
                      <a:pt x="523" y="198"/>
                      <a:pt x="534" y="214"/>
                      <a:pt x="541" y="230"/>
                    </a:cubicBezTo>
                    <a:cubicBezTo>
                      <a:pt x="543" y="235"/>
                      <a:pt x="545" y="239"/>
                      <a:pt x="544" y="241"/>
                    </a:cubicBezTo>
                    <a:cubicBezTo>
                      <a:pt x="423" y="241"/>
                      <a:pt x="423" y="241"/>
                      <a:pt x="423" y="241"/>
                    </a:cubicBezTo>
                    <a:cubicBezTo>
                      <a:pt x="421" y="235"/>
                      <a:pt x="418" y="229"/>
                      <a:pt x="414" y="224"/>
                    </a:cubicBezTo>
                    <a:cubicBezTo>
                      <a:pt x="412" y="220"/>
                      <a:pt x="410" y="217"/>
                      <a:pt x="407" y="214"/>
                    </a:cubicBezTo>
                    <a:cubicBezTo>
                      <a:pt x="398" y="202"/>
                      <a:pt x="386" y="193"/>
                      <a:pt x="372" y="187"/>
                    </a:cubicBezTo>
                    <a:cubicBezTo>
                      <a:pt x="367" y="185"/>
                      <a:pt x="363" y="184"/>
                      <a:pt x="358" y="183"/>
                    </a:cubicBezTo>
                    <a:close/>
                    <a:moveTo>
                      <a:pt x="106" y="30"/>
                    </a:moveTo>
                    <a:cubicBezTo>
                      <a:pt x="89" y="35"/>
                      <a:pt x="73" y="46"/>
                      <a:pt x="66" y="65"/>
                    </a:cubicBezTo>
                    <a:cubicBezTo>
                      <a:pt x="63" y="71"/>
                      <a:pt x="62" y="78"/>
                      <a:pt x="62" y="84"/>
                    </a:cubicBezTo>
                    <a:cubicBezTo>
                      <a:pt x="60" y="119"/>
                      <a:pt x="65" y="147"/>
                      <a:pt x="44" y="180"/>
                    </a:cubicBezTo>
                    <a:cubicBezTo>
                      <a:pt x="55" y="173"/>
                      <a:pt x="67" y="166"/>
                      <a:pt x="79" y="161"/>
                    </a:cubicBezTo>
                    <a:cubicBezTo>
                      <a:pt x="82" y="160"/>
                      <a:pt x="82" y="160"/>
                      <a:pt x="82" y="160"/>
                    </a:cubicBezTo>
                    <a:cubicBezTo>
                      <a:pt x="84" y="162"/>
                      <a:pt x="88" y="166"/>
                      <a:pt x="91" y="168"/>
                    </a:cubicBezTo>
                    <a:cubicBezTo>
                      <a:pt x="92" y="168"/>
                      <a:pt x="95" y="162"/>
                      <a:pt x="95" y="157"/>
                    </a:cubicBezTo>
                    <a:cubicBezTo>
                      <a:pt x="95" y="157"/>
                      <a:pt x="95" y="158"/>
                      <a:pt x="95" y="158"/>
                    </a:cubicBezTo>
                    <a:cubicBezTo>
                      <a:pt x="100" y="161"/>
                      <a:pt x="105" y="165"/>
                      <a:pt x="110" y="168"/>
                    </a:cubicBezTo>
                    <a:cubicBezTo>
                      <a:pt x="118" y="173"/>
                      <a:pt x="126" y="173"/>
                      <a:pt x="135" y="168"/>
                    </a:cubicBezTo>
                    <a:cubicBezTo>
                      <a:pt x="140" y="165"/>
                      <a:pt x="145" y="161"/>
                      <a:pt x="149" y="158"/>
                    </a:cubicBezTo>
                    <a:cubicBezTo>
                      <a:pt x="149" y="158"/>
                      <a:pt x="149" y="157"/>
                      <a:pt x="149" y="157"/>
                    </a:cubicBezTo>
                    <a:cubicBezTo>
                      <a:pt x="150" y="162"/>
                      <a:pt x="152" y="168"/>
                      <a:pt x="153" y="168"/>
                    </a:cubicBezTo>
                    <a:cubicBezTo>
                      <a:pt x="157" y="166"/>
                      <a:pt x="160" y="162"/>
                      <a:pt x="162" y="160"/>
                    </a:cubicBezTo>
                    <a:cubicBezTo>
                      <a:pt x="166" y="161"/>
                      <a:pt x="166" y="161"/>
                      <a:pt x="166" y="161"/>
                    </a:cubicBezTo>
                    <a:cubicBezTo>
                      <a:pt x="178" y="166"/>
                      <a:pt x="190" y="173"/>
                      <a:pt x="201" y="180"/>
                    </a:cubicBezTo>
                    <a:cubicBezTo>
                      <a:pt x="178" y="144"/>
                      <a:pt x="185" y="119"/>
                      <a:pt x="183" y="84"/>
                    </a:cubicBezTo>
                    <a:cubicBezTo>
                      <a:pt x="182" y="78"/>
                      <a:pt x="181" y="71"/>
                      <a:pt x="179" y="65"/>
                    </a:cubicBezTo>
                    <a:cubicBezTo>
                      <a:pt x="175" y="57"/>
                      <a:pt x="172" y="50"/>
                      <a:pt x="166" y="44"/>
                    </a:cubicBezTo>
                    <a:cubicBezTo>
                      <a:pt x="160" y="39"/>
                      <a:pt x="148" y="32"/>
                      <a:pt x="139" y="34"/>
                    </a:cubicBezTo>
                    <a:cubicBezTo>
                      <a:pt x="136" y="35"/>
                      <a:pt x="137" y="35"/>
                      <a:pt x="135" y="34"/>
                    </a:cubicBezTo>
                    <a:cubicBezTo>
                      <a:pt x="126" y="30"/>
                      <a:pt x="118" y="27"/>
                      <a:pt x="106" y="30"/>
                    </a:cubicBezTo>
                    <a:close/>
                    <a:moveTo>
                      <a:pt x="139" y="73"/>
                    </a:moveTo>
                    <a:cubicBezTo>
                      <a:pt x="133" y="81"/>
                      <a:pt x="116" y="88"/>
                      <a:pt x="96" y="89"/>
                    </a:cubicBezTo>
                    <a:cubicBezTo>
                      <a:pt x="93" y="90"/>
                      <a:pt x="89" y="90"/>
                      <a:pt x="86" y="90"/>
                    </a:cubicBezTo>
                    <a:cubicBezTo>
                      <a:pt x="81" y="104"/>
                      <a:pt x="84" y="126"/>
                      <a:pt x="90" y="137"/>
                    </a:cubicBezTo>
                    <a:cubicBezTo>
                      <a:pt x="94" y="147"/>
                      <a:pt x="102" y="154"/>
                      <a:pt x="114" y="160"/>
                    </a:cubicBezTo>
                    <a:cubicBezTo>
                      <a:pt x="120" y="164"/>
                      <a:pt x="125" y="164"/>
                      <a:pt x="130" y="160"/>
                    </a:cubicBezTo>
                    <a:cubicBezTo>
                      <a:pt x="142" y="154"/>
                      <a:pt x="150" y="147"/>
                      <a:pt x="155" y="137"/>
                    </a:cubicBezTo>
                    <a:cubicBezTo>
                      <a:pt x="161" y="126"/>
                      <a:pt x="163" y="104"/>
                      <a:pt x="159" y="90"/>
                    </a:cubicBezTo>
                    <a:cubicBezTo>
                      <a:pt x="155" y="89"/>
                      <a:pt x="151" y="86"/>
                      <a:pt x="147" y="83"/>
                    </a:cubicBezTo>
                    <a:cubicBezTo>
                      <a:pt x="144" y="80"/>
                      <a:pt x="141" y="76"/>
                      <a:pt x="139" y="73"/>
                    </a:cubicBezTo>
                    <a:close/>
                    <a:moveTo>
                      <a:pt x="138" y="236"/>
                    </a:moveTo>
                    <a:cubicBezTo>
                      <a:pt x="0" y="236"/>
                      <a:pt x="0" y="236"/>
                      <a:pt x="0" y="236"/>
                    </a:cubicBezTo>
                    <a:cubicBezTo>
                      <a:pt x="9" y="220"/>
                      <a:pt x="21" y="205"/>
                      <a:pt x="37" y="192"/>
                    </a:cubicBezTo>
                    <a:cubicBezTo>
                      <a:pt x="50" y="181"/>
                      <a:pt x="65" y="173"/>
                      <a:pt x="80" y="166"/>
                    </a:cubicBezTo>
                    <a:cubicBezTo>
                      <a:pt x="90" y="179"/>
                      <a:pt x="103" y="191"/>
                      <a:pt x="122" y="202"/>
                    </a:cubicBezTo>
                    <a:cubicBezTo>
                      <a:pt x="140" y="191"/>
                      <a:pt x="154" y="180"/>
                      <a:pt x="164" y="166"/>
                    </a:cubicBezTo>
                    <a:cubicBezTo>
                      <a:pt x="175" y="171"/>
                      <a:pt x="187" y="177"/>
                      <a:pt x="197" y="184"/>
                    </a:cubicBezTo>
                    <a:cubicBezTo>
                      <a:pt x="192" y="186"/>
                      <a:pt x="188" y="187"/>
                      <a:pt x="183" y="189"/>
                    </a:cubicBezTo>
                    <a:cubicBezTo>
                      <a:pt x="170" y="194"/>
                      <a:pt x="160" y="203"/>
                      <a:pt x="152" y="214"/>
                    </a:cubicBezTo>
                    <a:cubicBezTo>
                      <a:pt x="149" y="218"/>
                      <a:pt x="146" y="221"/>
                      <a:pt x="144" y="226"/>
                    </a:cubicBezTo>
                    <a:cubicBezTo>
                      <a:pt x="142" y="229"/>
                      <a:pt x="140" y="232"/>
                      <a:pt x="138" y="236"/>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32" name="Freeform 623">
                <a:extLst>
                  <a:ext uri="{FF2B5EF4-FFF2-40B4-BE49-F238E27FC236}">
                    <a16:creationId xmlns:a16="http://schemas.microsoft.com/office/drawing/2014/main" id="{B7DC72F8-7B8D-A9A2-B168-2AFB0DED0F88}"/>
                  </a:ext>
                </a:extLst>
              </p:cNvPr>
              <p:cNvSpPr>
                <a:spLocks noEditPoints="1"/>
              </p:cNvSpPr>
              <p:nvPr/>
            </p:nvSpPr>
            <p:spPr bwMode="auto">
              <a:xfrm>
                <a:off x="7631855" y="5062281"/>
                <a:ext cx="624503" cy="624503"/>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solidFill>
                <a:schemeClr val="tx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Open Sans"/>
                  <a:ea typeface="+mn-ea"/>
                  <a:cs typeface="+mn-cs"/>
                </a:endParaRPr>
              </a:p>
            </p:txBody>
          </p:sp>
        </p:grpSp>
      </p:grpSp>
    </p:spTree>
    <p:extLst>
      <p:ext uri="{BB962C8B-B14F-4D97-AF65-F5344CB8AC3E}">
        <p14:creationId xmlns:p14="http://schemas.microsoft.com/office/powerpoint/2010/main" val="23607172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A3D3B2EB-4BCF-937D-E2EB-E51D2FBD3474}"/>
              </a:ext>
            </a:extLst>
          </p:cNvPr>
          <p:cNvSpPr>
            <a:spLocks/>
          </p:cNvSpPr>
          <p:nvPr/>
        </p:nvSpPr>
        <p:spPr>
          <a:xfrm>
            <a:off x="8371848" y="981872"/>
            <a:ext cx="3383280" cy="5307415"/>
          </a:xfrm>
          <a:prstGeom prst="rect">
            <a:avLst/>
          </a:prstGeom>
          <a:noFill/>
          <a:ln w="28575" cap="flat">
            <a:solidFill>
              <a:srgbClr val="0D8390">
                <a:alpha val="50196"/>
              </a:srgbClr>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7724" tIns="27724" rIns="27724" bIns="27724" numCol="1" spcCol="38100" rtlCol="0" anchor="ctr">
            <a:noAutofit/>
          </a:bodyPr>
          <a:lstStyle/>
          <a:p>
            <a:pPr marL="0" marR="0" lvl="0" indent="0" algn="l" defTabSz="554492" rtl="0" eaLnBrk="1" fontAlgn="auto" latinLnBrk="0" hangingPunct="0">
              <a:lnSpc>
                <a:spcPct val="100000"/>
              </a:lnSpc>
              <a:spcBef>
                <a:spcPts val="0"/>
              </a:spcBef>
              <a:spcAft>
                <a:spcPts val="0"/>
              </a:spcAft>
              <a:buClrTx/>
              <a:buSzTx/>
              <a:buFontTx/>
              <a:buNone/>
              <a:tabLst/>
              <a:defRPr/>
            </a:pPr>
            <a:endParaRPr kumimoji="0" lang="en-US" sz="2426" b="0"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sym typeface="Open Sans"/>
            </a:endParaRPr>
          </a:p>
        </p:txBody>
      </p:sp>
      <p:sp>
        <p:nvSpPr>
          <p:cNvPr id="3" name="Title 2">
            <a:extLst>
              <a:ext uri="{FF2B5EF4-FFF2-40B4-BE49-F238E27FC236}">
                <a16:creationId xmlns:a16="http://schemas.microsoft.com/office/drawing/2014/main" id="{EE0CC232-4DFF-46BA-A45E-4B96B88AD948}"/>
              </a:ext>
            </a:extLst>
          </p:cNvPr>
          <p:cNvSpPr>
            <a:spLocks noGrp="1"/>
          </p:cNvSpPr>
          <p:nvPr>
            <p:ph type="title"/>
          </p:nvPr>
        </p:nvSpPr>
        <p:spPr>
          <a:xfrm>
            <a:off x="463295" y="506199"/>
            <a:ext cx="11277600" cy="334099"/>
          </a:xfrm>
        </p:spPr>
        <p:txBody>
          <a:bodyPr/>
          <a:lstStyle/>
          <a:p>
            <a:r>
              <a:rPr lang="en-US">
                <a:latin typeface="Open Sans" panose="020B0606030504020204" pitchFamily="34" charset="0"/>
                <a:ea typeface="Open Sans" panose="020B0606030504020204" pitchFamily="34" charset="0"/>
                <a:cs typeface="Open Sans" panose="020B0606030504020204" pitchFamily="34" charset="0"/>
              </a:rPr>
              <a:t>Deep-Dive into Select Gen AI Applications in Finance</a:t>
            </a:r>
            <a:endParaRPr lang="en-US"/>
          </a:p>
        </p:txBody>
      </p:sp>
      <p:sp>
        <p:nvSpPr>
          <p:cNvPr id="4" name="Rectangle 3">
            <a:extLst>
              <a:ext uri="{FF2B5EF4-FFF2-40B4-BE49-F238E27FC236}">
                <a16:creationId xmlns:a16="http://schemas.microsoft.com/office/drawing/2014/main" id="{9664A08D-B789-3E7D-061D-BB3B8CAABA67}"/>
              </a:ext>
            </a:extLst>
          </p:cNvPr>
          <p:cNvSpPr>
            <a:spLocks/>
          </p:cNvSpPr>
          <p:nvPr/>
        </p:nvSpPr>
        <p:spPr>
          <a:xfrm>
            <a:off x="376538" y="1936388"/>
            <a:ext cx="877512" cy="1692189"/>
          </a:xfrm>
          <a:prstGeom prst="rect">
            <a:avLst/>
          </a:prstGeom>
          <a:solidFill>
            <a:schemeClr val="bg1">
              <a:lumMod val="95000"/>
            </a:schemeClr>
          </a:solidFill>
          <a:ln w="28575" cap="flat">
            <a:noFill/>
            <a:prstDash val="sysDot"/>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7724" tIns="27724" rIns="27724" bIns="27724" numCol="1" spcCol="38100" rtlCol="0" anchor="ctr">
            <a:noAutofit/>
          </a:bodyPr>
          <a:lstStyle/>
          <a:p>
            <a:pPr marL="0" marR="0" lvl="0" indent="0" algn="l" defTabSz="554492" rtl="0" eaLnBrk="1" fontAlgn="auto" latinLnBrk="0" hangingPunct="0">
              <a:lnSpc>
                <a:spcPct val="100000"/>
              </a:lnSpc>
              <a:spcBef>
                <a:spcPts val="0"/>
              </a:spcBef>
              <a:spcAft>
                <a:spcPts val="0"/>
              </a:spcAft>
              <a:buClrTx/>
              <a:buSzTx/>
              <a:buFontTx/>
              <a:buNone/>
              <a:tabLst/>
              <a:defRPr/>
            </a:pPr>
            <a:endParaRPr kumimoji="0" lang="en-US" sz="2426" b="0"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sym typeface="Open Sans"/>
            </a:endParaRPr>
          </a:p>
        </p:txBody>
      </p:sp>
      <p:sp>
        <p:nvSpPr>
          <p:cNvPr id="5" name="Rectangle 4">
            <a:extLst>
              <a:ext uri="{FF2B5EF4-FFF2-40B4-BE49-F238E27FC236}">
                <a16:creationId xmlns:a16="http://schemas.microsoft.com/office/drawing/2014/main" id="{B321EF17-2D99-1A99-256E-BE936E296A12}"/>
              </a:ext>
            </a:extLst>
          </p:cNvPr>
          <p:cNvSpPr>
            <a:spLocks/>
          </p:cNvSpPr>
          <p:nvPr/>
        </p:nvSpPr>
        <p:spPr>
          <a:xfrm>
            <a:off x="359531" y="3734613"/>
            <a:ext cx="911527" cy="1489286"/>
          </a:xfrm>
          <a:prstGeom prst="rect">
            <a:avLst/>
          </a:prstGeom>
          <a:solidFill>
            <a:schemeClr val="bg1">
              <a:lumMod val="95000"/>
            </a:schemeClr>
          </a:solidFill>
          <a:ln w="28575" cap="flat">
            <a:noFill/>
            <a:prstDash val="sysDot"/>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7724" tIns="27724" rIns="27724" bIns="27724" numCol="1" spcCol="38100" rtlCol="0" anchor="ctr">
            <a:noAutofit/>
          </a:bodyPr>
          <a:lstStyle/>
          <a:p>
            <a:pPr marL="0" marR="0" lvl="0" indent="0" algn="l" defTabSz="554492" rtl="0" eaLnBrk="1" fontAlgn="auto" latinLnBrk="0" hangingPunct="0">
              <a:lnSpc>
                <a:spcPct val="100000"/>
              </a:lnSpc>
              <a:spcBef>
                <a:spcPts val="0"/>
              </a:spcBef>
              <a:spcAft>
                <a:spcPts val="0"/>
              </a:spcAft>
              <a:buClrTx/>
              <a:buSzTx/>
              <a:buFontTx/>
              <a:buNone/>
              <a:tabLst/>
              <a:defRPr/>
            </a:pPr>
            <a:endParaRPr kumimoji="0" lang="en-US" sz="2426" b="0"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sym typeface="Open Sans"/>
            </a:endParaRPr>
          </a:p>
        </p:txBody>
      </p:sp>
      <p:sp>
        <p:nvSpPr>
          <p:cNvPr id="6" name="Rectangle 5">
            <a:extLst>
              <a:ext uri="{FF2B5EF4-FFF2-40B4-BE49-F238E27FC236}">
                <a16:creationId xmlns:a16="http://schemas.microsoft.com/office/drawing/2014/main" id="{39AD2545-A772-4716-21C7-F6F75F188906}"/>
              </a:ext>
            </a:extLst>
          </p:cNvPr>
          <p:cNvSpPr>
            <a:spLocks/>
          </p:cNvSpPr>
          <p:nvPr/>
        </p:nvSpPr>
        <p:spPr>
          <a:xfrm>
            <a:off x="364614" y="5329936"/>
            <a:ext cx="901361" cy="831812"/>
          </a:xfrm>
          <a:prstGeom prst="rect">
            <a:avLst/>
          </a:prstGeom>
          <a:solidFill>
            <a:schemeClr val="bg1">
              <a:lumMod val="95000"/>
            </a:schemeClr>
          </a:solidFill>
          <a:ln w="28575" cap="flat">
            <a:noFill/>
            <a:prstDash val="sysDot"/>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7724" tIns="27724" rIns="27724" bIns="27724" numCol="1" spcCol="38100" rtlCol="0" anchor="ctr">
            <a:noAutofit/>
          </a:bodyPr>
          <a:lstStyle/>
          <a:p>
            <a:pPr marL="0" marR="0" lvl="0" indent="0" algn="l" defTabSz="554492" rtl="0" eaLnBrk="1" fontAlgn="auto" latinLnBrk="0" hangingPunct="0">
              <a:lnSpc>
                <a:spcPct val="100000"/>
              </a:lnSpc>
              <a:spcBef>
                <a:spcPts val="0"/>
              </a:spcBef>
              <a:spcAft>
                <a:spcPts val="0"/>
              </a:spcAft>
              <a:buClrTx/>
              <a:buSzTx/>
              <a:buFontTx/>
              <a:buNone/>
              <a:tabLst/>
              <a:defRPr/>
            </a:pPr>
            <a:endParaRPr kumimoji="0" lang="en-US" sz="2426" b="0"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sym typeface="Open Sans"/>
            </a:endParaRPr>
          </a:p>
        </p:txBody>
      </p:sp>
      <p:sp>
        <p:nvSpPr>
          <p:cNvPr id="7" name="Rectangle 6">
            <a:extLst>
              <a:ext uri="{FF2B5EF4-FFF2-40B4-BE49-F238E27FC236}">
                <a16:creationId xmlns:a16="http://schemas.microsoft.com/office/drawing/2014/main" id="{145CBDDD-38F3-6CE1-8CE4-70F5E25E7668}"/>
              </a:ext>
            </a:extLst>
          </p:cNvPr>
          <p:cNvSpPr/>
          <p:nvPr/>
        </p:nvSpPr>
        <p:spPr>
          <a:xfrm>
            <a:off x="273942" y="4168661"/>
            <a:ext cx="1082705" cy="412111"/>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Generative AI Solution</a:t>
            </a:r>
          </a:p>
        </p:txBody>
      </p:sp>
      <p:sp>
        <p:nvSpPr>
          <p:cNvPr id="8" name="Rectangle 7">
            <a:extLst>
              <a:ext uri="{FF2B5EF4-FFF2-40B4-BE49-F238E27FC236}">
                <a16:creationId xmlns:a16="http://schemas.microsoft.com/office/drawing/2014/main" id="{B90ADD2C-2A52-C3E6-B3ED-AC58C93FE127}"/>
              </a:ext>
            </a:extLst>
          </p:cNvPr>
          <p:cNvSpPr/>
          <p:nvPr/>
        </p:nvSpPr>
        <p:spPr>
          <a:xfrm>
            <a:off x="291800" y="2524750"/>
            <a:ext cx="1046988" cy="735912"/>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Current State Leading Practices</a:t>
            </a:r>
          </a:p>
        </p:txBody>
      </p:sp>
      <p:sp>
        <p:nvSpPr>
          <p:cNvPr id="9" name="Rectangle 8">
            <a:extLst>
              <a:ext uri="{FF2B5EF4-FFF2-40B4-BE49-F238E27FC236}">
                <a16:creationId xmlns:a16="http://schemas.microsoft.com/office/drawing/2014/main" id="{0038255F-C4F2-0A85-3DB9-6BE72D4CCEF1}"/>
              </a:ext>
            </a:extLst>
          </p:cNvPr>
          <p:cNvSpPr/>
          <p:nvPr/>
        </p:nvSpPr>
        <p:spPr>
          <a:xfrm>
            <a:off x="297811" y="5535005"/>
            <a:ext cx="1034967" cy="412111"/>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1">
                <a:solidFill>
                  <a:prstClr val="black"/>
                </a:solidFill>
                <a:latin typeface="Open Sans" panose="020B0606030504020204" pitchFamily="34" charset="0"/>
                <a:ea typeface="Open Sans" panose="020B0606030504020204" pitchFamily="34" charset="0"/>
                <a:cs typeface="Open Sans" panose="020B0606030504020204" pitchFamily="34" charset="0"/>
              </a:rPr>
              <a:t>Value Enabled</a:t>
            </a:r>
            <a:endParaRPr kumimoji="0" lang="en-US" sz="1100" b="1"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10" name="Rectangle 9">
            <a:extLst>
              <a:ext uri="{FF2B5EF4-FFF2-40B4-BE49-F238E27FC236}">
                <a16:creationId xmlns:a16="http://schemas.microsoft.com/office/drawing/2014/main" id="{B6342F8B-E2F0-F951-414D-04130100C3CE}"/>
              </a:ext>
            </a:extLst>
          </p:cNvPr>
          <p:cNvSpPr>
            <a:spLocks/>
          </p:cNvSpPr>
          <p:nvPr/>
        </p:nvSpPr>
        <p:spPr>
          <a:xfrm>
            <a:off x="1321409" y="981872"/>
            <a:ext cx="3359349" cy="5307415"/>
          </a:xfrm>
          <a:prstGeom prst="rect">
            <a:avLst/>
          </a:prstGeom>
          <a:noFill/>
          <a:ln w="28575" cap="flat">
            <a:solidFill>
              <a:srgbClr val="9DD4CF">
                <a:alpha val="69804"/>
              </a:srgbClr>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7724" tIns="27724" rIns="27724" bIns="27724" numCol="1" spcCol="38100" rtlCol="0" anchor="ctr">
            <a:noAutofit/>
          </a:bodyPr>
          <a:lstStyle/>
          <a:p>
            <a:pPr marL="0" marR="0" lvl="0" indent="0" algn="l" defTabSz="554492" rtl="0" eaLnBrk="1" fontAlgn="auto" latinLnBrk="0" hangingPunct="0">
              <a:lnSpc>
                <a:spcPct val="100000"/>
              </a:lnSpc>
              <a:spcBef>
                <a:spcPts val="0"/>
              </a:spcBef>
              <a:spcAft>
                <a:spcPts val="0"/>
              </a:spcAft>
              <a:buClrTx/>
              <a:buSzTx/>
              <a:buFontTx/>
              <a:buNone/>
              <a:tabLst/>
              <a:defRPr/>
            </a:pPr>
            <a:endParaRPr kumimoji="0" lang="en-US" sz="2426" b="0"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sym typeface="Open Sans"/>
            </a:endParaRPr>
          </a:p>
        </p:txBody>
      </p:sp>
      <p:sp>
        <p:nvSpPr>
          <p:cNvPr id="11" name="Pentagon 71">
            <a:extLst>
              <a:ext uri="{FF2B5EF4-FFF2-40B4-BE49-F238E27FC236}">
                <a16:creationId xmlns:a16="http://schemas.microsoft.com/office/drawing/2014/main" id="{EFD13430-1665-7A31-9B95-5E69D18F98CD}"/>
              </a:ext>
            </a:extLst>
          </p:cNvPr>
          <p:cNvSpPr>
            <a:spLocks/>
          </p:cNvSpPr>
          <p:nvPr/>
        </p:nvSpPr>
        <p:spPr>
          <a:xfrm>
            <a:off x="1312978" y="965634"/>
            <a:ext cx="3383280" cy="329542"/>
          </a:xfrm>
          <a:prstGeom prst="rect">
            <a:avLst/>
          </a:prstGeom>
          <a:solidFill>
            <a:srgbClr val="9DD4CF"/>
          </a:solidFill>
          <a:ln w="3175" cap="flat" cmpd="sng" algn="ctr">
            <a:solidFill>
              <a:srgbClr val="E0F0FB"/>
            </a:solidFill>
            <a:prstDash val="solid"/>
            <a:miter lim="800000"/>
          </a:ln>
          <a:effectLst/>
        </p:spPr>
        <p:txBody>
          <a:bodyPr lIns="45720" tIns="0" rIns="0" bIns="0" rtlCol="0" anchor="ctr"/>
          <a:lstStyle/>
          <a:p>
            <a:pPr marL="0" marR="0" lvl="0" indent="0" algn="ctr" defTabSz="554492"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182"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FP&amp;A</a:t>
            </a:r>
          </a:p>
        </p:txBody>
      </p:sp>
      <p:sp>
        <p:nvSpPr>
          <p:cNvPr id="12" name="Pentagon 71">
            <a:extLst>
              <a:ext uri="{FF2B5EF4-FFF2-40B4-BE49-F238E27FC236}">
                <a16:creationId xmlns:a16="http://schemas.microsoft.com/office/drawing/2014/main" id="{309D321E-BCAD-74B9-8521-BCFDF4D8F6DE}"/>
              </a:ext>
            </a:extLst>
          </p:cNvPr>
          <p:cNvSpPr>
            <a:spLocks/>
          </p:cNvSpPr>
          <p:nvPr/>
        </p:nvSpPr>
        <p:spPr>
          <a:xfrm>
            <a:off x="1397924" y="1470429"/>
            <a:ext cx="1554480" cy="4759644"/>
          </a:xfrm>
          <a:prstGeom prst="rect">
            <a:avLst/>
          </a:prstGeom>
          <a:solidFill>
            <a:srgbClr val="9DD4CF">
              <a:alpha val="69804"/>
            </a:srgbClr>
          </a:solidFill>
          <a:ln w="3175" cap="flat" cmpd="sng" algn="ctr">
            <a:noFill/>
            <a:prstDash val="solid"/>
            <a:miter lim="800000"/>
          </a:ln>
          <a:effectLst/>
        </p:spPr>
        <p:txBody>
          <a:bodyPr lIns="4572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13" name="Pentagon 71">
            <a:extLst>
              <a:ext uri="{FF2B5EF4-FFF2-40B4-BE49-F238E27FC236}">
                <a16:creationId xmlns:a16="http://schemas.microsoft.com/office/drawing/2014/main" id="{9BF60879-F60D-E3EB-5D0B-B84E8D1708B3}"/>
              </a:ext>
            </a:extLst>
          </p:cNvPr>
          <p:cNvSpPr>
            <a:spLocks/>
          </p:cNvSpPr>
          <p:nvPr/>
        </p:nvSpPr>
        <p:spPr>
          <a:xfrm>
            <a:off x="3040969" y="1470428"/>
            <a:ext cx="1554480" cy="4759644"/>
          </a:xfrm>
          <a:prstGeom prst="rect">
            <a:avLst/>
          </a:prstGeom>
          <a:solidFill>
            <a:srgbClr val="9DD4CF">
              <a:alpha val="69804"/>
            </a:srgbClr>
          </a:solidFill>
          <a:ln w="3175" cap="flat" cmpd="sng" algn="ctr">
            <a:solidFill>
              <a:srgbClr val="9DD4CF"/>
            </a:solidFill>
            <a:prstDash val="solid"/>
            <a:miter lim="800000"/>
          </a:ln>
          <a:effectLst/>
        </p:spPr>
        <p:txBody>
          <a:bodyPr lIns="4572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14" name="Rectangle: Rounded Corners 13">
            <a:extLst>
              <a:ext uri="{FF2B5EF4-FFF2-40B4-BE49-F238E27FC236}">
                <a16:creationId xmlns:a16="http://schemas.microsoft.com/office/drawing/2014/main" id="{97FABC43-01C2-FE7D-7727-4E0157301BA7}"/>
              </a:ext>
            </a:extLst>
          </p:cNvPr>
          <p:cNvSpPr/>
          <p:nvPr/>
        </p:nvSpPr>
        <p:spPr bwMode="gray">
          <a:xfrm>
            <a:off x="3073200" y="1364389"/>
            <a:ext cx="1495974" cy="500388"/>
          </a:xfrm>
          <a:prstGeom prst="roundRect">
            <a:avLst/>
          </a:prstGeom>
          <a:solidFill>
            <a:schemeClr val="bg1">
              <a:lumMod val="95000"/>
            </a:schemeClr>
          </a:solidFill>
          <a:ln w="19050" algn="ctr">
            <a:solidFill>
              <a:srgbClr val="97999B"/>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50" b="1" i="0" u="none" strike="noStrike" kern="1200" cap="none" spc="0" normalizeH="0" baseline="0" noProof="0">
                <a:ln>
                  <a:noFill/>
                </a:ln>
                <a:solidFill>
                  <a:sysClr val="windowText" lastClr="000000"/>
                </a:solidFill>
                <a:effectLst/>
                <a:uLnTx/>
                <a:uFillTx/>
                <a:latin typeface="Open Sans" panose="020B0606030504020204" pitchFamily="34" charset="0"/>
                <a:ea typeface="Open Sans" panose="020B0606030504020204" pitchFamily="34" charset="0"/>
                <a:cs typeface="Open Sans" panose="020B0606030504020204" pitchFamily="34" charset="0"/>
              </a:rPr>
              <a:t>Company Report</a:t>
            </a:r>
          </a:p>
        </p:txBody>
      </p:sp>
      <p:sp>
        <p:nvSpPr>
          <p:cNvPr id="15" name="Rectangle: Rounded Corners 14">
            <a:extLst>
              <a:ext uri="{FF2B5EF4-FFF2-40B4-BE49-F238E27FC236}">
                <a16:creationId xmlns:a16="http://schemas.microsoft.com/office/drawing/2014/main" id="{10DC24BE-DEFE-DEA6-33DC-7B2D36E5BD91}"/>
              </a:ext>
            </a:extLst>
          </p:cNvPr>
          <p:cNvSpPr/>
          <p:nvPr/>
        </p:nvSpPr>
        <p:spPr bwMode="gray">
          <a:xfrm>
            <a:off x="1439328" y="1364389"/>
            <a:ext cx="1495974" cy="500388"/>
          </a:xfrm>
          <a:prstGeom prst="roundRect">
            <a:avLst/>
          </a:prstGeom>
          <a:solidFill>
            <a:schemeClr val="bg1">
              <a:lumMod val="95000"/>
            </a:schemeClr>
          </a:solidFill>
          <a:ln w="19050" algn="ctr">
            <a:solidFill>
              <a:srgbClr val="97999B"/>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50" b="1" i="0" u="none" strike="noStrike" kern="1200" cap="none" spc="0" normalizeH="0" baseline="0" noProof="0">
                <a:ln>
                  <a:noFill/>
                </a:ln>
                <a:solidFill>
                  <a:sysClr val="windowText" lastClr="000000"/>
                </a:solidFill>
                <a:effectLst/>
                <a:uLnTx/>
                <a:uFillTx/>
                <a:latin typeface="Open Sans" panose="020B0606030504020204" pitchFamily="34" charset="0"/>
                <a:ea typeface="Open Sans" panose="020B0606030504020204" pitchFamily="34" charset="0"/>
                <a:cs typeface="Open Sans" panose="020B0606030504020204" pitchFamily="34" charset="0"/>
              </a:rPr>
              <a:t>Monthly Reporting</a:t>
            </a:r>
          </a:p>
        </p:txBody>
      </p:sp>
      <p:sp>
        <p:nvSpPr>
          <p:cNvPr id="16" name="Rectangle 15">
            <a:extLst>
              <a:ext uri="{FF2B5EF4-FFF2-40B4-BE49-F238E27FC236}">
                <a16:creationId xmlns:a16="http://schemas.microsoft.com/office/drawing/2014/main" id="{5E355AC1-DF07-E1F3-7E0D-02F7CD244A08}"/>
              </a:ext>
            </a:extLst>
          </p:cNvPr>
          <p:cNvSpPr>
            <a:spLocks/>
          </p:cNvSpPr>
          <p:nvPr/>
        </p:nvSpPr>
        <p:spPr>
          <a:xfrm>
            <a:off x="4838804" y="981872"/>
            <a:ext cx="3383280" cy="5307415"/>
          </a:xfrm>
          <a:prstGeom prst="rect">
            <a:avLst/>
          </a:prstGeom>
          <a:noFill/>
          <a:ln w="28575" cap="flat">
            <a:solidFill>
              <a:srgbClr val="99DDDD"/>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7724" tIns="27724" rIns="27724" bIns="27724" numCol="1" spcCol="38100" rtlCol="0" anchor="ctr">
            <a:noAutofit/>
          </a:bodyPr>
          <a:lstStyle/>
          <a:p>
            <a:pPr marL="0" marR="0" lvl="0" indent="0" algn="l" defTabSz="554492" rtl="0" eaLnBrk="1" fontAlgn="auto" latinLnBrk="0" hangingPunct="0">
              <a:lnSpc>
                <a:spcPct val="100000"/>
              </a:lnSpc>
              <a:spcBef>
                <a:spcPts val="0"/>
              </a:spcBef>
              <a:spcAft>
                <a:spcPts val="0"/>
              </a:spcAft>
              <a:buClrTx/>
              <a:buSzTx/>
              <a:buFontTx/>
              <a:buNone/>
              <a:tabLst/>
              <a:defRPr/>
            </a:pPr>
            <a:endParaRPr kumimoji="0" lang="en-US" sz="2426" b="0"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sym typeface="Open Sans"/>
            </a:endParaRPr>
          </a:p>
        </p:txBody>
      </p:sp>
      <p:sp>
        <p:nvSpPr>
          <p:cNvPr id="17" name="Pentagon 71">
            <a:extLst>
              <a:ext uri="{FF2B5EF4-FFF2-40B4-BE49-F238E27FC236}">
                <a16:creationId xmlns:a16="http://schemas.microsoft.com/office/drawing/2014/main" id="{34D566CB-B6F3-498D-C755-A40D5CA21B4C}"/>
              </a:ext>
            </a:extLst>
          </p:cNvPr>
          <p:cNvSpPr>
            <a:spLocks/>
          </p:cNvSpPr>
          <p:nvPr/>
        </p:nvSpPr>
        <p:spPr>
          <a:xfrm>
            <a:off x="4837807" y="965634"/>
            <a:ext cx="3383280" cy="329542"/>
          </a:xfrm>
          <a:prstGeom prst="rect">
            <a:avLst/>
          </a:prstGeom>
          <a:solidFill>
            <a:srgbClr val="99DDDD"/>
          </a:solidFill>
          <a:ln w="3175" cap="flat" cmpd="sng" algn="ctr">
            <a:solidFill>
              <a:srgbClr val="E0F0FB"/>
            </a:solidFill>
            <a:prstDash val="solid"/>
            <a:miter lim="800000"/>
          </a:ln>
          <a:effectLst/>
        </p:spPr>
        <p:txBody>
          <a:bodyPr lIns="45720" tIns="0" rIns="0" bIns="0" rtlCol="0" anchor="ctr"/>
          <a:lstStyle/>
          <a:p>
            <a:pPr marL="0" marR="0" lvl="0" indent="0" algn="ctr" defTabSz="554492"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182"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Transactional Finance</a:t>
            </a:r>
          </a:p>
        </p:txBody>
      </p:sp>
      <p:sp>
        <p:nvSpPr>
          <p:cNvPr id="18" name="Pentagon 71">
            <a:extLst>
              <a:ext uri="{FF2B5EF4-FFF2-40B4-BE49-F238E27FC236}">
                <a16:creationId xmlns:a16="http://schemas.microsoft.com/office/drawing/2014/main" id="{C1E84EAF-748D-4E06-1827-CD410AD84955}"/>
              </a:ext>
            </a:extLst>
          </p:cNvPr>
          <p:cNvSpPr>
            <a:spLocks/>
          </p:cNvSpPr>
          <p:nvPr/>
        </p:nvSpPr>
        <p:spPr>
          <a:xfrm>
            <a:off x="4946114" y="1470429"/>
            <a:ext cx="1554480" cy="4759644"/>
          </a:xfrm>
          <a:prstGeom prst="rect">
            <a:avLst/>
          </a:prstGeom>
          <a:solidFill>
            <a:srgbClr val="00ABAB">
              <a:alpha val="40000"/>
            </a:srgbClr>
          </a:solidFill>
          <a:ln w="3175" cap="flat" cmpd="sng" algn="ctr">
            <a:noFill/>
            <a:prstDash val="solid"/>
            <a:miter lim="800000"/>
          </a:ln>
          <a:effectLst/>
        </p:spPr>
        <p:txBody>
          <a:bodyPr lIns="4572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19" name="Pentagon 71">
            <a:extLst>
              <a:ext uri="{FF2B5EF4-FFF2-40B4-BE49-F238E27FC236}">
                <a16:creationId xmlns:a16="http://schemas.microsoft.com/office/drawing/2014/main" id="{B52437FA-5C77-DB4B-A960-21D31EE614B6}"/>
              </a:ext>
            </a:extLst>
          </p:cNvPr>
          <p:cNvSpPr>
            <a:spLocks/>
          </p:cNvSpPr>
          <p:nvPr/>
        </p:nvSpPr>
        <p:spPr>
          <a:xfrm>
            <a:off x="6605268" y="1470428"/>
            <a:ext cx="1554480" cy="4759644"/>
          </a:xfrm>
          <a:prstGeom prst="rect">
            <a:avLst/>
          </a:prstGeom>
          <a:solidFill>
            <a:srgbClr val="00ABAB">
              <a:alpha val="40000"/>
            </a:srgbClr>
          </a:solidFill>
          <a:ln w="3175" cap="flat" cmpd="sng" algn="ctr">
            <a:noFill/>
            <a:prstDash val="solid"/>
            <a:miter lim="800000"/>
          </a:ln>
          <a:effectLst/>
        </p:spPr>
        <p:txBody>
          <a:bodyPr lIns="4572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0" name="Rectangle: Rounded Corners 19">
            <a:extLst>
              <a:ext uri="{FF2B5EF4-FFF2-40B4-BE49-F238E27FC236}">
                <a16:creationId xmlns:a16="http://schemas.microsoft.com/office/drawing/2014/main" id="{EFEA2FEB-3E3F-1E9F-3058-CCB74778701B}"/>
              </a:ext>
            </a:extLst>
          </p:cNvPr>
          <p:cNvSpPr/>
          <p:nvPr/>
        </p:nvSpPr>
        <p:spPr bwMode="gray">
          <a:xfrm>
            <a:off x="6634521" y="1364389"/>
            <a:ext cx="1495974" cy="500388"/>
          </a:xfrm>
          <a:prstGeom prst="roundRect">
            <a:avLst/>
          </a:prstGeom>
          <a:solidFill>
            <a:schemeClr val="bg1">
              <a:lumMod val="95000"/>
            </a:schemeClr>
          </a:solidFill>
          <a:ln w="19050" algn="ctr">
            <a:solidFill>
              <a:srgbClr val="97999B"/>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50" b="1" i="0" u="none" strike="noStrike" kern="1200" cap="none" spc="0" normalizeH="0" baseline="0" noProof="0">
                <a:ln>
                  <a:noFill/>
                </a:ln>
                <a:solidFill>
                  <a:sysClr val="windowText" lastClr="000000"/>
                </a:solidFill>
                <a:effectLst/>
                <a:uLnTx/>
                <a:uFillTx/>
                <a:latin typeface="Open Sans" panose="020B0606030504020204" pitchFamily="34" charset="0"/>
                <a:ea typeface="Open Sans" panose="020B0606030504020204" pitchFamily="34" charset="0"/>
                <a:cs typeface="Open Sans" panose="020B0606030504020204" pitchFamily="34" charset="0"/>
              </a:rPr>
              <a:t>Global Business Services</a:t>
            </a:r>
          </a:p>
        </p:txBody>
      </p:sp>
      <p:sp>
        <p:nvSpPr>
          <p:cNvPr id="21" name="Rectangle: Rounded Corners 20">
            <a:extLst>
              <a:ext uri="{FF2B5EF4-FFF2-40B4-BE49-F238E27FC236}">
                <a16:creationId xmlns:a16="http://schemas.microsoft.com/office/drawing/2014/main" id="{8B8055EA-6362-4655-2B61-2860C258969E}"/>
              </a:ext>
            </a:extLst>
          </p:cNvPr>
          <p:cNvSpPr/>
          <p:nvPr/>
        </p:nvSpPr>
        <p:spPr bwMode="gray">
          <a:xfrm>
            <a:off x="4980501" y="1364389"/>
            <a:ext cx="1495974" cy="500388"/>
          </a:xfrm>
          <a:prstGeom prst="roundRect">
            <a:avLst/>
          </a:prstGeom>
          <a:solidFill>
            <a:schemeClr val="bg1">
              <a:lumMod val="95000"/>
            </a:schemeClr>
          </a:solidFill>
          <a:ln w="19050" algn="ctr">
            <a:solidFill>
              <a:srgbClr val="97999B"/>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50" b="1" i="0" u="none" strike="noStrike" kern="1200" cap="none" spc="0" normalizeH="0" baseline="0" noProof="0">
                <a:ln>
                  <a:noFill/>
                </a:ln>
                <a:solidFill>
                  <a:sysClr val="windowText" lastClr="000000"/>
                </a:solidFill>
                <a:effectLst/>
                <a:uLnTx/>
                <a:uFillTx/>
                <a:latin typeface="Open Sans" panose="020B0606030504020204" pitchFamily="34" charset="0"/>
                <a:ea typeface="Open Sans" panose="020B0606030504020204" pitchFamily="34" charset="0"/>
                <a:cs typeface="Open Sans" panose="020B0606030504020204" pitchFamily="34" charset="0"/>
              </a:rPr>
              <a:t>Account / Transactional Inquiries</a:t>
            </a:r>
          </a:p>
        </p:txBody>
      </p:sp>
      <p:sp>
        <p:nvSpPr>
          <p:cNvPr id="24" name="Pentagon 71">
            <a:extLst>
              <a:ext uri="{FF2B5EF4-FFF2-40B4-BE49-F238E27FC236}">
                <a16:creationId xmlns:a16="http://schemas.microsoft.com/office/drawing/2014/main" id="{18CC3518-4ADD-E894-0B2E-E85534E11573}"/>
              </a:ext>
            </a:extLst>
          </p:cNvPr>
          <p:cNvSpPr>
            <a:spLocks/>
          </p:cNvSpPr>
          <p:nvPr/>
        </p:nvSpPr>
        <p:spPr>
          <a:xfrm>
            <a:off x="8463899" y="1470429"/>
            <a:ext cx="1554480" cy="4759644"/>
          </a:xfrm>
          <a:prstGeom prst="rect">
            <a:avLst/>
          </a:prstGeom>
          <a:solidFill>
            <a:srgbClr val="0D8390">
              <a:alpha val="49804"/>
            </a:srgbClr>
          </a:solidFill>
          <a:ln w="3175" cap="flat" cmpd="sng" algn="ctr">
            <a:solidFill>
              <a:schemeClr val="accent1">
                <a:lumMod val="20000"/>
                <a:lumOff val="80000"/>
              </a:schemeClr>
            </a:solidFill>
            <a:prstDash val="solid"/>
            <a:miter lim="800000"/>
          </a:ln>
          <a:effectLst/>
        </p:spPr>
        <p:txBody>
          <a:bodyPr lIns="4572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5" name="Pentagon 71">
            <a:extLst>
              <a:ext uri="{FF2B5EF4-FFF2-40B4-BE49-F238E27FC236}">
                <a16:creationId xmlns:a16="http://schemas.microsoft.com/office/drawing/2014/main" id="{0ABFA4D0-6C55-DAED-AE04-7C442542FC1D}"/>
              </a:ext>
            </a:extLst>
          </p:cNvPr>
          <p:cNvSpPr>
            <a:spLocks/>
          </p:cNvSpPr>
          <p:nvPr/>
        </p:nvSpPr>
        <p:spPr>
          <a:xfrm>
            <a:off x="10097935" y="1470428"/>
            <a:ext cx="1554480" cy="4759644"/>
          </a:xfrm>
          <a:prstGeom prst="rect">
            <a:avLst/>
          </a:prstGeom>
          <a:solidFill>
            <a:srgbClr val="0D8390">
              <a:alpha val="50196"/>
            </a:srgbClr>
          </a:solidFill>
          <a:ln w="3175" cap="flat" cmpd="sng" algn="ctr">
            <a:solidFill>
              <a:schemeClr val="accent1">
                <a:lumMod val="20000"/>
                <a:lumOff val="80000"/>
              </a:schemeClr>
            </a:solidFill>
            <a:prstDash val="solid"/>
            <a:miter lim="800000"/>
          </a:ln>
          <a:effectLst/>
        </p:spPr>
        <p:txBody>
          <a:bodyPr lIns="4572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6" name="Rectangle: Rounded Corners 25">
            <a:extLst>
              <a:ext uri="{FF2B5EF4-FFF2-40B4-BE49-F238E27FC236}">
                <a16:creationId xmlns:a16="http://schemas.microsoft.com/office/drawing/2014/main" id="{A7C8552A-1CB4-3B57-5BC4-970AAC50BE62}"/>
              </a:ext>
            </a:extLst>
          </p:cNvPr>
          <p:cNvSpPr/>
          <p:nvPr/>
        </p:nvSpPr>
        <p:spPr bwMode="gray">
          <a:xfrm>
            <a:off x="10121447" y="1364389"/>
            <a:ext cx="1495974" cy="500388"/>
          </a:xfrm>
          <a:prstGeom prst="roundRect">
            <a:avLst/>
          </a:prstGeom>
          <a:solidFill>
            <a:schemeClr val="bg1">
              <a:lumMod val="95000"/>
            </a:schemeClr>
          </a:solidFill>
          <a:ln w="19050" algn="ctr">
            <a:solidFill>
              <a:srgbClr val="97999B"/>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50" b="1" i="0" u="none" strike="noStrike" kern="1200" cap="none" spc="0" normalizeH="0" baseline="0" noProof="0">
                <a:ln>
                  <a:noFill/>
                </a:ln>
                <a:solidFill>
                  <a:sysClr val="windowText" lastClr="000000"/>
                </a:solidFill>
                <a:effectLst/>
                <a:uLnTx/>
                <a:uFillTx/>
                <a:latin typeface="Open Sans" panose="020B0606030504020204" pitchFamily="34" charset="0"/>
                <a:ea typeface="Open Sans" panose="020B0606030504020204" pitchFamily="34" charset="0"/>
                <a:cs typeface="Open Sans" panose="020B0606030504020204" pitchFamily="34" charset="0"/>
              </a:rPr>
              <a:t>Regulatory Adherence</a:t>
            </a:r>
          </a:p>
        </p:txBody>
      </p:sp>
      <p:sp>
        <p:nvSpPr>
          <p:cNvPr id="27" name="Rectangle: Rounded Corners 26">
            <a:extLst>
              <a:ext uri="{FF2B5EF4-FFF2-40B4-BE49-F238E27FC236}">
                <a16:creationId xmlns:a16="http://schemas.microsoft.com/office/drawing/2014/main" id="{391150A3-9D7E-07B7-3C2F-58A55450AFEE}"/>
              </a:ext>
            </a:extLst>
          </p:cNvPr>
          <p:cNvSpPr/>
          <p:nvPr/>
        </p:nvSpPr>
        <p:spPr bwMode="gray">
          <a:xfrm>
            <a:off x="8499248" y="1364389"/>
            <a:ext cx="1495974" cy="500388"/>
          </a:xfrm>
          <a:prstGeom prst="roundRect">
            <a:avLst/>
          </a:prstGeom>
          <a:solidFill>
            <a:schemeClr val="bg1">
              <a:lumMod val="95000"/>
            </a:schemeClr>
          </a:solidFill>
          <a:ln w="19050" algn="ctr">
            <a:solidFill>
              <a:srgbClr val="97999B"/>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50" b="1" i="0" u="none" strike="noStrike" kern="1200" cap="none" spc="0" normalizeH="0" baseline="0" noProof="0">
                <a:ln>
                  <a:noFill/>
                </a:ln>
                <a:solidFill>
                  <a:sysClr val="windowText" lastClr="000000"/>
                </a:solidFill>
                <a:effectLst/>
                <a:uLnTx/>
                <a:uFillTx/>
                <a:latin typeface="Open Sans" panose="020B0606030504020204" pitchFamily="34" charset="0"/>
                <a:ea typeface="Open Sans" panose="020B0606030504020204" pitchFamily="34" charset="0"/>
                <a:cs typeface="Open Sans" panose="020B0606030504020204" pitchFamily="34" charset="0"/>
              </a:rPr>
              <a:t>Report Reconciliation</a:t>
            </a:r>
          </a:p>
        </p:txBody>
      </p:sp>
      <p:sp>
        <p:nvSpPr>
          <p:cNvPr id="28" name="TextBox 27">
            <a:extLst>
              <a:ext uri="{FF2B5EF4-FFF2-40B4-BE49-F238E27FC236}">
                <a16:creationId xmlns:a16="http://schemas.microsoft.com/office/drawing/2014/main" id="{69D59ECA-E124-E8B6-0B04-FCF1B851D29E}"/>
              </a:ext>
            </a:extLst>
          </p:cNvPr>
          <p:cNvSpPr txBox="1"/>
          <p:nvPr/>
        </p:nvSpPr>
        <p:spPr>
          <a:xfrm>
            <a:off x="1427874" y="1990980"/>
            <a:ext cx="1463040" cy="1628818"/>
          </a:xfrm>
          <a:prstGeom prst="rect">
            <a:avLst/>
          </a:prstGeom>
          <a:noFill/>
        </p:spPr>
        <p:txBody>
          <a:bodyPr vert="horz" wrap="square" lIns="0" tIns="0" rIns="0" bIns="0" rtlCol="0">
            <a:spAutoFit/>
          </a:bodyPr>
          <a:lstStyle/>
          <a:p>
            <a:pPr marL="169863" marR="0" lvl="0" indent="-169863"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Perform account level variance analysis</a:t>
            </a:r>
          </a:p>
          <a:p>
            <a:pPr marL="169863" marR="0" lvl="0" indent="-169863"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Manually review compiled budgets &amp; forecasts</a:t>
            </a:r>
          </a:p>
          <a:p>
            <a:pPr marL="169863" marR="0" lvl="0" indent="-169863"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Compile narrated report for distribution</a:t>
            </a:r>
          </a:p>
          <a:p>
            <a:pPr marL="0" marR="0" lvl="0" indent="0" algn="l" defTabSz="914400" rtl="0" eaLnBrk="1" fontAlgn="auto" latinLnBrk="0" hangingPunct="1">
              <a:lnSpc>
                <a:spcPct val="100000"/>
              </a:lnSpc>
              <a:spcBef>
                <a:spcPts val="200"/>
              </a:spcBef>
              <a:spcAft>
                <a:spcPts val="0"/>
              </a:spcAft>
              <a:buClrTx/>
              <a:buSzPct val="100000"/>
              <a:buFontTx/>
              <a:buNone/>
              <a:tabLst/>
              <a:defRPr/>
            </a:pPr>
            <a:endParaRPr kumimoji="0" lang="en-US" sz="10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9" name="TextBox 28">
            <a:extLst>
              <a:ext uri="{FF2B5EF4-FFF2-40B4-BE49-F238E27FC236}">
                <a16:creationId xmlns:a16="http://schemas.microsoft.com/office/drawing/2014/main" id="{B68EC889-BCC6-3CFA-2DED-F30DB5FCE7C1}"/>
              </a:ext>
            </a:extLst>
          </p:cNvPr>
          <p:cNvSpPr txBox="1"/>
          <p:nvPr/>
        </p:nvSpPr>
        <p:spPr>
          <a:xfrm>
            <a:off x="3073692" y="1990980"/>
            <a:ext cx="1463040" cy="1373703"/>
          </a:xfrm>
          <a:prstGeom prst="rect">
            <a:avLst/>
          </a:prstGeom>
          <a:noFill/>
        </p:spPr>
        <p:txBody>
          <a:bodyPr vert="horz" wrap="square" lIns="0" tIns="0" rIns="0" bIns="0" rtlCol="0">
            <a:spAutoFit/>
          </a:bodyPr>
          <a:lstStyle/>
          <a:p>
            <a:pPr marL="171450" marR="0" lvl="0" indent="-171450" algn="l" defTabSz="914400" rtl="0" eaLnBrk="1" fontAlgn="auto" latinLnBrk="0" hangingPunct="1">
              <a:lnSpc>
                <a:spcPct val="100000"/>
              </a:lnSpc>
              <a:spcBef>
                <a:spcPts val="200"/>
              </a:spcBef>
              <a:spcAft>
                <a:spcPts val="0"/>
              </a:spcAft>
              <a:buClrTx/>
              <a:buSzPct val="100000"/>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Closely monitor regulatory requirements</a:t>
            </a:r>
          </a:p>
          <a:p>
            <a:pPr marL="171450" marR="0" lvl="0" indent="-171450" algn="l" defTabSz="914400" rtl="0" eaLnBrk="1" fontAlgn="auto" latinLnBrk="0" hangingPunct="1">
              <a:lnSpc>
                <a:spcPct val="100000"/>
              </a:lnSpc>
              <a:spcBef>
                <a:spcPts val="200"/>
              </a:spcBef>
              <a:spcAft>
                <a:spcPts val="0"/>
              </a:spcAft>
              <a:buClrTx/>
              <a:buSzPct val="100000"/>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Manually draft and publish the company reports</a:t>
            </a:r>
          </a:p>
          <a:p>
            <a:pPr marL="171450" marR="0" lvl="0" indent="-171450" algn="l" defTabSz="914400" rtl="0" eaLnBrk="1" fontAlgn="auto" latinLnBrk="0" hangingPunct="1">
              <a:lnSpc>
                <a:spcPct val="100000"/>
              </a:lnSpc>
              <a:spcBef>
                <a:spcPts val="200"/>
              </a:spcBef>
              <a:spcAft>
                <a:spcPts val="0"/>
              </a:spcAft>
              <a:buClrTx/>
              <a:buSzPct val="100000"/>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Prepare scripts for earnings calls and analyst briefs</a:t>
            </a:r>
          </a:p>
        </p:txBody>
      </p:sp>
      <p:sp>
        <p:nvSpPr>
          <p:cNvPr id="30" name="TextBox 29">
            <a:extLst>
              <a:ext uri="{FF2B5EF4-FFF2-40B4-BE49-F238E27FC236}">
                <a16:creationId xmlns:a16="http://schemas.microsoft.com/office/drawing/2014/main" id="{FE76A8F2-7FE9-1EC6-20D2-76A23CBFE7DC}"/>
              </a:ext>
            </a:extLst>
          </p:cNvPr>
          <p:cNvSpPr txBox="1"/>
          <p:nvPr/>
        </p:nvSpPr>
        <p:spPr>
          <a:xfrm>
            <a:off x="1427873" y="3795800"/>
            <a:ext cx="1463040" cy="883095"/>
          </a:xfrm>
          <a:prstGeom prst="rect">
            <a:avLst/>
          </a:prstGeom>
          <a:noFill/>
        </p:spPr>
        <p:txBody>
          <a:bodyPr vert="horz" wrap="square" lIns="0" tIns="0" rIns="0" bIns="0" rtlCol="0">
            <a:spAutoFit/>
          </a:bodyPr>
          <a:lstStyle/>
          <a:p>
            <a:pPr marL="171450" marR="0" lvl="0" indent="-171450" algn="l" defTabSz="914400" rtl="0" eaLnBrk="1" fontAlgn="auto" latinLnBrk="0" hangingPunct="1">
              <a:lnSpc>
                <a:spcPct val="100000"/>
              </a:lnSpc>
              <a:spcBef>
                <a:spcPts val="200"/>
              </a:spcBef>
              <a:spcAft>
                <a:spcPts val="0"/>
              </a:spcAft>
              <a:buClrTx/>
              <a:buSzPct val="100000"/>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Automatically  generated draft periodic management reports – both numeric, format and narrative </a:t>
            </a:r>
          </a:p>
        </p:txBody>
      </p:sp>
      <p:sp>
        <p:nvSpPr>
          <p:cNvPr id="31" name="TextBox 30">
            <a:extLst>
              <a:ext uri="{FF2B5EF4-FFF2-40B4-BE49-F238E27FC236}">
                <a16:creationId xmlns:a16="http://schemas.microsoft.com/office/drawing/2014/main" id="{E5756693-9587-17B2-4698-B73F93784009}"/>
              </a:ext>
            </a:extLst>
          </p:cNvPr>
          <p:cNvSpPr txBox="1"/>
          <p:nvPr/>
        </p:nvSpPr>
        <p:spPr>
          <a:xfrm>
            <a:off x="1427873" y="5379775"/>
            <a:ext cx="1463040" cy="784973"/>
          </a:xfrm>
          <a:prstGeom prst="rect">
            <a:avLst/>
          </a:prstGeom>
          <a:noFill/>
        </p:spPr>
        <p:txBody>
          <a:bodyPr vert="horz" wrap="square" lIns="0" tIns="0" rIns="0" bIns="0" rtlCol="0">
            <a:spAutoFit/>
          </a:bodyPr>
          <a:lstStyle/>
          <a:p>
            <a:pPr marL="171450" marR="0" lvl="0" indent="-171450" algn="l" defTabSz="914400" rtl="0" eaLnBrk="1" fontAlgn="auto" latinLnBrk="0" hangingPunct="1">
              <a:lnSpc>
                <a:spcPct val="100000"/>
              </a:lnSpc>
              <a:spcBef>
                <a:spcPts val="200"/>
              </a:spcBef>
              <a:spcAft>
                <a:spcPts val="0"/>
              </a:spcAft>
              <a:buClrTx/>
              <a:buSzPct val="100000"/>
              <a:buFont typeface="Wingdings" panose="05000000000000000000" pitchFamily="2" charset="2"/>
              <a:buChar char="ü"/>
              <a:tabLst/>
              <a:defRPr/>
            </a:pPr>
            <a:r>
              <a:rPr kumimoji="0" lang="en-US" sz="10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Faster Close</a:t>
            </a:r>
          </a:p>
          <a:p>
            <a:pPr marL="171450" marR="0" lvl="0" indent="-171450" algn="l" defTabSz="914400" rtl="0" eaLnBrk="1" fontAlgn="auto" latinLnBrk="0" hangingPunct="1">
              <a:lnSpc>
                <a:spcPct val="100000"/>
              </a:lnSpc>
              <a:spcBef>
                <a:spcPts val="200"/>
              </a:spcBef>
              <a:spcAft>
                <a:spcPts val="0"/>
              </a:spcAft>
              <a:buClrTx/>
              <a:buSzPct val="100000"/>
              <a:buFont typeface="Wingdings" panose="05000000000000000000" pitchFamily="2" charset="2"/>
              <a:buChar char="ü"/>
              <a:tabLst/>
              <a:defRPr/>
            </a:pPr>
            <a:r>
              <a:rPr kumimoji="0" lang="en-US" sz="10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Shorter “time-to-insights” cycles</a:t>
            </a:r>
          </a:p>
          <a:p>
            <a:pPr marL="171450" marR="0" lvl="0" indent="-171450" algn="l" defTabSz="914400" rtl="0" eaLnBrk="1" fontAlgn="auto" latinLnBrk="0" hangingPunct="1">
              <a:lnSpc>
                <a:spcPct val="100000"/>
              </a:lnSpc>
              <a:spcBef>
                <a:spcPts val="200"/>
              </a:spcBef>
              <a:spcAft>
                <a:spcPts val="0"/>
              </a:spcAft>
              <a:buClrTx/>
              <a:buSzPct val="100000"/>
              <a:buFont typeface="Wingdings" panose="05000000000000000000" pitchFamily="2" charset="2"/>
              <a:buChar char="ü"/>
              <a:tabLst/>
              <a:defRPr/>
            </a:pPr>
            <a:r>
              <a:rPr kumimoji="0" lang="en-US" sz="10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Broader scope of variance analysis</a:t>
            </a:r>
          </a:p>
        </p:txBody>
      </p:sp>
      <p:sp>
        <p:nvSpPr>
          <p:cNvPr id="32" name="TextBox 31">
            <a:extLst>
              <a:ext uri="{FF2B5EF4-FFF2-40B4-BE49-F238E27FC236}">
                <a16:creationId xmlns:a16="http://schemas.microsoft.com/office/drawing/2014/main" id="{06F84E2D-5C2D-70D4-75E7-7EBC0A91D1ED}"/>
              </a:ext>
            </a:extLst>
          </p:cNvPr>
          <p:cNvSpPr txBox="1"/>
          <p:nvPr/>
        </p:nvSpPr>
        <p:spPr>
          <a:xfrm>
            <a:off x="3073692" y="3780139"/>
            <a:ext cx="1463040" cy="1079337"/>
          </a:xfrm>
          <a:prstGeom prst="rect">
            <a:avLst/>
          </a:prstGeom>
          <a:noFill/>
        </p:spPr>
        <p:txBody>
          <a:bodyPr vert="horz" wrap="square" lIns="0" tIns="0" rIns="0" bIns="0" rtlCol="0">
            <a:spAutoFit/>
          </a:bodyPr>
          <a:lstStyle/>
          <a:p>
            <a:pPr marL="171450" marR="0" lvl="0" indent="-171450" algn="l" defTabSz="914400" rtl="0" eaLnBrk="1" fontAlgn="auto" latinLnBrk="0" hangingPunct="1">
              <a:lnSpc>
                <a:spcPct val="100000"/>
              </a:lnSpc>
              <a:spcBef>
                <a:spcPts val="200"/>
              </a:spcBef>
              <a:spcAft>
                <a:spcPts val="0"/>
              </a:spcAft>
              <a:buClrTx/>
              <a:buSzPct val="100000"/>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Monitor regulatory changes actively</a:t>
            </a:r>
          </a:p>
          <a:p>
            <a:pPr marL="171450" marR="0" lvl="0" indent="-171450" algn="l" defTabSz="914400" rtl="0" eaLnBrk="1" fontAlgn="auto" latinLnBrk="0" hangingPunct="1">
              <a:lnSpc>
                <a:spcPct val="100000"/>
              </a:lnSpc>
              <a:spcBef>
                <a:spcPts val="200"/>
              </a:spcBef>
              <a:spcAft>
                <a:spcPts val="0"/>
              </a:spcAft>
              <a:buClrTx/>
              <a:buSzPct val="100000"/>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Automatically generated a draft version of the company report</a:t>
            </a:r>
          </a:p>
          <a:p>
            <a:pPr marL="171450" marR="0" lvl="0" indent="-171450" algn="l" defTabSz="914400" rtl="0" eaLnBrk="1" fontAlgn="auto" latinLnBrk="0" hangingPunct="1">
              <a:lnSpc>
                <a:spcPct val="100000"/>
              </a:lnSpc>
              <a:spcBef>
                <a:spcPts val="200"/>
              </a:spcBef>
              <a:spcAft>
                <a:spcPts val="0"/>
              </a:spcAft>
              <a:buClrTx/>
              <a:buSzPct val="100000"/>
              <a:buFont typeface="Arial" panose="020B0604020202020204" pitchFamily="34" charset="0"/>
              <a:buChar char="•"/>
              <a:tabLst/>
              <a:defRPr/>
            </a:pPr>
            <a:endParaRPr kumimoji="0" lang="en-US" sz="10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33" name="TextBox 32">
            <a:extLst>
              <a:ext uri="{FF2B5EF4-FFF2-40B4-BE49-F238E27FC236}">
                <a16:creationId xmlns:a16="http://schemas.microsoft.com/office/drawing/2014/main" id="{E6ECCCF0-C674-7307-4960-B519B2F13772}"/>
              </a:ext>
            </a:extLst>
          </p:cNvPr>
          <p:cNvSpPr txBox="1"/>
          <p:nvPr/>
        </p:nvSpPr>
        <p:spPr>
          <a:xfrm>
            <a:off x="5004083" y="1990980"/>
            <a:ext cx="1463040" cy="1790719"/>
          </a:xfrm>
          <a:prstGeom prst="rect">
            <a:avLst/>
          </a:prstGeom>
          <a:noFill/>
        </p:spPr>
        <p:txBody>
          <a:bodyPr vert="horz" wrap="square" lIns="0" tIns="0" rIns="0" bIns="0" rtlCol="0">
            <a:spAutoFit/>
          </a:bodyPr>
          <a:lstStyle/>
          <a:p>
            <a:pPr marL="169863" marR="0" lvl="0" indent="-169863"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Customer Rep assigned to a small number of customers</a:t>
            </a:r>
          </a:p>
          <a:p>
            <a:pPr marL="169863" marR="0" lvl="0" indent="-169863"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Rep efficiency dependent on familiarity with customer’s account</a:t>
            </a:r>
          </a:p>
          <a:p>
            <a:pPr marL="169863" marR="0" lvl="0" indent="-169863"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No aggregated knowledgebase for resolution</a:t>
            </a:r>
          </a:p>
          <a:p>
            <a:pPr marL="0" marR="0" lvl="0" indent="0" algn="l" defTabSz="914400" rtl="0" eaLnBrk="1" fontAlgn="auto" latinLnBrk="0" hangingPunct="1">
              <a:lnSpc>
                <a:spcPct val="100000"/>
              </a:lnSpc>
              <a:spcBef>
                <a:spcPts val="200"/>
              </a:spcBef>
              <a:spcAft>
                <a:spcPts val="0"/>
              </a:spcAft>
              <a:buClrTx/>
              <a:buSzPct val="100000"/>
              <a:buFontTx/>
              <a:buNone/>
              <a:tabLst/>
              <a:defRPr/>
            </a:pPr>
            <a:endParaRPr kumimoji="0" lang="en-US" sz="10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34" name="TextBox 33">
            <a:extLst>
              <a:ext uri="{FF2B5EF4-FFF2-40B4-BE49-F238E27FC236}">
                <a16:creationId xmlns:a16="http://schemas.microsoft.com/office/drawing/2014/main" id="{33FFB30C-09A2-2A76-27B2-822BEEEF9966}"/>
              </a:ext>
            </a:extLst>
          </p:cNvPr>
          <p:cNvSpPr txBox="1"/>
          <p:nvPr/>
        </p:nvSpPr>
        <p:spPr>
          <a:xfrm>
            <a:off x="5004082" y="3780139"/>
            <a:ext cx="1463040" cy="1628818"/>
          </a:xfrm>
          <a:prstGeom prst="rect">
            <a:avLst/>
          </a:prstGeom>
          <a:noFill/>
        </p:spPr>
        <p:txBody>
          <a:bodyPr vert="horz" wrap="square" lIns="0" tIns="0" rIns="0" bIns="0" rtlCol="0">
            <a:spAutoFit/>
          </a:bodyPr>
          <a:lstStyle/>
          <a:p>
            <a:pPr marL="171450" marR="0" lvl="0" indent="-171450"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Past incident history mined and analyzed to assist in future transactional research</a:t>
            </a:r>
          </a:p>
          <a:p>
            <a:pPr marL="171450" marR="0" lvl="0" indent="-171450"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Intelligent self-service chatbot to resolve customer concerns</a:t>
            </a:r>
          </a:p>
          <a:p>
            <a:pPr marL="0" marR="0" lvl="0" indent="0" algn="l" defTabSz="914400" rtl="0" eaLnBrk="1" fontAlgn="auto" latinLnBrk="0" hangingPunct="1">
              <a:lnSpc>
                <a:spcPct val="11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endParaRPr>
          </a:p>
          <a:p>
            <a:pPr marL="171450" marR="0" lvl="0" indent="-171450" algn="l" defTabSz="914400" rtl="0" eaLnBrk="1" fontAlgn="auto" latinLnBrk="0" hangingPunct="1">
              <a:lnSpc>
                <a:spcPct val="100000"/>
              </a:lnSpc>
              <a:spcBef>
                <a:spcPts val="200"/>
              </a:spcBef>
              <a:spcAft>
                <a:spcPts val="0"/>
              </a:spcAft>
              <a:buClrTx/>
              <a:buSzPct val="100000"/>
              <a:buFont typeface="Arial" panose="020B0604020202020204" pitchFamily="34" charset="0"/>
              <a:buChar char="•"/>
              <a:tabLst/>
              <a:defRPr/>
            </a:pPr>
            <a:endParaRPr kumimoji="0" lang="en-US" sz="10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35" name="TextBox 34">
            <a:extLst>
              <a:ext uri="{FF2B5EF4-FFF2-40B4-BE49-F238E27FC236}">
                <a16:creationId xmlns:a16="http://schemas.microsoft.com/office/drawing/2014/main" id="{D638B36E-07F2-0799-00E8-080BF0BCC290}"/>
              </a:ext>
            </a:extLst>
          </p:cNvPr>
          <p:cNvSpPr txBox="1"/>
          <p:nvPr/>
        </p:nvSpPr>
        <p:spPr>
          <a:xfrm>
            <a:off x="8497090" y="1990980"/>
            <a:ext cx="1463040" cy="1466918"/>
          </a:xfrm>
          <a:prstGeom prst="rect">
            <a:avLst/>
          </a:prstGeom>
          <a:noFill/>
        </p:spPr>
        <p:txBody>
          <a:bodyPr vert="horz" wrap="square" lIns="0" tIns="0" rIns="0" bIns="0" rtlCol="0">
            <a:spAutoFit/>
          </a:bodyPr>
          <a:lstStyle/>
          <a:p>
            <a:pPr marL="169863" marR="0" lvl="0" indent="-169863"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Financial documents are manually tied out to underlying support</a:t>
            </a:r>
          </a:p>
          <a:p>
            <a:pPr marL="169863" marR="0" lvl="0" indent="-169863"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Financial reports are tied out internally to ensure mathematical accuracy and balancing</a:t>
            </a:r>
          </a:p>
          <a:p>
            <a:pPr marL="0" marR="0" lvl="0" indent="0" algn="l" defTabSz="914400" rtl="0" eaLnBrk="1" fontAlgn="auto" latinLnBrk="0" hangingPunct="1">
              <a:lnSpc>
                <a:spcPct val="100000"/>
              </a:lnSpc>
              <a:spcBef>
                <a:spcPts val="200"/>
              </a:spcBef>
              <a:spcAft>
                <a:spcPts val="0"/>
              </a:spcAft>
              <a:buClrTx/>
              <a:buSzPct val="100000"/>
              <a:buFontTx/>
              <a:buNone/>
              <a:tabLst/>
              <a:defRPr/>
            </a:pPr>
            <a:endParaRPr kumimoji="0" lang="en-US" sz="10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36" name="TextBox 35">
            <a:extLst>
              <a:ext uri="{FF2B5EF4-FFF2-40B4-BE49-F238E27FC236}">
                <a16:creationId xmlns:a16="http://schemas.microsoft.com/office/drawing/2014/main" id="{E08BDC6C-14A3-4B63-6A95-D6E185BDE89C}"/>
              </a:ext>
            </a:extLst>
          </p:cNvPr>
          <p:cNvSpPr txBox="1"/>
          <p:nvPr/>
        </p:nvSpPr>
        <p:spPr>
          <a:xfrm>
            <a:off x="8497090" y="3817876"/>
            <a:ext cx="1463040" cy="1305017"/>
          </a:xfrm>
          <a:prstGeom prst="rect">
            <a:avLst/>
          </a:prstGeom>
          <a:noFill/>
        </p:spPr>
        <p:txBody>
          <a:bodyPr vert="horz" wrap="square" lIns="0" tIns="0" rIns="0" bIns="0" rtlCol="0">
            <a:spAutoFit/>
          </a:bodyPr>
          <a:lstStyle/>
          <a:p>
            <a:pPr marL="169863" marR="0" lvl="0" indent="-169863"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Reports are tied out automatically</a:t>
            </a:r>
          </a:p>
          <a:p>
            <a:pPr marL="169863" marR="0" lvl="0" indent="-169863"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Variances are identified and potential causes are explained (with drivers / root causes)</a:t>
            </a:r>
          </a:p>
          <a:p>
            <a:pPr marL="0" marR="0" lvl="0" indent="0" algn="l" defTabSz="914400" rtl="0" eaLnBrk="1" fontAlgn="auto" latinLnBrk="0" hangingPunct="1">
              <a:lnSpc>
                <a:spcPct val="100000"/>
              </a:lnSpc>
              <a:spcBef>
                <a:spcPts val="200"/>
              </a:spcBef>
              <a:spcAft>
                <a:spcPts val="0"/>
              </a:spcAft>
              <a:buClrTx/>
              <a:buSzPct val="100000"/>
              <a:buFontTx/>
              <a:buNone/>
              <a:tabLst/>
              <a:defRPr/>
            </a:pPr>
            <a:endParaRPr kumimoji="0" lang="en-US" sz="10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37" name="TextBox 36">
            <a:extLst>
              <a:ext uri="{FF2B5EF4-FFF2-40B4-BE49-F238E27FC236}">
                <a16:creationId xmlns:a16="http://schemas.microsoft.com/office/drawing/2014/main" id="{3CEF3533-DF32-7365-15DA-5AD906C476CE}"/>
              </a:ext>
            </a:extLst>
          </p:cNvPr>
          <p:cNvSpPr txBox="1"/>
          <p:nvPr/>
        </p:nvSpPr>
        <p:spPr>
          <a:xfrm>
            <a:off x="10131140" y="1990980"/>
            <a:ext cx="1463040" cy="1952620"/>
          </a:xfrm>
          <a:prstGeom prst="rect">
            <a:avLst/>
          </a:prstGeom>
          <a:noFill/>
        </p:spPr>
        <p:txBody>
          <a:bodyPr vert="horz" wrap="square" lIns="0" tIns="0" rIns="0" bIns="0" rtlCol="0">
            <a:spAutoFit/>
          </a:bodyPr>
          <a:lstStyle/>
          <a:p>
            <a:pPr marL="169863" marR="0" lvl="0" indent="-169863"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Gap analysis is manually performed as a completeness check against missing disclosures</a:t>
            </a:r>
          </a:p>
          <a:p>
            <a:pPr marL="169863" marR="0" lvl="0" indent="-169863"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New regulations must be sorted through and applied or developed into accounting policy</a:t>
            </a:r>
          </a:p>
          <a:p>
            <a:pPr marL="169863" marR="0" lvl="0" indent="-169863"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endParaRPr kumimoji="0" lang="en-US" sz="10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914400" rtl="0" eaLnBrk="1" fontAlgn="auto" latinLnBrk="0" hangingPunct="1">
              <a:lnSpc>
                <a:spcPct val="100000"/>
              </a:lnSpc>
              <a:spcBef>
                <a:spcPts val="200"/>
              </a:spcBef>
              <a:spcAft>
                <a:spcPts val="0"/>
              </a:spcAft>
              <a:buClrTx/>
              <a:buSzPct val="100000"/>
              <a:buFontTx/>
              <a:buNone/>
              <a:tabLst/>
              <a:defRPr/>
            </a:pPr>
            <a:endParaRPr kumimoji="0" lang="en-US" sz="10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38" name="TextBox 37">
            <a:extLst>
              <a:ext uri="{FF2B5EF4-FFF2-40B4-BE49-F238E27FC236}">
                <a16:creationId xmlns:a16="http://schemas.microsoft.com/office/drawing/2014/main" id="{B41CE450-C03B-E096-74E0-A7B1A04524A5}"/>
              </a:ext>
            </a:extLst>
          </p:cNvPr>
          <p:cNvSpPr txBox="1"/>
          <p:nvPr/>
        </p:nvSpPr>
        <p:spPr>
          <a:xfrm>
            <a:off x="10162665" y="3781540"/>
            <a:ext cx="1463040" cy="1628818"/>
          </a:xfrm>
          <a:prstGeom prst="rect">
            <a:avLst/>
          </a:prstGeom>
          <a:noFill/>
        </p:spPr>
        <p:txBody>
          <a:bodyPr vert="horz" wrap="square" lIns="0" tIns="0" rIns="0" bIns="0" rtlCol="0">
            <a:spAutoFit/>
          </a:bodyPr>
          <a:lstStyle/>
          <a:p>
            <a:pPr marL="169863" marR="0" lvl="0" indent="-169863"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Automated review and summarization of potential gaps in disclosures</a:t>
            </a:r>
          </a:p>
          <a:p>
            <a:pPr marL="169863" marR="0" lvl="0" indent="-169863"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New regulation is filtered on applicability and impact is summarized</a:t>
            </a:r>
          </a:p>
          <a:p>
            <a:pPr marL="0" marR="0" lvl="0" indent="0" algn="l" defTabSz="914400" rtl="0" eaLnBrk="1" fontAlgn="auto" latinLnBrk="0" hangingPunct="1">
              <a:lnSpc>
                <a:spcPct val="100000"/>
              </a:lnSpc>
              <a:spcBef>
                <a:spcPts val="200"/>
              </a:spcBef>
              <a:spcAft>
                <a:spcPts val="0"/>
              </a:spcAft>
              <a:buClrTx/>
              <a:buSzPct val="100000"/>
              <a:buFontTx/>
              <a:buNone/>
              <a:tabLst/>
              <a:defRPr/>
            </a:pPr>
            <a:endParaRPr kumimoji="0" lang="en-US" sz="10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39" name="TextBox 38">
            <a:extLst>
              <a:ext uri="{FF2B5EF4-FFF2-40B4-BE49-F238E27FC236}">
                <a16:creationId xmlns:a16="http://schemas.microsoft.com/office/drawing/2014/main" id="{6897DA04-362D-6803-6EF2-FF9C528284E1}"/>
              </a:ext>
            </a:extLst>
          </p:cNvPr>
          <p:cNvSpPr txBox="1"/>
          <p:nvPr/>
        </p:nvSpPr>
        <p:spPr>
          <a:xfrm>
            <a:off x="10170614" y="5353245"/>
            <a:ext cx="1463040" cy="800672"/>
          </a:xfrm>
          <a:prstGeom prst="rect">
            <a:avLst/>
          </a:prstGeom>
          <a:noFill/>
        </p:spPr>
        <p:txBody>
          <a:bodyPr vert="horz" wrap="square" lIns="0" tIns="0" rIns="0" bIns="0" rtlCol="0">
            <a:spAutoFit/>
          </a:bodyPr>
          <a:lstStyle/>
          <a:p>
            <a:pPr marL="171450" marR="0" lvl="0" indent="-171450" algn="l" defTabSz="914400" rtl="0" eaLnBrk="1" fontAlgn="auto" latinLnBrk="0" hangingPunct="1">
              <a:lnSpc>
                <a:spcPct val="110000"/>
              </a:lnSpc>
              <a:spcBef>
                <a:spcPts val="0"/>
              </a:spcBef>
              <a:spcAft>
                <a:spcPts val="0"/>
              </a:spcAft>
              <a:buClrTx/>
              <a:buSzTx/>
              <a:buFont typeface="Wingdings" panose="05000000000000000000" pitchFamily="2" charset="2"/>
              <a:buChar char="ü"/>
              <a:tabLst/>
              <a:defRPr/>
            </a:pPr>
            <a:r>
              <a:rPr kumimoji="0" lang="en-US" sz="10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More comfort in disclosure completeness</a:t>
            </a:r>
          </a:p>
          <a:p>
            <a:pPr marL="171450" marR="0" lvl="0" indent="-171450" algn="l" defTabSz="914400" rtl="0" eaLnBrk="1" fontAlgn="auto" latinLnBrk="0" hangingPunct="1">
              <a:lnSpc>
                <a:spcPct val="110000"/>
              </a:lnSpc>
              <a:spcBef>
                <a:spcPts val="0"/>
              </a:spcBef>
              <a:spcAft>
                <a:spcPts val="0"/>
              </a:spcAft>
              <a:buClrTx/>
              <a:buSzTx/>
              <a:buFont typeface="Wingdings" panose="05000000000000000000" pitchFamily="2" charset="2"/>
              <a:buChar char="ü"/>
              <a:tabLst/>
              <a:defRPr/>
            </a:pPr>
            <a:r>
              <a:rPr lang="en-US" sz="1000">
                <a:solidFill>
                  <a:prstClr val="black"/>
                </a:solidFill>
                <a:latin typeface="Open Sans" panose="020B0606030504020204" pitchFamily="34" charset="0"/>
                <a:ea typeface="Open Sans" panose="020B0606030504020204" pitchFamily="34" charset="0"/>
                <a:cs typeface="Open Sans" panose="020B0606030504020204" pitchFamily="34" charset="0"/>
              </a:rPr>
              <a:t>Ability to proactively plan for reg changes</a:t>
            </a:r>
            <a:endParaRPr kumimoji="0" lang="en-US" sz="10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40" name="TextBox 39">
            <a:extLst>
              <a:ext uri="{FF2B5EF4-FFF2-40B4-BE49-F238E27FC236}">
                <a16:creationId xmlns:a16="http://schemas.microsoft.com/office/drawing/2014/main" id="{38DE35D9-ADF3-9893-4419-27A1BE987589}"/>
              </a:ext>
            </a:extLst>
          </p:cNvPr>
          <p:cNvSpPr txBox="1"/>
          <p:nvPr/>
        </p:nvSpPr>
        <p:spPr>
          <a:xfrm>
            <a:off x="6645452" y="1990980"/>
            <a:ext cx="1463040" cy="1466918"/>
          </a:xfrm>
          <a:prstGeom prst="rect">
            <a:avLst/>
          </a:prstGeom>
          <a:noFill/>
        </p:spPr>
        <p:txBody>
          <a:bodyPr vert="horz" wrap="square" lIns="0" tIns="0" rIns="0" bIns="0" rtlCol="0">
            <a:spAutoFit/>
          </a:bodyPr>
          <a:lstStyle/>
          <a:p>
            <a:pPr marL="169863" marR="0" lvl="0" indent="-169863"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SOP’s and FAQ’s are manually documented by experienced resources</a:t>
            </a:r>
          </a:p>
          <a:p>
            <a:pPr marL="169863" marR="0" lvl="0" indent="-169863"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Valuable resources deployed performing low value tasks</a:t>
            </a:r>
          </a:p>
          <a:p>
            <a:pPr marL="0" marR="0" lvl="0" indent="0" algn="l" defTabSz="914400" rtl="0" eaLnBrk="1" fontAlgn="auto" latinLnBrk="0" hangingPunct="1">
              <a:lnSpc>
                <a:spcPct val="100000"/>
              </a:lnSpc>
              <a:spcBef>
                <a:spcPts val="200"/>
              </a:spcBef>
              <a:spcAft>
                <a:spcPts val="0"/>
              </a:spcAft>
              <a:buClrTx/>
              <a:buSzPct val="100000"/>
              <a:buFontTx/>
              <a:buNone/>
              <a:tabLst/>
              <a:defRPr/>
            </a:pPr>
            <a:endParaRPr kumimoji="0" lang="en-US" sz="10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41" name="TextBox 40">
            <a:extLst>
              <a:ext uri="{FF2B5EF4-FFF2-40B4-BE49-F238E27FC236}">
                <a16:creationId xmlns:a16="http://schemas.microsoft.com/office/drawing/2014/main" id="{A6E96CBA-F3AD-1DBB-BEEC-CBE8F995039F}"/>
              </a:ext>
            </a:extLst>
          </p:cNvPr>
          <p:cNvSpPr txBox="1"/>
          <p:nvPr/>
        </p:nvSpPr>
        <p:spPr>
          <a:xfrm>
            <a:off x="6645452" y="3820751"/>
            <a:ext cx="1463040" cy="1305017"/>
          </a:xfrm>
          <a:prstGeom prst="rect">
            <a:avLst/>
          </a:prstGeom>
          <a:noFill/>
        </p:spPr>
        <p:txBody>
          <a:bodyPr vert="horz" wrap="square" lIns="0" tIns="0" rIns="0" bIns="0" rtlCol="0">
            <a:spAutoFit/>
          </a:bodyPr>
          <a:lstStyle/>
          <a:p>
            <a:pPr marL="169863" marR="0" lvl="0" indent="-169863"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New SOP’s generated on the fly to capture small changes in processes</a:t>
            </a:r>
          </a:p>
          <a:p>
            <a:pPr marL="169863" marR="0" lvl="0" indent="-169863"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Q&amp;A chatbot to guide new employees through SOP’s</a:t>
            </a:r>
          </a:p>
          <a:p>
            <a:pPr marL="0" marR="0" lvl="0" indent="0" algn="l" defTabSz="914400" rtl="0" eaLnBrk="1" fontAlgn="auto" latinLnBrk="0" hangingPunct="1">
              <a:lnSpc>
                <a:spcPct val="100000"/>
              </a:lnSpc>
              <a:spcBef>
                <a:spcPts val="200"/>
              </a:spcBef>
              <a:spcAft>
                <a:spcPts val="0"/>
              </a:spcAft>
              <a:buClrTx/>
              <a:buSzPct val="100000"/>
              <a:buFontTx/>
              <a:buNone/>
              <a:tabLst/>
              <a:defRPr/>
            </a:pPr>
            <a:endParaRPr kumimoji="0" lang="en-US" sz="10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cxnSp>
        <p:nvCxnSpPr>
          <p:cNvPr id="42" name="Straight Connector 41">
            <a:extLst>
              <a:ext uri="{FF2B5EF4-FFF2-40B4-BE49-F238E27FC236}">
                <a16:creationId xmlns:a16="http://schemas.microsoft.com/office/drawing/2014/main" id="{A25E3F53-2D5E-6CF9-72F2-8320935F391A}"/>
              </a:ext>
            </a:extLst>
          </p:cNvPr>
          <p:cNvCxnSpPr>
            <a:cxnSpLocks/>
          </p:cNvCxnSpPr>
          <p:nvPr/>
        </p:nvCxnSpPr>
        <p:spPr>
          <a:xfrm>
            <a:off x="374202" y="3669255"/>
            <a:ext cx="11109960" cy="0"/>
          </a:xfrm>
          <a:prstGeom prst="line">
            <a:avLst/>
          </a:prstGeom>
          <a:ln>
            <a:solidFill>
              <a:schemeClr val="tx2"/>
            </a:solidFill>
            <a:prstDash val="dash"/>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00E923-E278-6596-92FC-374B8929C3AD}"/>
              </a:ext>
            </a:extLst>
          </p:cNvPr>
          <p:cNvCxnSpPr>
            <a:cxnSpLocks/>
          </p:cNvCxnSpPr>
          <p:nvPr/>
        </p:nvCxnSpPr>
        <p:spPr>
          <a:xfrm>
            <a:off x="378179" y="5267624"/>
            <a:ext cx="11109960" cy="0"/>
          </a:xfrm>
          <a:prstGeom prst="line">
            <a:avLst/>
          </a:prstGeom>
          <a:ln>
            <a:solidFill>
              <a:schemeClr val="tx2"/>
            </a:solidFill>
            <a:prstDash val="dash"/>
          </a:ln>
        </p:spPr>
        <p:style>
          <a:lnRef idx="1">
            <a:schemeClr val="accent1"/>
          </a:lnRef>
          <a:fillRef idx="0">
            <a:schemeClr val="accent1"/>
          </a:fillRef>
          <a:effectRef idx="0">
            <a:schemeClr val="accent1"/>
          </a:effectRef>
          <a:fontRef idx="minor">
            <a:schemeClr val="tx1"/>
          </a:fontRef>
        </p:style>
      </p:cxnSp>
      <p:sp>
        <p:nvSpPr>
          <p:cNvPr id="2" name="Pentagon 71">
            <a:extLst>
              <a:ext uri="{FF2B5EF4-FFF2-40B4-BE49-F238E27FC236}">
                <a16:creationId xmlns:a16="http://schemas.microsoft.com/office/drawing/2014/main" id="{BAF0F5FE-5E3E-EDC6-AB95-8D9BA379D30E}"/>
              </a:ext>
            </a:extLst>
          </p:cNvPr>
          <p:cNvSpPr>
            <a:spLocks/>
          </p:cNvSpPr>
          <p:nvPr/>
        </p:nvSpPr>
        <p:spPr>
          <a:xfrm>
            <a:off x="8372261" y="965634"/>
            <a:ext cx="3383280" cy="329542"/>
          </a:xfrm>
          <a:prstGeom prst="rect">
            <a:avLst/>
          </a:prstGeom>
          <a:solidFill>
            <a:srgbClr val="0D8390">
              <a:alpha val="50196"/>
            </a:srgbClr>
          </a:solidFill>
          <a:ln w="3175" cap="flat" cmpd="sng" algn="ctr">
            <a:solidFill>
              <a:srgbClr val="0D8390">
                <a:alpha val="50196"/>
              </a:srgbClr>
            </a:solidFill>
            <a:prstDash val="solid"/>
            <a:miter lim="800000"/>
          </a:ln>
          <a:effectLst/>
        </p:spPr>
        <p:txBody>
          <a:bodyPr lIns="45720" tIns="0" rIns="0" bIns="0" rtlCol="0" anchor="ctr"/>
          <a:lstStyle/>
          <a:p>
            <a:pPr marL="0" marR="0" lvl="0" indent="0" algn="ctr" defTabSz="554492"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182"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Controllership</a:t>
            </a:r>
          </a:p>
        </p:txBody>
      </p:sp>
    </p:spTree>
    <p:extLst>
      <p:ext uri="{BB962C8B-B14F-4D97-AF65-F5344CB8AC3E}">
        <p14:creationId xmlns:p14="http://schemas.microsoft.com/office/powerpoint/2010/main" val="18953041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Text Placeholder 39">
            <a:extLst>
              <a:ext uri="{FF2B5EF4-FFF2-40B4-BE49-F238E27FC236}">
                <a16:creationId xmlns:a16="http://schemas.microsoft.com/office/drawing/2014/main" id="{36787A9A-C013-7C7C-2FF4-9CDBDCCC0D1C}"/>
              </a:ext>
            </a:extLst>
          </p:cNvPr>
          <p:cNvSpPr>
            <a:spLocks noGrp="1"/>
          </p:cNvSpPr>
          <p:nvPr>
            <p:ph type="body" sz="quarter" idx="22"/>
          </p:nvPr>
        </p:nvSpPr>
        <p:spPr/>
        <p:txBody>
          <a:bodyPr/>
          <a:lstStyle/>
          <a:p>
            <a:r>
              <a:rPr lang="en-US" dirty="0"/>
              <a:t>Six priority use cases have been identified to develop and explore with clients – these will form part of a broader FinanceAI platform concept, and provide necessary experience to evolve our offerings </a:t>
            </a:r>
          </a:p>
        </p:txBody>
      </p:sp>
      <p:sp>
        <p:nvSpPr>
          <p:cNvPr id="3" name="Title 2">
            <a:extLst>
              <a:ext uri="{FF2B5EF4-FFF2-40B4-BE49-F238E27FC236}">
                <a16:creationId xmlns:a16="http://schemas.microsoft.com/office/drawing/2014/main" id="{6968F31A-ADCE-A1F4-398E-BDBBEEB46C9E}"/>
              </a:ext>
            </a:extLst>
          </p:cNvPr>
          <p:cNvSpPr>
            <a:spLocks noGrp="1"/>
          </p:cNvSpPr>
          <p:nvPr>
            <p:ph type="title"/>
          </p:nvPr>
        </p:nvSpPr>
        <p:spPr/>
        <p:txBody>
          <a:bodyPr/>
          <a:lstStyle/>
          <a:p>
            <a:r>
              <a:rPr lang="en-US" noProof="0"/>
              <a:t>F&amp;P Priority Use Cases </a:t>
            </a:r>
            <a:endParaRPr lang="en-US"/>
          </a:p>
        </p:txBody>
      </p:sp>
      <p:sp>
        <p:nvSpPr>
          <p:cNvPr id="30" name="Financial_Fill_11">
            <a:extLst>
              <a:ext uri="{FF2B5EF4-FFF2-40B4-BE49-F238E27FC236}">
                <a16:creationId xmlns:a16="http://schemas.microsoft.com/office/drawing/2014/main" id="{383E4B73-9AE6-1F9E-7398-DA1F5849F509}"/>
              </a:ext>
            </a:extLst>
          </p:cNvPr>
          <p:cNvSpPr>
            <a:spLocks noChangeAspect="1" noEditPoints="1"/>
          </p:cNvSpPr>
          <p:nvPr/>
        </p:nvSpPr>
        <p:spPr bwMode="auto">
          <a:xfrm>
            <a:off x="0" y="0"/>
            <a:ext cx="0" cy="0"/>
          </a:xfrm>
          <a:custGeom>
            <a:avLst/>
            <a:gdLst>
              <a:gd name="T0" fmla="*/ 202 w 512"/>
              <a:gd name="T1" fmla="*/ 181 h 512"/>
              <a:gd name="T2" fmla="*/ 309 w 512"/>
              <a:gd name="T3" fmla="*/ 160 h 512"/>
              <a:gd name="T4" fmla="*/ 160 w 512"/>
              <a:gd name="T5" fmla="*/ 117 h 512"/>
              <a:gd name="T6" fmla="*/ 352 w 512"/>
              <a:gd name="T7" fmla="*/ 394 h 512"/>
              <a:gd name="T8" fmla="*/ 160 w 512"/>
              <a:gd name="T9" fmla="*/ 117 h 512"/>
              <a:gd name="T10" fmla="*/ 234 w 512"/>
              <a:gd name="T11" fmla="*/ 352 h 512"/>
              <a:gd name="T12" fmla="*/ 234 w 512"/>
              <a:gd name="T13" fmla="*/ 373 h 512"/>
              <a:gd name="T14" fmla="*/ 245 w 512"/>
              <a:gd name="T15" fmla="*/ 320 h 512"/>
              <a:gd name="T16" fmla="*/ 224 w 512"/>
              <a:gd name="T17" fmla="*/ 320 h 512"/>
              <a:gd name="T18" fmla="*/ 245 w 512"/>
              <a:gd name="T19" fmla="*/ 320 h 512"/>
              <a:gd name="T20" fmla="*/ 234 w 512"/>
              <a:gd name="T21" fmla="*/ 266 h 512"/>
              <a:gd name="T22" fmla="*/ 234 w 512"/>
              <a:gd name="T23" fmla="*/ 288 h 512"/>
              <a:gd name="T24" fmla="*/ 245 w 512"/>
              <a:gd name="T25" fmla="*/ 234 h 512"/>
              <a:gd name="T26" fmla="*/ 224 w 512"/>
              <a:gd name="T27" fmla="*/ 234 h 512"/>
              <a:gd name="T28" fmla="*/ 245 w 512"/>
              <a:gd name="T29" fmla="*/ 234 h 512"/>
              <a:gd name="T30" fmla="*/ 277 w 512"/>
              <a:gd name="T31" fmla="*/ 352 h 512"/>
              <a:gd name="T32" fmla="*/ 277 w 512"/>
              <a:gd name="T33" fmla="*/ 373 h 512"/>
              <a:gd name="T34" fmla="*/ 288 w 512"/>
              <a:gd name="T35" fmla="*/ 320 h 512"/>
              <a:gd name="T36" fmla="*/ 266 w 512"/>
              <a:gd name="T37" fmla="*/ 320 h 512"/>
              <a:gd name="T38" fmla="*/ 288 w 512"/>
              <a:gd name="T39" fmla="*/ 320 h 512"/>
              <a:gd name="T40" fmla="*/ 277 w 512"/>
              <a:gd name="T41" fmla="*/ 266 h 512"/>
              <a:gd name="T42" fmla="*/ 277 w 512"/>
              <a:gd name="T43" fmla="*/ 288 h 512"/>
              <a:gd name="T44" fmla="*/ 288 w 512"/>
              <a:gd name="T45" fmla="*/ 234 h 512"/>
              <a:gd name="T46" fmla="*/ 266 w 512"/>
              <a:gd name="T47" fmla="*/ 234 h 512"/>
              <a:gd name="T48" fmla="*/ 288 w 512"/>
              <a:gd name="T49" fmla="*/ 234 h 512"/>
              <a:gd name="T50" fmla="*/ 320 w 512"/>
              <a:gd name="T51" fmla="*/ 309 h 512"/>
              <a:gd name="T52" fmla="*/ 309 w 512"/>
              <a:gd name="T53" fmla="*/ 362 h 512"/>
              <a:gd name="T54" fmla="*/ 330 w 512"/>
              <a:gd name="T55" fmla="*/ 362 h 512"/>
              <a:gd name="T56" fmla="*/ 330 w 512"/>
              <a:gd name="T57" fmla="*/ 277 h 512"/>
              <a:gd name="T58" fmla="*/ 309 w 512"/>
              <a:gd name="T59" fmla="*/ 277 h 512"/>
              <a:gd name="T60" fmla="*/ 330 w 512"/>
              <a:gd name="T61" fmla="*/ 277 h 512"/>
              <a:gd name="T62" fmla="*/ 320 w 512"/>
              <a:gd name="T63" fmla="*/ 224 h 512"/>
              <a:gd name="T64" fmla="*/ 320 w 512"/>
              <a:gd name="T65" fmla="*/ 245 h 512"/>
              <a:gd name="T66" fmla="*/ 181 w 512"/>
              <a:gd name="T67" fmla="*/ 192 h 512"/>
              <a:gd name="T68" fmla="*/ 320 w 512"/>
              <a:gd name="T69" fmla="*/ 202 h 512"/>
              <a:gd name="T70" fmla="*/ 330 w 512"/>
              <a:gd name="T71" fmla="*/ 149 h 512"/>
              <a:gd name="T72" fmla="*/ 192 w 512"/>
              <a:gd name="T73" fmla="*/ 138 h 512"/>
              <a:gd name="T74" fmla="*/ 181 w 512"/>
              <a:gd name="T75" fmla="*/ 192 h 512"/>
              <a:gd name="T76" fmla="*/ 192 w 512"/>
              <a:gd name="T77" fmla="*/ 245 h 512"/>
              <a:gd name="T78" fmla="*/ 192 w 512"/>
              <a:gd name="T79" fmla="*/ 224 h 512"/>
              <a:gd name="T80" fmla="*/ 181 w 512"/>
              <a:gd name="T81" fmla="*/ 277 h 512"/>
              <a:gd name="T82" fmla="*/ 202 w 512"/>
              <a:gd name="T83" fmla="*/ 277 h 512"/>
              <a:gd name="T84" fmla="*/ 181 w 512"/>
              <a:gd name="T85" fmla="*/ 277 h 512"/>
              <a:gd name="T86" fmla="*/ 192 w 512"/>
              <a:gd name="T87" fmla="*/ 330 h 512"/>
              <a:gd name="T88" fmla="*/ 192 w 512"/>
              <a:gd name="T89" fmla="*/ 309 h 512"/>
              <a:gd name="T90" fmla="*/ 181 w 512"/>
              <a:gd name="T91" fmla="*/ 362 h 512"/>
              <a:gd name="T92" fmla="*/ 202 w 512"/>
              <a:gd name="T93" fmla="*/ 362 h 512"/>
              <a:gd name="T94" fmla="*/ 181 w 512"/>
              <a:gd name="T95" fmla="*/ 362 h 512"/>
              <a:gd name="T96" fmla="*/ 256 w 512"/>
              <a:gd name="T97" fmla="*/ 512 h 512"/>
              <a:gd name="T98" fmla="*/ 256 w 512"/>
              <a:gd name="T99" fmla="*/ 0 h 512"/>
              <a:gd name="T100" fmla="*/ 373 w 512"/>
              <a:gd name="T101" fmla="*/ 106 h 512"/>
              <a:gd name="T102" fmla="*/ 149 w 512"/>
              <a:gd name="T103" fmla="*/ 96 h 512"/>
              <a:gd name="T104" fmla="*/ 138 w 512"/>
              <a:gd name="T105" fmla="*/ 405 h 512"/>
              <a:gd name="T106" fmla="*/ 362 w 512"/>
              <a:gd name="T107" fmla="*/ 416 h 512"/>
              <a:gd name="T108" fmla="*/ 373 w 512"/>
              <a:gd name="T109" fmla="*/ 10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512" h="512">
                <a:moveTo>
                  <a:pt x="309" y="181"/>
                </a:moveTo>
                <a:cubicBezTo>
                  <a:pt x="202" y="181"/>
                  <a:pt x="202" y="181"/>
                  <a:pt x="202" y="181"/>
                </a:cubicBezTo>
                <a:cubicBezTo>
                  <a:pt x="202" y="160"/>
                  <a:pt x="202" y="160"/>
                  <a:pt x="202" y="160"/>
                </a:cubicBezTo>
                <a:cubicBezTo>
                  <a:pt x="309" y="160"/>
                  <a:pt x="309" y="160"/>
                  <a:pt x="309" y="160"/>
                </a:cubicBezTo>
                <a:lnTo>
                  <a:pt x="309" y="181"/>
                </a:lnTo>
                <a:close/>
                <a:moveTo>
                  <a:pt x="160" y="117"/>
                </a:moveTo>
                <a:cubicBezTo>
                  <a:pt x="352" y="117"/>
                  <a:pt x="352" y="117"/>
                  <a:pt x="352" y="117"/>
                </a:cubicBezTo>
                <a:cubicBezTo>
                  <a:pt x="352" y="394"/>
                  <a:pt x="352" y="394"/>
                  <a:pt x="352" y="394"/>
                </a:cubicBezTo>
                <a:cubicBezTo>
                  <a:pt x="160" y="394"/>
                  <a:pt x="160" y="394"/>
                  <a:pt x="160" y="394"/>
                </a:cubicBezTo>
                <a:lnTo>
                  <a:pt x="160" y="117"/>
                </a:lnTo>
                <a:close/>
                <a:moveTo>
                  <a:pt x="245" y="362"/>
                </a:moveTo>
                <a:cubicBezTo>
                  <a:pt x="245" y="356"/>
                  <a:pt x="240" y="352"/>
                  <a:pt x="234" y="352"/>
                </a:cubicBezTo>
                <a:cubicBezTo>
                  <a:pt x="228" y="352"/>
                  <a:pt x="224" y="356"/>
                  <a:pt x="224" y="362"/>
                </a:cubicBezTo>
                <a:cubicBezTo>
                  <a:pt x="224" y="368"/>
                  <a:pt x="228" y="373"/>
                  <a:pt x="234" y="373"/>
                </a:cubicBezTo>
                <a:cubicBezTo>
                  <a:pt x="240" y="373"/>
                  <a:pt x="245" y="368"/>
                  <a:pt x="245" y="362"/>
                </a:cubicBezTo>
                <a:close/>
                <a:moveTo>
                  <a:pt x="245" y="320"/>
                </a:moveTo>
                <a:cubicBezTo>
                  <a:pt x="245" y="314"/>
                  <a:pt x="240" y="309"/>
                  <a:pt x="234" y="309"/>
                </a:cubicBezTo>
                <a:cubicBezTo>
                  <a:pt x="228" y="309"/>
                  <a:pt x="224" y="314"/>
                  <a:pt x="224" y="320"/>
                </a:cubicBezTo>
                <a:cubicBezTo>
                  <a:pt x="224" y="326"/>
                  <a:pt x="228" y="330"/>
                  <a:pt x="234" y="330"/>
                </a:cubicBezTo>
                <a:cubicBezTo>
                  <a:pt x="240" y="330"/>
                  <a:pt x="245" y="326"/>
                  <a:pt x="245" y="320"/>
                </a:cubicBezTo>
                <a:close/>
                <a:moveTo>
                  <a:pt x="245" y="277"/>
                </a:moveTo>
                <a:cubicBezTo>
                  <a:pt x="245" y="271"/>
                  <a:pt x="240" y="266"/>
                  <a:pt x="234" y="266"/>
                </a:cubicBezTo>
                <a:cubicBezTo>
                  <a:pt x="228" y="266"/>
                  <a:pt x="224" y="271"/>
                  <a:pt x="224" y="277"/>
                </a:cubicBezTo>
                <a:cubicBezTo>
                  <a:pt x="224" y="283"/>
                  <a:pt x="228" y="288"/>
                  <a:pt x="234" y="288"/>
                </a:cubicBezTo>
                <a:cubicBezTo>
                  <a:pt x="240" y="288"/>
                  <a:pt x="245" y="283"/>
                  <a:pt x="245" y="277"/>
                </a:cubicBezTo>
                <a:close/>
                <a:moveTo>
                  <a:pt x="245" y="234"/>
                </a:moveTo>
                <a:cubicBezTo>
                  <a:pt x="245" y="228"/>
                  <a:pt x="240" y="224"/>
                  <a:pt x="234" y="224"/>
                </a:cubicBezTo>
                <a:cubicBezTo>
                  <a:pt x="228" y="224"/>
                  <a:pt x="224" y="228"/>
                  <a:pt x="224" y="234"/>
                </a:cubicBezTo>
                <a:cubicBezTo>
                  <a:pt x="224" y="240"/>
                  <a:pt x="228" y="245"/>
                  <a:pt x="234" y="245"/>
                </a:cubicBezTo>
                <a:cubicBezTo>
                  <a:pt x="240" y="245"/>
                  <a:pt x="245" y="240"/>
                  <a:pt x="245" y="234"/>
                </a:cubicBezTo>
                <a:close/>
                <a:moveTo>
                  <a:pt x="288" y="362"/>
                </a:moveTo>
                <a:cubicBezTo>
                  <a:pt x="288" y="356"/>
                  <a:pt x="283" y="352"/>
                  <a:pt x="277" y="352"/>
                </a:cubicBezTo>
                <a:cubicBezTo>
                  <a:pt x="271" y="352"/>
                  <a:pt x="266" y="356"/>
                  <a:pt x="266" y="362"/>
                </a:cubicBezTo>
                <a:cubicBezTo>
                  <a:pt x="266" y="368"/>
                  <a:pt x="271" y="373"/>
                  <a:pt x="277" y="373"/>
                </a:cubicBezTo>
                <a:cubicBezTo>
                  <a:pt x="283" y="373"/>
                  <a:pt x="288" y="368"/>
                  <a:pt x="288" y="362"/>
                </a:cubicBezTo>
                <a:close/>
                <a:moveTo>
                  <a:pt x="288" y="320"/>
                </a:moveTo>
                <a:cubicBezTo>
                  <a:pt x="288" y="314"/>
                  <a:pt x="283" y="309"/>
                  <a:pt x="277" y="309"/>
                </a:cubicBezTo>
                <a:cubicBezTo>
                  <a:pt x="271" y="309"/>
                  <a:pt x="266" y="314"/>
                  <a:pt x="266" y="320"/>
                </a:cubicBezTo>
                <a:cubicBezTo>
                  <a:pt x="266" y="326"/>
                  <a:pt x="271" y="330"/>
                  <a:pt x="277" y="330"/>
                </a:cubicBezTo>
                <a:cubicBezTo>
                  <a:pt x="283" y="330"/>
                  <a:pt x="288" y="326"/>
                  <a:pt x="288" y="320"/>
                </a:cubicBezTo>
                <a:close/>
                <a:moveTo>
                  <a:pt x="288" y="277"/>
                </a:moveTo>
                <a:cubicBezTo>
                  <a:pt x="288" y="271"/>
                  <a:pt x="283" y="266"/>
                  <a:pt x="277" y="266"/>
                </a:cubicBezTo>
                <a:cubicBezTo>
                  <a:pt x="271" y="266"/>
                  <a:pt x="266" y="271"/>
                  <a:pt x="266" y="277"/>
                </a:cubicBezTo>
                <a:cubicBezTo>
                  <a:pt x="266" y="283"/>
                  <a:pt x="271" y="288"/>
                  <a:pt x="277" y="288"/>
                </a:cubicBezTo>
                <a:cubicBezTo>
                  <a:pt x="283" y="288"/>
                  <a:pt x="288" y="283"/>
                  <a:pt x="288" y="277"/>
                </a:cubicBezTo>
                <a:close/>
                <a:moveTo>
                  <a:pt x="288" y="234"/>
                </a:moveTo>
                <a:cubicBezTo>
                  <a:pt x="288" y="228"/>
                  <a:pt x="283" y="224"/>
                  <a:pt x="277" y="224"/>
                </a:cubicBezTo>
                <a:cubicBezTo>
                  <a:pt x="271" y="224"/>
                  <a:pt x="266" y="228"/>
                  <a:pt x="266" y="234"/>
                </a:cubicBezTo>
                <a:cubicBezTo>
                  <a:pt x="266" y="240"/>
                  <a:pt x="271" y="245"/>
                  <a:pt x="277" y="245"/>
                </a:cubicBezTo>
                <a:cubicBezTo>
                  <a:pt x="283" y="245"/>
                  <a:pt x="288" y="240"/>
                  <a:pt x="288" y="234"/>
                </a:cubicBezTo>
                <a:close/>
                <a:moveTo>
                  <a:pt x="330" y="320"/>
                </a:moveTo>
                <a:cubicBezTo>
                  <a:pt x="330" y="314"/>
                  <a:pt x="326" y="309"/>
                  <a:pt x="320" y="309"/>
                </a:cubicBezTo>
                <a:cubicBezTo>
                  <a:pt x="314" y="309"/>
                  <a:pt x="309" y="314"/>
                  <a:pt x="309" y="320"/>
                </a:cubicBezTo>
                <a:cubicBezTo>
                  <a:pt x="309" y="362"/>
                  <a:pt x="309" y="362"/>
                  <a:pt x="309" y="362"/>
                </a:cubicBezTo>
                <a:cubicBezTo>
                  <a:pt x="309" y="368"/>
                  <a:pt x="314" y="373"/>
                  <a:pt x="320" y="373"/>
                </a:cubicBezTo>
                <a:cubicBezTo>
                  <a:pt x="326" y="373"/>
                  <a:pt x="330" y="368"/>
                  <a:pt x="330" y="362"/>
                </a:cubicBezTo>
                <a:lnTo>
                  <a:pt x="330" y="320"/>
                </a:lnTo>
                <a:close/>
                <a:moveTo>
                  <a:pt x="330" y="277"/>
                </a:moveTo>
                <a:cubicBezTo>
                  <a:pt x="330" y="271"/>
                  <a:pt x="326" y="266"/>
                  <a:pt x="320" y="266"/>
                </a:cubicBezTo>
                <a:cubicBezTo>
                  <a:pt x="314" y="266"/>
                  <a:pt x="309" y="271"/>
                  <a:pt x="309" y="277"/>
                </a:cubicBezTo>
                <a:cubicBezTo>
                  <a:pt x="309" y="283"/>
                  <a:pt x="314" y="288"/>
                  <a:pt x="320" y="288"/>
                </a:cubicBezTo>
                <a:cubicBezTo>
                  <a:pt x="326" y="288"/>
                  <a:pt x="330" y="283"/>
                  <a:pt x="330" y="277"/>
                </a:cubicBezTo>
                <a:close/>
                <a:moveTo>
                  <a:pt x="330" y="234"/>
                </a:moveTo>
                <a:cubicBezTo>
                  <a:pt x="330" y="228"/>
                  <a:pt x="326" y="224"/>
                  <a:pt x="320" y="224"/>
                </a:cubicBezTo>
                <a:cubicBezTo>
                  <a:pt x="314" y="224"/>
                  <a:pt x="309" y="228"/>
                  <a:pt x="309" y="234"/>
                </a:cubicBezTo>
                <a:cubicBezTo>
                  <a:pt x="309" y="240"/>
                  <a:pt x="314" y="245"/>
                  <a:pt x="320" y="245"/>
                </a:cubicBezTo>
                <a:cubicBezTo>
                  <a:pt x="326" y="245"/>
                  <a:pt x="330" y="240"/>
                  <a:pt x="330" y="234"/>
                </a:cubicBezTo>
                <a:close/>
                <a:moveTo>
                  <a:pt x="181" y="192"/>
                </a:moveTo>
                <a:cubicBezTo>
                  <a:pt x="181" y="198"/>
                  <a:pt x="186" y="202"/>
                  <a:pt x="192" y="202"/>
                </a:cubicBezTo>
                <a:cubicBezTo>
                  <a:pt x="320" y="202"/>
                  <a:pt x="320" y="202"/>
                  <a:pt x="320" y="202"/>
                </a:cubicBezTo>
                <a:cubicBezTo>
                  <a:pt x="326" y="202"/>
                  <a:pt x="330" y="198"/>
                  <a:pt x="330" y="192"/>
                </a:cubicBezTo>
                <a:cubicBezTo>
                  <a:pt x="330" y="149"/>
                  <a:pt x="330" y="149"/>
                  <a:pt x="330" y="149"/>
                </a:cubicBezTo>
                <a:cubicBezTo>
                  <a:pt x="330" y="143"/>
                  <a:pt x="326" y="138"/>
                  <a:pt x="320" y="138"/>
                </a:cubicBezTo>
                <a:cubicBezTo>
                  <a:pt x="192" y="138"/>
                  <a:pt x="192" y="138"/>
                  <a:pt x="192" y="138"/>
                </a:cubicBezTo>
                <a:cubicBezTo>
                  <a:pt x="186" y="138"/>
                  <a:pt x="181" y="143"/>
                  <a:pt x="181" y="149"/>
                </a:cubicBezTo>
                <a:lnTo>
                  <a:pt x="181" y="192"/>
                </a:lnTo>
                <a:close/>
                <a:moveTo>
                  <a:pt x="181" y="234"/>
                </a:moveTo>
                <a:cubicBezTo>
                  <a:pt x="181" y="240"/>
                  <a:pt x="186" y="245"/>
                  <a:pt x="192" y="245"/>
                </a:cubicBezTo>
                <a:cubicBezTo>
                  <a:pt x="198" y="245"/>
                  <a:pt x="202" y="240"/>
                  <a:pt x="202" y="234"/>
                </a:cubicBezTo>
                <a:cubicBezTo>
                  <a:pt x="202" y="228"/>
                  <a:pt x="198" y="224"/>
                  <a:pt x="192" y="224"/>
                </a:cubicBezTo>
                <a:cubicBezTo>
                  <a:pt x="186" y="224"/>
                  <a:pt x="181" y="228"/>
                  <a:pt x="181" y="234"/>
                </a:cubicBezTo>
                <a:close/>
                <a:moveTo>
                  <a:pt x="181" y="277"/>
                </a:moveTo>
                <a:cubicBezTo>
                  <a:pt x="181" y="283"/>
                  <a:pt x="186" y="288"/>
                  <a:pt x="192" y="288"/>
                </a:cubicBezTo>
                <a:cubicBezTo>
                  <a:pt x="198" y="288"/>
                  <a:pt x="202" y="283"/>
                  <a:pt x="202" y="277"/>
                </a:cubicBezTo>
                <a:cubicBezTo>
                  <a:pt x="202" y="271"/>
                  <a:pt x="198" y="266"/>
                  <a:pt x="192" y="266"/>
                </a:cubicBezTo>
                <a:cubicBezTo>
                  <a:pt x="186" y="266"/>
                  <a:pt x="181" y="271"/>
                  <a:pt x="181" y="277"/>
                </a:cubicBezTo>
                <a:close/>
                <a:moveTo>
                  <a:pt x="181" y="320"/>
                </a:moveTo>
                <a:cubicBezTo>
                  <a:pt x="181" y="326"/>
                  <a:pt x="186" y="330"/>
                  <a:pt x="192" y="330"/>
                </a:cubicBezTo>
                <a:cubicBezTo>
                  <a:pt x="198" y="330"/>
                  <a:pt x="202" y="326"/>
                  <a:pt x="202" y="320"/>
                </a:cubicBezTo>
                <a:cubicBezTo>
                  <a:pt x="202" y="314"/>
                  <a:pt x="198" y="309"/>
                  <a:pt x="192" y="309"/>
                </a:cubicBezTo>
                <a:cubicBezTo>
                  <a:pt x="186" y="309"/>
                  <a:pt x="181" y="314"/>
                  <a:pt x="181" y="320"/>
                </a:cubicBezTo>
                <a:close/>
                <a:moveTo>
                  <a:pt x="181" y="362"/>
                </a:moveTo>
                <a:cubicBezTo>
                  <a:pt x="181" y="368"/>
                  <a:pt x="186" y="373"/>
                  <a:pt x="192" y="373"/>
                </a:cubicBezTo>
                <a:cubicBezTo>
                  <a:pt x="198" y="373"/>
                  <a:pt x="202" y="368"/>
                  <a:pt x="202" y="362"/>
                </a:cubicBezTo>
                <a:cubicBezTo>
                  <a:pt x="202" y="356"/>
                  <a:pt x="198" y="352"/>
                  <a:pt x="192" y="352"/>
                </a:cubicBezTo>
                <a:cubicBezTo>
                  <a:pt x="186" y="352"/>
                  <a:pt x="181" y="356"/>
                  <a:pt x="181" y="362"/>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106"/>
                </a:moveTo>
                <a:cubicBezTo>
                  <a:pt x="373" y="100"/>
                  <a:pt x="368" y="96"/>
                  <a:pt x="362" y="96"/>
                </a:cubicBezTo>
                <a:cubicBezTo>
                  <a:pt x="149" y="96"/>
                  <a:pt x="149" y="96"/>
                  <a:pt x="149" y="96"/>
                </a:cubicBezTo>
                <a:cubicBezTo>
                  <a:pt x="143" y="96"/>
                  <a:pt x="138" y="100"/>
                  <a:pt x="138" y="106"/>
                </a:cubicBezTo>
                <a:cubicBezTo>
                  <a:pt x="138" y="405"/>
                  <a:pt x="138" y="405"/>
                  <a:pt x="138" y="405"/>
                </a:cubicBezTo>
                <a:cubicBezTo>
                  <a:pt x="138" y="411"/>
                  <a:pt x="143" y="416"/>
                  <a:pt x="149" y="416"/>
                </a:cubicBezTo>
                <a:cubicBezTo>
                  <a:pt x="362" y="416"/>
                  <a:pt x="362" y="416"/>
                  <a:pt x="362" y="416"/>
                </a:cubicBezTo>
                <a:cubicBezTo>
                  <a:pt x="368" y="416"/>
                  <a:pt x="373" y="411"/>
                  <a:pt x="373" y="405"/>
                </a:cubicBezTo>
                <a:lnTo>
                  <a:pt x="373" y="106"/>
                </a:lnTo>
                <a:close/>
              </a:path>
            </a:pathLst>
          </a:custGeom>
          <a:solidFill>
            <a:schemeClr val="accent4"/>
          </a:solidFill>
          <a:ln>
            <a:noFill/>
          </a:ln>
        </p:spPr>
        <p:txBody>
          <a:bodyPr vert="horz" wrap="square" lIns="91440" tIns="45720" rIns="91440" bIns="45720" numCol="1" anchor="t" anchorCtr="0" compatLnSpc="1">
            <a:prstTxWarp prst="textNoShape">
              <a:avLst/>
            </a:prstTxWarp>
          </a:bodyPr>
          <a:lstStyle/>
          <a:p>
            <a:endParaRPr lang="en-US" sz="1200"/>
          </a:p>
        </p:txBody>
      </p:sp>
      <p:sp>
        <p:nvSpPr>
          <p:cNvPr id="72" name="Rectangle 3">
            <a:extLst>
              <a:ext uri="{FF2B5EF4-FFF2-40B4-BE49-F238E27FC236}">
                <a16:creationId xmlns:a16="http://schemas.microsoft.com/office/drawing/2014/main" id="{8E59DA1E-4EF6-11ED-5E7B-19D8346CA092}"/>
              </a:ext>
            </a:extLst>
          </p:cNvPr>
          <p:cNvSpPr>
            <a:spLocks/>
          </p:cNvSpPr>
          <p:nvPr/>
        </p:nvSpPr>
        <p:spPr bwMode="auto">
          <a:xfrm rot="16200000">
            <a:off x="-50075" y="2285245"/>
            <a:ext cx="942844" cy="2516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lIns="0" tIns="0" rIns="0" bIns="0" anchor="ctr"/>
          <a:lstStyle/>
          <a:p>
            <a:pPr marL="0" marR="0" lvl="0" indent="0" algn="ctr" defTabSz="1219170" rtl="0" eaLnBrk="1" fontAlgn="auto" latinLnBrk="0" hangingPunct="1">
              <a:lnSpc>
                <a:spcPct val="90000"/>
              </a:lnSpc>
              <a:spcBef>
                <a:spcPts val="0"/>
              </a:spcBef>
              <a:spcAft>
                <a:spcPts val="300"/>
              </a:spcAft>
              <a:buClrTx/>
              <a:buSzTx/>
              <a:buFontTx/>
              <a:buNone/>
              <a:tabLst/>
              <a:defRPr/>
            </a:pPr>
            <a:r>
              <a:rPr lang="en-US" sz="1100" b="1">
                <a:solidFill>
                  <a:schemeClr val="tx2">
                    <a:lumMod val="75000"/>
                  </a:schemeClr>
                </a:solidFill>
                <a:latin typeface="Open Sans" panose="020B0606030504020204" pitchFamily="34" charset="0"/>
                <a:ea typeface="Open Sans" panose="020B0606030504020204" pitchFamily="34" charset="0"/>
                <a:cs typeface="Open Sans" panose="020B0606030504020204" pitchFamily="34" charset="0"/>
                <a:sym typeface="Frutiger Next Pro Medium" charset="0"/>
              </a:rPr>
              <a:t>Use Case</a:t>
            </a:r>
          </a:p>
        </p:txBody>
      </p:sp>
      <p:sp>
        <p:nvSpPr>
          <p:cNvPr id="73" name="Rectangle 3">
            <a:extLst>
              <a:ext uri="{FF2B5EF4-FFF2-40B4-BE49-F238E27FC236}">
                <a16:creationId xmlns:a16="http://schemas.microsoft.com/office/drawing/2014/main" id="{D90B355A-51DB-91E0-4C47-D42BEFE28CCA}"/>
              </a:ext>
            </a:extLst>
          </p:cNvPr>
          <p:cNvSpPr>
            <a:spLocks/>
          </p:cNvSpPr>
          <p:nvPr/>
        </p:nvSpPr>
        <p:spPr bwMode="auto">
          <a:xfrm rot="16200000">
            <a:off x="-108751" y="3630983"/>
            <a:ext cx="1060194" cy="2516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lIns="0" tIns="0" rIns="0" bIns="0" anchor="ctr"/>
          <a:lstStyle/>
          <a:p>
            <a:pPr marL="0" marR="0" lvl="0" indent="0" algn="ctr" defTabSz="1219170" rtl="0" eaLnBrk="1" fontAlgn="auto" latinLnBrk="0" hangingPunct="1">
              <a:lnSpc>
                <a:spcPct val="90000"/>
              </a:lnSpc>
              <a:spcBef>
                <a:spcPts val="0"/>
              </a:spcBef>
              <a:spcAft>
                <a:spcPts val="300"/>
              </a:spcAft>
              <a:buClrTx/>
              <a:buSzTx/>
              <a:buFontTx/>
              <a:buNone/>
              <a:tabLst/>
              <a:defRPr/>
            </a:pPr>
            <a:r>
              <a:rPr kumimoji="0" lang="en-US" sz="1100" b="1" i="0" u="none" strike="noStrike" kern="1200" cap="none" spc="0" normalizeH="0" baseline="0" noProof="0">
                <a:ln>
                  <a:noFill/>
                </a:ln>
                <a:solidFill>
                  <a:schemeClr val="tx2">
                    <a:lumMod val="75000"/>
                  </a:schemeClr>
                </a:solidFill>
                <a:effectLst/>
                <a:uLnTx/>
                <a:uFillTx/>
                <a:latin typeface="Open Sans" panose="020B0606030504020204" pitchFamily="34" charset="0"/>
                <a:ea typeface="Open Sans" panose="020B0606030504020204" pitchFamily="34" charset="0"/>
                <a:cs typeface="Open Sans" panose="020B0606030504020204" pitchFamily="34" charset="0"/>
                <a:sym typeface="Frutiger Next Pro Medium" charset="0"/>
              </a:rPr>
              <a:t>Current State</a:t>
            </a:r>
          </a:p>
        </p:txBody>
      </p:sp>
      <p:sp>
        <p:nvSpPr>
          <p:cNvPr id="74" name="Rectangle 3">
            <a:extLst>
              <a:ext uri="{FF2B5EF4-FFF2-40B4-BE49-F238E27FC236}">
                <a16:creationId xmlns:a16="http://schemas.microsoft.com/office/drawing/2014/main" id="{82432945-5108-86C3-9877-81BD927B41DD}"/>
              </a:ext>
            </a:extLst>
          </p:cNvPr>
          <p:cNvSpPr>
            <a:spLocks/>
          </p:cNvSpPr>
          <p:nvPr/>
        </p:nvSpPr>
        <p:spPr bwMode="auto">
          <a:xfrm rot="16200000">
            <a:off x="-108751" y="5011442"/>
            <a:ext cx="1060194" cy="2516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lIns="0" tIns="0" rIns="0" bIns="0" anchor="ctr"/>
          <a:lstStyle/>
          <a:p>
            <a:pPr marL="0" marR="0" lvl="0" indent="0" algn="ctr" defTabSz="1219170" rtl="0" eaLnBrk="1" fontAlgn="auto" latinLnBrk="0" hangingPunct="1">
              <a:lnSpc>
                <a:spcPct val="90000"/>
              </a:lnSpc>
              <a:spcBef>
                <a:spcPts val="0"/>
              </a:spcBef>
              <a:spcAft>
                <a:spcPts val="300"/>
              </a:spcAft>
              <a:buClrTx/>
              <a:buSzTx/>
              <a:buFontTx/>
              <a:buNone/>
              <a:tabLst/>
              <a:defRPr/>
            </a:pPr>
            <a:r>
              <a:rPr kumimoji="0" lang="en-US" sz="1100" b="1" i="0" u="none" strike="noStrike" kern="1200" cap="none" spc="0" normalizeH="0" baseline="0" noProof="0">
                <a:ln>
                  <a:noFill/>
                </a:ln>
                <a:solidFill>
                  <a:schemeClr val="tx2">
                    <a:lumMod val="75000"/>
                  </a:schemeClr>
                </a:solidFill>
                <a:effectLst/>
                <a:uLnTx/>
                <a:uFillTx/>
                <a:latin typeface="Open Sans" panose="020B0606030504020204" pitchFamily="34" charset="0"/>
                <a:ea typeface="Open Sans" panose="020B0606030504020204" pitchFamily="34" charset="0"/>
                <a:cs typeface="Open Sans" panose="020B0606030504020204" pitchFamily="34" charset="0"/>
                <a:sym typeface="Frutiger Next Pro Medium" charset="0"/>
              </a:rPr>
              <a:t>Future State</a:t>
            </a:r>
          </a:p>
        </p:txBody>
      </p:sp>
      <p:grpSp>
        <p:nvGrpSpPr>
          <p:cNvPr id="91" name="Group 90">
            <a:extLst>
              <a:ext uri="{FF2B5EF4-FFF2-40B4-BE49-F238E27FC236}">
                <a16:creationId xmlns:a16="http://schemas.microsoft.com/office/drawing/2014/main" id="{A475F57F-0C89-F6F3-F363-1AB8F9D6E021}"/>
              </a:ext>
            </a:extLst>
          </p:cNvPr>
          <p:cNvGrpSpPr/>
          <p:nvPr/>
        </p:nvGrpSpPr>
        <p:grpSpPr>
          <a:xfrm>
            <a:off x="3069112" y="1814104"/>
            <a:ext cx="576071" cy="576072"/>
            <a:chOff x="3668671" y="834793"/>
            <a:chExt cx="576071" cy="576072"/>
          </a:xfrm>
          <a:solidFill>
            <a:srgbClr val="012169"/>
          </a:solidFill>
        </p:grpSpPr>
        <p:pic>
          <p:nvPicPr>
            <p:cNvPr id="92" name="Graphic 91" descr="Document with solid fill">
              <a:extLst>
                <a:ext uri="{FF2B5EF4-FFF2-40B4-BE49-F238E27FC236}">
                  <a16:creationId xmlns:a16="http://schemas.microsoft.com/office/drawing/2014/main" id="{AA896365-1C15-6B0B-59F4-6A6420119F1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728106" y="894229"/>
              <a:ext cx="457200" cy="457200"/>
            </a:xfrm>
            <a:prstGeom prst="rect">
              <a:avLst/>
            </a:prstGeom>
          </p:spPr>
        </p:pic>
        <p:sp>
          <p:nvSpPr>
            <p:cNvPr id="93" name="Freeform 362">
              <a:extLst>
                <a:ext uri="{FF2B5EF4-FFF2-40B4-BE49-F238E27FC236}">
                  <a16:creationId xmlns:a16="http://schemas.microsoft.com/office/drawing/2014/main" id="{28F7E781-5D72-0C73-2B66-0175024C0973}"/>
                </a:ext>
              </a:extLst>
            </p:cNvPr>
            <p:cNvSpPr>
              <a:spLocks noEditPoints="1"/>
            </p:cNvSpPr>
            <p:nvPr/>
          </p:nvSpPr>
          <p:spPr bwMode="auto">
            <a:xfrm>
              <a:off x="3668671" y="834793"/>
              <a:ext cx="576071" cy="576072"/>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200"/>
            </a:p>
          </p:txBody>
        </p:sp>
      </p:grpSp>
      <p:grpSp>
        <p:nvGrpSpPr>
          <p:cNvPr id="94" name="Group 93">
            <a:extLst>
              <a:ext uri="{FF2B5EF4-FFF2-40B4-BE49-F238E27FC236}">
                <a16:creationId xmlns:a16="http://schemas.microsoft.com/office/drawing/2014/main" id="{D944BC31-4EFB-F839-821A-03BABBF3702F}"/>
              </a:ext>
            </a:extLst>
          </p:cNvPr>
          <p:cNvGrpSpPr/>
          <p:nvPr/>
        </p:nvGrpSpPr>
        <p:grpSpPr>
          <a:xfrm>
            <a:off x="4960188" y="1816124"/>
            <a:ext cx="572032" cy="572032"/>
            <a:chOff x="5992605" y="836813"/>
            <a:chExt cx="572032" cy="572032"/>
          </a:xfrm>
          <a:solidFill>
            <a:srgbClr val="012169"/>
          </a:solidFill>
        </p:grpSpPr>
        <p:sp>
          <p:nvSpPr>
            <p:cNvPr id="95" name="Freeform 351">
              <a:extLst>
                <a:ext uri="{FF2B5EF4-FFF2-40B4-BE49-F238E27FC236}">
                  <a16:creationId xmlns:a16="http://schemas.microsoft.com/office/drawing/2014/main" id="{F6D3E903-9C71-BFC2-88E7-B77733F8C741}"/>
                </a:ext>
              </a:extLst>
            </p:cNvPr>
            <p:cNvSpPr>
              <a:spLocks noEditPoints="1"/>
            </p:cNvSpPr>
            <p:nvPr/>
          </p:nvSpPr>
          <p:spPr bwMode="auto">
            <a:xfrm>
              <a:off x="5992605" y="836813"/>
              <a:ext cx="572032" cy="572032"/>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200"/>
            </a:p>
          </p:txBody>
        </p:sp>
        <p:pic>
          <p:nvPicPr>
            <p:cNvPr id="96" name="Graphic 95" descr="Robot with solid fill">
              <a:extLst>
                <a:ext uri="{FF2B5EF4-FFF2-40B4-BE49-F238E27FC236}">
                  <a16:creationId xmlns:a16="http://schemas.microsoft.com/office/drawing/2014/main" id="{5ED7B005-994D-CC45-1C83-F779AC2ABF7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004301" y="848509"/>
              <a:ext cx="548640" cy="548640"/>
            </a:xfrm>
            <a:prstGeom prst="rect">
              <a:avLst/>
            </a:prstGeom>
          </p:spPr>
        </p:pic>
      </p:grpSp>
      <p:grpSp>
        <p:nvGrpSpPr>
          <p:cNvPr id="97" name="Group 96">
            <a:extLst>
              <a:ext uri="{FF2B5EF4-FFF2-40B4-BE49-F238E27FC236}">
                <a16:creationId xmlns:a16="http://schemas.microsoft.com/office/drawing/2014/main" id="{1709D895-B904-324E-D1F2-457B2CC5042D}"/>
              </a:ext>
            </a:extLst>
          </p:cNvPr>
          <p:cNvGrpSpPr/>
          <p:nvPr/>
        </p:nvGrpSpPr>
        <p:grpSpPr>
          <a:xfrm>
            <a:off x="6847225" y="1814104"/>
            <a:ext cx="576072" cy="576072"/>
            <a:chOff x="8263501" y="834793"/>
            <a:chExt cx="576072" cy="576072"/>
          </a:xfrm>
          <a:solidFill>
            <a:srgbClr val="012169"/>
          </a:solidFill>
        </p:grpSpPr>
        <p:sp>
          <p:nvSpPr>
            <p:cNvPr id="98" name="Freeform 55">
              <a:extLst>
                <a:ext uri="{FF2B5EF4-FFF2-40B4-BE49-F238E27FC236}">
                  <a16:creationId xmlns:a16="http://schemas.microsoft.com/office/drawing/2014/main" id="{F2338CE2-C1FB-A903-92DF-F048B9D9C67A}"/>
                </a:ext>
              </a:extLst>
            </p:cNvPr>
            <p:cNvSpPr>
              <a:spLocks noEditPoints="1"/>
            </p:cNvSpPr>
            <p:nvPr/>
          </p:nvSpPr>
          <p:spPr bwMode="auto">
            <a:xfrm>
              <a:off x="8263501" y="834793"/>
              <a:ext cx="576072" cy="576072"/>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200"/>
            </a:p>
          </p:txBody>
        </p:sp>
        <p:pic>
          <p:nvPicPr>
            <p:cNvPr id="99" name="Graphic 98" descr="Settings with solid fill">
              <a:extLst>
                <a:ext uri="{FF2B5EF4-FFF2-40B4-BE49-F238E27FC236}">
                  <a16:creationId xmlns:a16="http://schemas.microsoft.com/office/drawing/2014/main" id="{B52F7CFE-8D51-C39E-8AC9-0FA84B08E35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322937" y="894229"/>
              <a:ext cx="457200" cy="457200"/>
            </a:xfrm>
            <a:prstGeom prst="rect">
              <a:avLst/>
            </a:prstGeom>
          </p:spPr>
        </p:pic>
      </p:grpSp>
      <p:grpSp>
        <p:nvGrpSpPr>
          <p:cNvPr id="104" name="Group 103">
            <a:extLst>
              <a:ext uri="{FF2B5EF4-FFF2-40B4-BE49-F238E27FC236}">
                <a16:creationId xmlns:a16="http://schemas.microsoft.com/office/drawing/2014/main" id="{617FBC23-11DC-2B8D-1D77-0D0001BC01B8}"/>
              </a:ext>
            </a:extLst>
          </p:cNvPr>
          <p:cNvGrpSpPr/>
          <p:nvPr/>
        </p:nvGrpSpPr>
        <p:grpSpPr>
          <a:xfrm>
            <a:off x="8736282" y="1814110"/>
            <a:ext cx="576073" cy="576073"/>
            <a:chOff x="10589794" y="834799"/>
            <a:chExt cx="576073" cy="576073"/>
          </a:xfrm>
          <a:solidFill>
            <a:srgbClr val="012169"/>
          </a:solidFill>
        </p:grpSpPr>
        <p:sp>
          <p:nvSpPr>
            <p:cNvPr id="105" name="Freeform 153">
              <a:extLst>
                <a:ext uri="{FF2B5EF4-FFF2-40B4-BE49-F238E27FC236}">
                  <a16:creationId xmlns:a16="http://schemas.microsoft.com/office/drawing/2014/main" id="{DB388E51-0C8D-1D10-ACBA-5D6993CFBA9B}"/>
                </a:ext>
              </a:extLst>
            </p:cNvPr>
            <p:cNvSpPr>
              <a:spLocks noEditPoints="1"/>
            </p:cNvSpPr>
            <p:nvPr/>
          </p:nvSpPr>
          <p:spPr bwMode="auto">
            <a:xfrm>
              <a:off x="10589794" y="834799"/>
              <a:ext cx="576073" cy="576073"/>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200"/>
            </a:p>
          </p:txBody>
        </p:sp>
        <p:pic>
          <p:nvPicPr>
            <p:cNvPr id="106" name="Graphic 105" descr="Calculator with solid fill">
              <a:extLst>
                <a:ext uri="{FF2B5EF4-FFF2-40B4-BE49-F238E27FC236}">
                  <a16:creationId xmlns:a16="http://schemas.microsoft.com/office/drawing/2014/main" id="{9345DD8D-3E5D-9E9A-0F9C-8E211483D02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649230" y="894235"/>
              <a:ext cx="457200" cy="457200"/>
            </a:xfrm>
            <a:prstGeom prst="rect">
              <a:avLst/>
            </a:prstGeom>
          </p:spPr>
        </p:pic>
      </p:grpSp>
      <p:grpSp>
        <p:nvGrpSpPr>
          <p:cNvPr id="107" name="Group 106">
            <a:extLst>
              <a:ext uri="{FF2B5EF4-FFF2-40B4-BE49-F238E27FC236}">
                <a16:creationId xmlns:a16="http://schemas.microsoft.com/office/drawing/2014/main" id="{6B581925-8DC7-F0C2-6BE9-84AF7A66D8ED}"/>
              </a:ext>
            </a:extLst>
          </p:cNvPr>
          <p:cNvGrpSpPr/>
          <p:nvPr/>
        </p:nvGrpSpPr>
        <p:grpSpPr>
          <a:xfrm>
            <a:off x="1158244" y="1817511"/>
            <a:ext cx="576072" cy="576072"/>
            <a:chOff x="1384300" y="838200"/>
            <a:chExt cx="576072" cy="576072"/>
          </a:xfrm>
          <a:solidFill>
            <a:srgbClr val="012169"/>
          </a:solidFill>
        </p:grpSpPr>
        <p:sp>
          <p:nvSpPr>
            <p:cNvPr id="108" name="Freeform 55">
              <a:extLst>
                <a:ext uri="{FF2B5EF4-FFF2-40B4-BE49-F238E27FC236}">
                  <a16:creationId xmlns:a16="http://schemas.microsoft.com/office/drawing/2014/main" id="{2CD8C2A3-D66F-F503-6373-A68686EC9C6D}"/>
                </a:ext>
              </a:extLst>
            </p:cNvPr>
            <p:cNvSpPr>
              <a:spLocks noEditPoints="1"/>
            </p:cNvSpPr>
            <p:nvPr/>
          </p:nvSpPr>
          <p:spPr bwMode="auto">
            <a:xfrm>
              <a:off x="1384300" y="838200"/>
              <a:ext cx="576072" cy="576072"/>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solidFill>
              <a:srgbClr val="012169"/>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200"/>
            </a:p>
          </p:txBody>
        </p:sp>
        <p:pic>
          <p:nvPicPr>
            <p:cNvPr id="109" name="Graphic 108" descr="Gantt Chart with solid fill">
              <a:extLst>
                <a:ext uri="{FF2B5EF4-FFF2-40B4-BE49-F238E27FC236}">
                  <a16:creationId xmlns:a16="http://schemas.microsoft.com/office/drawing/2014/main" id="{937CC790-B1BF-B19D-431D-53282A5BA67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443736" y="897636"/>
              <a:ext cx="457200" cy="457200"/>
            </a:xfrm>
            <a:prstGeom prst="rect">
              <a:avLst/>
            </a:prstGeom>
          </p:spPr>
        </p:pic>
      </p:grpSp>
      <p:grpSp>
        <p:nvGrpSpPr>
          <p:cNvPr id="49" name="Group 48">
            <a:extLst>
              <a:ext uri="{FF2B5EF4-FFF2-40B4-BE49-F238E27FC236}">
                <a16:creationId xmlns:a16="http://schemas.microsoft.com/office/drawing/2014/main" id="{71362C8F-EEEE-A546-3355-A08C2DEA9ECC}"/>
              </a:ext>
            </a:extLst>
          </p:cNvPr>
          <p:cNvGrpSpPr/>
          <p:nvPr/>
        </p:nvGrpSpPr>
        <p:grpSpPr>
          <a:xfrm>
            <a:off x="6236147" y="1738927"/>
            <a:ext cx="1798228" cy="4077182"/>
            <a:chOff x="5200910" y="764672"/>
            <a:chExt cx="2152343" cy="4077182"/>
          </a:xfrm>
        </p:grpSpPr>
        <p:sp>
          <p:nvSpPr>
            <p:cNvPr id="57" name="Rectangular Callout 40">
              <a:extLst>
                <a:ext uri="{FF2B5EF4-FFF2-40B4-BE49-F238E27FC236}">
                  <a16:creationId xmlns:a16="http://schemas.microsoft.com/office/drawing/2014/main" id="{9971FE90-7033-C9C6-A84F-F30DD5E0EF08}"/>
                </a:ext>
              </a:extLst>
            </p:cNvPr>
            <p:cNvSpPr/>
            <p:nvPr/>
          </p:nvSpPr>
          <p:spPr>
            <a:xfrm>
              <a:off x="5217549" y="2089673"/>
              <a:ext cx="2132827" cy="1407900"/>
            </a:xfrm>
            <a:prstGeom prst="rect">
              <a:avLst/>
            </a:prstGeom>
            <a:solidFill>
              <a:srgbClr val="DDEFE8"/>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nchorCtr="0"/>
            <a:lstStyle/>
            <a:p>
              <a:pPr algn="ctr"/>
              <a:r>
                <a:rPr lang="en-US" sz="1100">
                  <a:solidFill>
                    <a:schemeClr val="tx2">
                      <a:lumMod val="50000"/>
                    </a:schemeClr>
                  </a:solidFill>
                  <a:latin typeface="Open Sans" panose="020B0606030504020204" pitchFamily="34" charset="0"/>
                  <a:ea typeface="Open Sans" panose="020B0606030504020204" pitchFamily="34" charset="0"/>
                  <a:cs typeface="Open Sans" panose="020B0606030504020204" pitchFamily="34" charset="0"/>
                </a:rPr>
                <a:t>Forecast accuracy and timeliness limit true effectiveness. Scenario modeling is unavailable or lacks enough functionality to meet business needs</a:t>
              </a:r>
            </a:p>
          </p:txBody>
        </p:sp>
        <p:sp>
          <p:nvSpPr>
            <p:cNvPr id="61" name="Rectangle 60">
              <a:extLst>
                <a:ext uri="{FF2B5EF4-FFF2-40B4-BE49-F238E27FC236}">
                  <a16:creationId xmlns:a16="http://schemas.microsoft.com/office/drawing/2014/main" id="{322AB457-EABC-42BF-6333-653E6B734767}"/>
                </a:ext>
              </a:extLst>
            </p:cNvPr>
            <p:cNvSpPr/>
            <p:nvPr/>
          </p:nvSpPr>
          <p:spPr>
            <a:xfrm>
              <a:off x="5200910" y="764672"/>
              <a:ext cx="2152343" cy="4077182"/>
            </a:xfrm>
            <a:prstGeom prst="rect">
              <a:avLst/>
            </a:prstGeom>
            <a:noFill/>
            <a:ln w="53975" cap="sq">
              <a:solidFill>
                <a:srgbClr val="0097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544222" rtl="0" eaLnBrk="1" fontAlgn="base" latinLnBrk="0" hangingPunct="1">
                <a:lnSpc>
                  <a:spcPct val="100000"/>
                </a:lnSpc>
                <a:spcBef>
                  <a:spcPct val="0"/>
                </a:spcBef>
                <a:spcAft>
                  <a:spcPts val="500"/>
                </a:spcAft>
                <a:buClrTx/>
                <a:buSzTx/>
                <a:buFontTx/>
                <a:buNone/>
                <a:tabLst/>
                <a:defRPr/>
              </a:pPr>
              <a:endParaRPr kumimoji="0" lang="en-US" sz="1100" b="1"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62" name="Rectangle 61">
              <a:extLst>
                <a:ext uri="{FF2B5EF4-FFF2-40B4-BE49-F238E27FC236}">
                  <a16:creationId xmlns:a16="http://schemas.microsoft.com/office/drawing/2014/main" id="{FCEBB687-E89C-66EE-FEC7-032E0330521C}"/>
                </a:ext>
              </a:extLst>
            </p:cNvPr>
            <p:cNvSpPr/>
            <p:nvPr/>
          </p:nvSpPr>
          <p:spPr>
            <a:xfrm>
              <a:off x="5233434" y="1430165"/>
              <a:ext cx="2116942" cy="600164"/>
            </a:xfrm>
            <a:prstGeom prst="rect">
              <a:avLst/>
            </a:prstGeom>
            <a:noFill/>
            <a:ln w="19050">
              <a:noFill/>
            </a:ln>
          </p:spPr>
          <p:txBody>
            <a:bodyPr wrap="square">
              <a:spAutoFit/>
            </a:bodyPr>
            <a:lstStyle/>
            <a:p>
              <a:pPr algn="ctr"/>
              <a:r>
                <a:rPr lang="en-US" sz="1100" b="1">
                  <a:solidFill>
                    <a:schemeClr val="tx2">
                      <a:lumMod val="75000"/>
                    </a:schemeClr>
                  </a:solidFill>
                  <a:latin typeface="Open Sans" panose="020B0606030504020204" pitchFamily="34" charset="0"/>
                  <a:ea typeface="Open Sans" panose="020B0606030504020204" pitchFamily="34" charset="0"/>
                  <a:cs typeface="Open Sans" panose="020B0606030504020204" pitchFamily="34" charset="0"/>
                </a:rPr>
                <a:t>Forecasting &amp; Scenario Modeling – Automated / On Demand</a:t>
              </a:r>
            </a:p>
          </p:txBody>
        </p:sp>
        <p:sp>
          <p:nvSpPr>
            <p:cNvPr id="63" name="Rectangle 62">
              <a:extLst>
                <a:ext uri="{FF2B5EF4-FFF2-40B4-BE49-F238E27FC236}">
                  <a16:creationId xmlns:a16="http://schemas.microsoft.com/office/drawing/2014/main" id="{02655669-D981-1BF2-5F12-6F12D7FF818B}"/>
                </a:ext>
              </a:extLst>
            </p:cNvPr>
            <p:cNvSpPr/>
            <p:nvPr/>
          </p:nvSpPr>
          <p:spPr>
            <a:xfrm>
              <a:off x="5220985" y="3484557"/>
              <a:ext cx="2101110" cy="1346787"/>
            </a:xfrm>
            <a:prstGeom prst="rect">
              <a:avLst/>
            </a:prstGeom>
            <a:noFill/>
            <a:ln w="19050">
              <a:noFill/>
            </a:ln>
          </p:spPr>
          <p:txBody>
            <a:bodyPr wrap="square" lIns="91440" tIns="45720" rIns="91440" bIns="45720" anchor="ctr">
              <a:noAutofit/>
            </a:bodyPr>
            <a:lstStyle/>
            <a:p>
              <a:pPr algn="ctr">
                <a:spcBef>
                  <a:spcPts val="600"/>
                </a:spcBef>
                <a:defRPr/>
              </a:pPr>
              <a:r>
                <a:rPr lang="en-US" sz="1100">
                  <a:solidFill>
                    <a:schemeClr val="tx2">
                      <a:lumMod val="75000"/>
                    </a:schemeClr>
                  </a:solidFill>
                  <a:latin typeface="Open Sans" panose="020B0606030504020204" pitchFamily="34" charset="0"/>
                  <a:ea typeface="Open Sans" panose="020B0606030504020204" pitchFamily="34" charset="0"/>
                  <a:cs typeface="Open Sans" panose="020B0606030504020204" pitchFamily="34" charset="0"/>
                </a:rPr>
                <a:t>Provide end users with on demand forecasting and scenario modeling functionality with complete parameters and drivers flexibility</a:t>
              </a:r>
            </a:p>
          </p:txBody>
        </p:sp>
      </p:grpSp>
      <p:grpSp>
        <p:nvGrpSpPr>
          <p:cNvPr id="64" name="Group 63">
            <a:extLst>
              <a:ext uri="{FF2B5EF4-FFF2-40B4-BE49-F238E27FC236}">
                <a16:creationId xmlns:a16="http://schemas.microsoft.com/office/drawing/2014/main" id="{880CF731-CA62-59FD-17A9-D7CECB57F367}"/>
              </a:ext>
            </a:extLst>
          </p:cNvPr>
          <p:cNvGrpSpPr/>
          <p:nvPr/>
        </p:nvGrpSpPr>
        <p:grpSpPr>
          <a:xfrm>
            <a:off x="8125204" y="1738927"/>
            <a:ext cx="1798228" cy="4077182"/>
            <a:chOff x="7500868" y="764672"/>
            <a:chExt cx="2161051" cy="4077182"/>
          </a:xfrm>
        </p:grpSpPr>
        <p:sp>
          <p:nvSpPr>
            <p:cNvPr id="65" name="Rectangular Callout 40">
              <a:extLst>
                <a:ext uri="{FF2B5EF4-FFF2-40B4-BE49-F238E27FC236}">
                  <a16:creationId xmlns:a16="http://schemas.microsoft.com/office/drawing/2014/main" id="{C087A275-530C-8ED8-FDC7-D994EDB45B4F}"/>
                </a:ext>
              </a:extLst>
            </p:cNvPr>
            <p:cNvSpPr/>
            <p:nvPr/>
          </p:nvSpPr>
          <p:spPr>
            <a:xfrm>
              <a:off x="7510806" y="2089673"/>
              <a:ext cx="2132827" cy="1407900"/>
            </a:xfrm>
            <a:prstGeom prst="rect">
              <a:avLst/>
            </a:prstGeom>
            <a:solidFill>
              <a:srgbClr val="DDEFE8"/>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nchorCtr="0"/>
            <a:lstStyle/>
            <a:p>
              <a:pPr algn="ctr"/>
              <a:r>
                <a:rPr lang="en-US" sz="1100">
                  <a:solidFill>
                    <a:schemeClr val="tx1"/>
                  </a:solidFill>
                  <a:latin typeface="Open Sans" panose="020B0606030504020204" pitchFamily="34" charset="0"/>
                  <a:ea typeface="Open Sans" panose="020B0606030504020204" pitchFamily="34" charset="0"/>
                  <a:cs typeface="Open Sans" panose="020B0606030504020204" pitchFamily="34" charset="0"/>
                </a:rPr>
                <a:t>Meetings and emails across teams create a bottleneck and slow the pace of close activities.  AJE documentation is fragmented, and results are inconsistent</a:t>
              </a:r>
            </a:p>
          </p:txBody>
        </p:sp>
        <p:sp>
          <p:nvSpPr>
            <p:cNvPr id="69" name="Rectangle 68">
              <a:extLst>
                <a:ext uri="{FF2B5EF4-FFF2-40B4-BE49-F238E27FC236}">
                  <a16:creationId xmlns:a16="http://schemas.microsoft.com/office/drawing/2014/main" id="{B376BFFB-85AF-53FF-0FE2-15E273E2FE6C}"/>
                </a:ext>
              </a:extLst>
            </p:cNvPr>
            <p:cNvSpPr/>
            <p:nvPr/>
          </p:nvSpPr>
          <p:spPr>
            <a:xfrm>
              <a:off x="7509576" y="764672"/>
              <a:ext cx="2152343" cy="4077182"/>
            </a:xfrm>
            <a:prstGeom prst="rect">
              <a:avLst/>
            </a:prstGeom>
            <a:noFill/>
            <a:ln w="53975" cap="sq">
              <a:solidFill>
                <a:srgbClr val="0097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544222" rtl="0" eaLnBrk="1" fontAlgn="base" latinLnBrk="0" hangingPunct="1">
                <a:lnSpc>
                  <a:spcPct val="100000"/>
                </a:lnSpc>
                <a:spcBef>
                  <a:spcPct val="0"/>
                </a:spcBef>
                <a:spcAft>
                  <a:spcPts val="500"/>
                </a:spcAft>
                <a:buClrTx/>
                <a:buSzTx/>
                <a:buFontTx/>
                <a:buNone/>
                <a:tabLst/>
                <a:defRPr/>
              </a:pPr>
              <a:endParaRPr kumimoji="0" lang="en-US" sz="1100" b="1"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70" name="Rectangle 69">
              <a:extLst>
                <a:ext uri="{FF2B5EF4-FFF2-40B4-BE49-F238E27FC236}">
                  <a16:creationId xmlns:a16="http://schemas.microsoft.com/office/drawing/2014/main" id="{CE356358-793E-9DBA-6945-B27AEC2E2BA9}"/>
                </a:ext>
              </a:extLst>
            </p:cNvPr>
            <p:cNvSpPr/>
            <p:nvPr/>
          </p:nvSpPr>
          <p:spPr>
            <a:xfrm>
              <a:off x="7539651" y="1414170"/>
              <a:ext cx="2103981" cy="600164"/>
            </a:xfrm>
            <a:prstGeom prst="rect">
              <a:avLst/>
            </a:prstGeom>
            <a:noFill/>
            <a:ln w="19050">
              <a:noFill/>
            </a:ln>
          </p:spPr>
          <p:txBody>
            <a:bodyPr wrap="square">
              <a:spAutoFit/>
            </a:bodyPr>
            <a:lstStyle/>
            <a:p>
              <a:pPr algn="ctr"/>
              <a:r>
                <a:rPr lang="en-US" sz="1100" b="1">
                  <a:solidFill>
                    <a:schemeClr val="tx2">
                      <a:lumMod val="75000"/>
                    </a:schemeClr>
                  </a:solidFill>
                  <a:latin typeface="Open Sans" panose="020B0606030504020204" pitchFamily="34" charset="0"/>
                  <a:ea typeface="Open Sans" panose="020B0606030504020204" pitchFamily="34" charset="0"/>
                  <a:cs typeface="Open Sans" panose="020B0606030504020204" pitchFamily="34" charset="0"/>
                </a:rPr>
                <a:t>Journal Entry Automation –</a:t>
              </a:r>
              <a:r>
                <a:rPr lang="en-US" sz="1100" b="1">
                  <a:latin typeface="Open Sans" panose="020B0606030504020204" pitchFamily="34" charset="0"/>
                  <a:ea typeface="Open Sans" panose="020B0606030504020204" pitchFamily="34" charset="0"/>
                  <a:cs typeface="Open Sans" panose="020B0606030504020204" pitchFamily="34" charset="0"/>
                </a:rPr>
                <a:t> </a:t>
              </a:r>
              <a:r>
                <a:rPr lang="en-US" sz="1100" b="1" i="1">
                  <a:latin typeface="Open Sans" panose="020B0606030504020204" pitchFamily="34" charset="0"/>
                  <a:ea typeface="Open Sans" panose="020B0606030504020204" pitchFamily="34" charset="0"/>
                  <a:cs typeface="Open Sans" panose="020B0606030504020204" pitchFamily="34" charset="0"/>
                </a:rPr>
                <a:t>Journal Entry Automation</a:t>
              </a:r>
            </a:p>
          </p:txBody>
        </p:sp>
        <p:sp>
          <p:nvSpPr>
            <p:cNvPr id="71" name="Rectangle 70">
              <a:extLst>
                <a:ext uri="{FF2B5EF4-FFF2-40B4-BE49-F238E27FC236}">
                  <a16:creationId xmlns:a16="http://schemas.microsoft.com/office/drawing/2014/main" id="{F3EF4B03-B308-7EC6-80A1-DA48D24F3CC6}"/>
                </a:ext>
              </a:extLst>
            </p:cNvPr>
            <p:cNvSpPr/>
            <p:nvPr/>
          </p:nvSpPr>
          <p:spPr>
            <a:xfrm>
              <a:off x="7500868" y="3484557"/>
              <a:ext cx="2161051" cy="1346787"/>
            </a:xfrm>
            <a:prstGeom prst="rect">
              <a:avLst/>
            </a:prstGeom>
            <a:noFill/>
            <a:ln w="19050">
              <a:noFill/>
            </a:ln>
          </p:spPr>
          <p:txBody>
            <a:bodyPr wrap="square" lIns="91440" tIns="45720" rIns="91440" bIns="45720" anchor="ctr">
              <a:noAutofit/>
            </a:bodyPr>
            <a:lstStyle/>
            <a:p>
              <a:pPr algn="ctr">
                <a:spcBef>
                  <a:spcPts val="600"/>
                </a:spcBef>
                <a:defRPr/>
              </a:pPr>
              <a:r>
                <a:rPr lang="en-US" sz="1100">
                  <a:latin typeface="Open Sans" panose="020B0606030504020204" pitchFamily="34" charset="0"/>
                  <a:ea typeface="Open Sans" panose="020B0606030504020204" pitchFamily="34" charset="0"/>
                  <a:cs typeface="Open Sans" panose="020B0606030504020204" pitchFamily="34" charset="0"/>
                </a:rPr>
                <a:t>Automated proposed AJEs are drafted and reviewed with applicable stakeholders in real-time, with limited resource follow-ups, and automated summarized documentation</a:t>
              </a:r>
            </a:p>
          </p:txBody>
        </p:sp>
      </p:grpSp>
      <p:sp>
        <p:nvSpPr>
          <p:cNvPr id="76" name="Rectangular Callout 40">
            <a:extLst>
              <a:ext uri="{FF2B5EF4-FFF2-40B4-BE49-F238E27FC236}">
                <a16:creationId xmlns:a16="http://schemas.microsoft.com/office/drawing/2014/main" id="{556CDD74-E426-8209-50D7-11DCA2A765F0}"/>
              </a:ext>
            </a:extLst>
          </p:cNvPr>
          <p:cNvSpPr/>
          <p:nvPr/>
        </p:nvSpPr>
        <p:spPr>
          <a:xfrm>
            <a:off x="567346" y="3061344"/>
            <a:ext cx="1765265" cy="1407900"/>
          </a:xfrm>
          <a:prstGeom prst="rect">
            <a:avLst/>
          </a:prstGeom>
          <a:solidFill>
            <a:srgbClr val="DDEFE8"/>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nchorCtr="0"/>
          <a:lstStyle/>
          <a:p>
            <a:pPr algn="ctr"/>
            <a:r>
              <a:rPr lang="en-US" sz="1100">
                <a:solidFill>
                  <a:schemeClr val="tx2">
                    <a:lumMod val="50000"/>
                  </a:schemeClr>
                </a:solidFill>
                <a:latin typeface="Open Sans" panose="020B0606030504020204" pitchFamily="34" charset="0"/>
                <a:ea typeface="Open Sans" panose="020B0606030504020204" pitchFamily="34" charset="0"/>
                <a:cs typeface="Open Sans" panose="020B0606030504020204" pitchFamily="34" charset="0"/>
              </a:rPr>
              <a:t>Significant human time and effort is consumed, analyzing and summarizing financial performance data and reports to provide leaders with actionable insights.</a:t>
            </a:r>
            <a:endParaRPr lang="en-US" sz="1100" b="1">
              <a:solidFill>
                <a:schemeClr val="tx2">
                  <a:lumMod val="50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77" name="Rectangle 76">
            <a:extLst>
              <a:ext uri="{FF2B5EF4-FFF2-40B4-BE49-F238E27FC236}">
                <a16:creationId xmlns:a16="http://schemas.microsoft.com/office/drawing/2014/main" id="{4B8C2C1E-750A-EB3E-769C-70606567C743}"/>
              </a:ext>
            </a:extLst>
          </p:cNvPr>
          <p:cNvSpPr/>
          <p:nvPr/>
        </p:nvSpPr>
        <p:spPr>
          <a:xfrm>
            <a:off x="595657" y="4458812"/>
            <a:ext cx="1708681" cy="1346787"/>
          </a:xfrm>
          <a:prstGeom prst="rect">
            <a:avLst/>
          </a:prstGeom>
          <a:noFill/>
          <a:ln w="19050">
            <a:noFill/>
          </a:ln>
        </p:spPr>
        <p:txBody>
          <a:bodyPr wrap="square" lIns="91440" tIns="45720" rIns="91440" bIns="45720" anchor="ctr">
            <a:noAutofit/>
          </a:bodyPr>
          <a:lstStyle/>
          <a:p>
            <a:pPr algn="ctr">
              <a:spcBef>
                <a:spcPts val="600"/>
              </a:spcBef>
              <a:defRPr/>
            </a:pPr>
            <a:r>
              <a:rPr lang="en-US" sz="1100">
                <a:solidFill>
                  <a:schemeClr val="tx2">
                    <a:lumMod val="75000"/>
                  </a:schemeClr>
                </a:solidFill>
                <a:latin typeface="Open Sans" panose="020B0606030504020204" pitchFamily="34" charset="0"/>
                <a:ea typeface="Open Sans" panose="020B0606030504020204" pitchFamily="34" charset="0"/>
                <a:cs typeface="Open Sans" panose="020B0606030504020204" pitchFamily="34" charset="0"/>
              </a:rPr>
              <a:t>Perform analysis &amp; investigation, and provide 1</a:t>
            </a:r>
            <a:r>
              <a:rPr lang="en-US" sz="1100" baseline="30000">
                <a:solidFill>
                  <a:schemeClr val="tx2">
                    <a:lumMod val="75000"/>
                  </a:schemeClr>
                </a:solidFill>
                <a:latin typeface="Open Sans" panose="020B0606030504020204" pitchFamily="34" charset="0"/>
                <a:ea typeface="Open Sans" panose="020B0606030504020204" pitchFamily="34" charset="0"/>
                <a:cs typeface="Open Sans" panose="020B0606030504020204" pitchFamily="34" charset="0"/>
              </a:rPr>
              <a:t>st</a:t>
            </a:r>
            <a:r>
              <a:rPr lang="en-US" sz="1100">
                <a:solidFill>
                  <a:schemeClr val="tx2">
                    <a:lumMod val="75000"/>
                  </a:schemeClr>
                </a:solidFill>
                <a:latin typeface="Open Sans" panose="020B0606030504020204" pitchFamily="34" charset="0"/>
                <a:ea typeface="Open Sans" panose="020B0606030504020204" pitchFamily="34" charset="0"/>
                <a:cs typeface="Open Sans" panose="020B0606030504020204" pitchFamily="34" charset="0"/>
              </a:rPr>
              <a:t> order insights on demand from multiple financial sources</a:t>
            </a:r>
          </a:p>
        </p:txBody>
      </p:sp>
      <p:sp>
        <p:nvSpPr>
          <p:cNvPr id="78" name="Rectangle 77">
            <a:extLst>
              <a:ext uri="{FF2B5EF4-FFF2-40B4-BE49-F238E27FC236}">
                <a16:creationId xmlns:a16="http://schemas.microsoft.com/office/drawing/2014/main" id="{540537A4-6DD9-1ABD-99E2-0CB5EC40CDF6}"/>
              </a:ext>
            </a:extLst>
          </p:cNvPr>
          <p:cNvSpPr/>
          <p:nvPr/>
        </p:nvSpPr>
        <p:spPr>
          <a:xfrm>
            <a:off x="547166" y="1738927"/>
            <a:ext cx="1798228" cy="4077182"/>
          </a:xfrm>
          <a:prstGeom prst="rect">
            <a:avLst/>
          </a:prstGeom>
          <a:noFill/>
          <a:ln w="53975" cap="sq">
            <a:solidFill>
              <a:srgbClr val="0097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544222" rtl="0" eaLnBrk="1" fontAlgn="base" latinLnBrk="0" hangingPunct="1">
              <a:lnSpc>
                <a:spcPct val="100000"/>
              </a:lnSpc>
              <a:spcBef>
                <a:spcPct val="0"/>
              </a:spcBef>
              <a:spcAft>
                <a:spcPts val="500"/>
              </a:spcAft>
              <a:buClrTx/>
              <a:buSzTx/>
              <a:buFontTx/>
              <a:buNone/>
              <a:tabLst/>
              <a:defRPr/>
            </a:pPr>
            <a:endParaRPr kumimoji="0" lang="en-US" sz="1100" b="1"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79" name="Rectangle 78">
            <a:extLst>
              <a:ext uri="{FF2B5EF4-FFF2-40B4-BE49-F238E27FC236}">
                <a16:creationId xmlns:a16="http://schemas.microsoft.com/office/drawing/2014/main" id="{B0EFC4A5-7B2E-B9D2-DAD7-353D981C032C}"/>
              </a:ext>
            </a:extLst>
          </p:cNvPr>
          <p:cNvSpPr/>
          <p:nvPr/>
        </p:nvSpPr>
        <p:spPr>
          <a:xfrm>
            <a:off x="567346" y="2388426"/>
            <a:ext cx="1736993" cy="430887"/>
          </a:xfrm>
          <a:prstGeom prst="rect">
            <a:avLst/>
          </a:prstGeom>
          <a:noFill/>
          <a:ln w="19050">
            <a:noFill/>
          </a:ln>
        </p:spPr>
        <p:txBody>
          <a:bodyPr wrap="square">
            <a:spAutoFit/>
          </a:bodyPr>
          <a:lstStyle/>
          <a:p>
            <a:pPr algn="ctr"/>
            <a:r>
              <a:rPr lang="en-US" sz="1100" b="1" dirty="0">
                <a:solidFill>
                  <a:schemeClr val="tx2">
                    <a:lumMod val="75000"/>
                  </a:schemeClr>
                </a:solidFill>
                <a:latin typeface="Open Sans" panose="020B0606030504020204" pitchFamily="34" charset="0"/>
                <a:ea typeface="Open Sans" panose="020B0606030504020204" pitchFamily="34" charset="0"/>
                <a:cs typeface="Open Sans" panose="020B0606030504020204" pitchFamily="34" charset="0"/>
              </a:rPr>
              <a:t>FinanceAI </a:t>
            </a:r>
          </a:p>
          <a:p>
            <a:pPr algn="ctr"/>
            <a:r>
              <a:rPr lang="en-US" sz="1100" b="1" dirty="0">
                <a:solidFill>
                  <a:schemeClr val="tx2">
                    <a:lumMod val="75000"/>
                  </a:schemeClr>
                </a:solidFill>
                <a:latin typeface="Open Sans" panose="020B0606030504020204" pitchFamily="34" charset="0"/>
                <a:ea typeface="Open Sans" panose="020B0606030504020204" pitchFamily="34" charset="0"/>
                <a:cs typeface="Open Sans" panose="020B0606030504020204" pitchFamily="34" charset="0"/>
              </a:rPr>
              <a:t>Insights Platform</a:t>
            </a:r>
          </a:p>
        </p:txBody>
      </p:sp>
      <p:grpSp>
        <p:nvGrpSpPr>
          <p:cNvPr id="80" name="Group 79">
            <a:extLst>
              <a:ext uri="{FF2B5EF4-FFF2-40B4-BE49-F238E27FC236}">
                <a16:creationId xmlns:a16="http://schemas.microsoft.com/office/drawing/2014/main" id="{A4C296FE-819F-7F51-92D9-48A6D3478404}"/>
              </a:ext>
            </a:extLst>
          </p:cNvPr>
          <p:cNvGrpSpPr/>
          <p:nvPr/>
        </p:nvGrpSpPr>
        <p:grpSpPr>
          <a:xfrm>
            <a:off x="2458033" y="1738927"/>
            <a:ext cx="1798228" cy="4077182"/>
            <a:chOff x="2892244" y="764672"/>
            <a:chExt cx="2152343" cy="4077182"/>
          </a:xfrm>
        </p:grpSpPr>
        <p:sp>
          <p:nvSpPr>
            <p:cNvPr id="81" name="Rectangular Callout 40">
              <a:extLst>
                <a:ext uri="{FF2B5EF4-FFF2-40B4-BE49-F238E27FC236}">
                  <a16:creationId xmlns:a16="http://schemas.microsoft.com/office/drawing/2014/main" id="{E28E454A-5F69-A5D1-3E16-6B987D79AB3B}"/>
                </a:ext>
              </a:extLst>
            </p:cNvPr>
            <p:cNvSpPr/>
            <p:nvPr/>
          </p:nvSpPr>
          <p:spPr>
            <a:xfrm>
              <a:off x="2905226" y="2083997"/>
              <a:ext cx="2132827" cy="1407900"/>
            </a:xfrm>
            <a:prstGeom prst="rect">
              <a:avLst/>
            </a:prstGeom>
            <a:solidFill>
              <a:srgbClr val="DDEFE8"/>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nchorCtr="0"/>
            <a:lstStyle/>
            <a:p>
              <a:pPr algn="ctr"/>
              <a:r>
                <a:rPr lang="en-US" sz="1100">
                  <a:solidFill>
                    <a:schemeClr val="tx2">
                      <a:lumMod val="50000"/>
                    </a:schemeClr>
                  </a:solidFill>
                  <a:latin typeface="Open Sans" panose="020B0606030504020204" pitchFamily="34" charset="0"/>
                  <a:ea typeface="Open Sans" panose="020B0606030504020204" pitchFamily="34" charset="0"/>
                  <a:cs typeface="Open Sans" panose="020B0606030504020204" pitchFamily="34" charset="0"/>
                </a:rPr>
                <a:t>Management reporting is labor intensive with humans connecting datasets, addressing data issues, producing reports, analysis and commentary</a:t>
              </a:r>
            </a:p>
          </p:txBody>
        </p:sp>
        <p:sp>
          <p:nvSpPr>
            <p:cNvPr id="83" name="Rectangle 82">
              <a:extLst>
                <a:ext uri="{FF2B5EF4-FFF2-40B4-BE49-F238E27FC236}">
                  <a16:creationId xmlns:a16="http://schemas.microsoft.com/office/drawing/2014/main" id="{CF7FAB8A-4060-147C-CDA7-B0EE434423FC}"/>
                </a:ext>
              </a:extLst>
            </p:cNvPr>
            <p:cNvSpPr/>
            <p:nvPr/>
          </p:nvSpPr>
          <p:spPr>
            <a:xfrm>
              <a:off x="2892244" y="764672"/>
              <a:ext cx="2152343" cy="4077182"/>
            </a:xfrm>
            <a:prstGeom prst="rect">
              <a:avLst/>
            </a:prstGeom>
            <a:noFill/>
            <a:ln w="53975" cap="sq">
              <a:solidFill>
                <a:srgbClr val="0097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544222" rtl="0" eaLnBrk="1" fontAlgn="base" latinLnBrk="0" hangingPunct="1">
                <a:lnSpc>
                  <a:spcPct val="100000"/>
                </a:lnSpc>
                <a:spcBef>
                  <a:spcPct val="0"/>
                </a:spcBef>
                <a:spcAft>
                  <a:spcPts val="500"/>
                </a:spcAft>
                <a:buClrTx/>
                <a:buSzTx/>
                <a:buFontTx/>
                <a:buNone/>
                <a:tabLst/>
                <a:defRPr/>
              </a:pPr>
              <a:endParaRPr kumimoji="0" lang="en-US" sz="1100" b="1"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84" name="Rectangle 83">
              <a:extLst>
                <a:ext uri="{FF2B5EF4-FFF2-40B4-BE49-F238E27FC236}">
                  <a16:creationId xmlns:a16="http://schemas.microsoft.com/office/drawing/2014/main" id="{FD5AD9F5-9B85-83A4-3E02-95C27CD722FE}"/>
                </a:ext>
              </a:extLst>
            </p:cNvPr>
            <p:cNvSpPr/>
            <p:nvPr/>
          </p:nvSpPr>
          <p:spPr>
            <a:xfrm>
              <a:off x="2905226" y="1430166"/>
              <a:ext cx="2126023" cy="600164"/>
            </a:xfrm>
            <a:prstGeom prst="rect">
              <a:avLst/>
            </a:prstGeom>
            <a:noFill/>
            <a:ln w="19050">
              <a:noFill/>
            </a:ln>
          </p:spPr>
          <p:txBody>
            <a:bodyPr wrap="square">
              <a:spAutoFit/>
            </a:bodyPr>
            <a:lstStyle/>
            <a:p>
              <a:pPr algn="ctr"/>
              <a:r>
                <a:rPr lang="en-US" sz="1100" b="1">
                  <a:solidFill>
                    <a:schemeClr val="tx2">
                      <a:lumMod val="75000"/>
                    </a:schemeClr>
                  </a:solidFill>
                  <a:latin typeface="Open Sans" panose="020B0606030504020204" pitchFamily="34" charset="0"/>
                  <a:ea typeface="Open Sans" panose="020B0606030504020204" pitchFamily="34" charset="0"/>
                  <a:cs typeface="Open Sans" panose="020B0606030504020204" pitchFamily="34" charset="0"/>
                </a:rPr>
                <a:t>Mgmt Reporting – Actuals, Plan, Variance + Commentary</a:t>
              </a:r>
            </a:p>
          </p:txBody>
        </p:sp>
        <p:sp>
          <p:nvSpPr>
            <p:cNvPr id="85" name="Rectangle 84">
              <a:extLst>
                <a:ext uri="{FF2B5EF4-FFF2-40B4-BE49-F238E27FC236}">
                  <a16:creationId xmlns:a16="http://schemas.microsoft.com/office/drawing/2014/main" id="{B9D2DAD3-A20A-05F3-D9A8-58CD0B11A1A2}"/>
                </a:ext>
              </a:extLst>
            </p:cNvPr>
            <p:cNvSpPr/>
            <p:nvPr/>
          </p:nvSpPr>
          <p:spPr>
            <a:xfrm>
              <a:off x="2925597" y="3484557"/>
              <a:ext cx="2085277" cy="1346787"/>
            </a:xfrm>
            <a:prstGeom prst="rect">
              <a:avLst/>
            </a:prstGeom>
            <a:noFill/>
            <a:ln w="19050">
              <a:noFill/>
            </a:ln>
          </p:spPr>
          <p:txBody>
            <a:bodyPr wrap="square" lIns="91440" tIns="45720" rIns="91440" bIns="45720" anchor="ctr">
              <a:noAutofit/>
            </a:bodyPr>
            <a:lstStyle/>
            <a:p>
              <a:pPr algn="ctr">
                <a:spcBef>
                  <a:spcPts val="600"/>
                </a:spcBef>
                <a:defRPr/>
              </a:pPr>
              <a:r>
                <a:rPr lang="en-US" sz="1100">
                  <a:solidFill>
                    <a:schemeClr val="tx2">
                      <a:lumMod val="75000"/>
                    </a:schemeClr>
                  </a:solidFill>
                  <a:latin typeface="Open Sans" panose="020B0606030504020204" pitchFamily="34" charset="0"/>
                  <a:ea typeface="Open Sans" panose="020B0606030504020204" pitchFamily="34" charset="0"/>
                  <a:cs typeface="Open Sans" panose="020B0606030504020204" pitchFamily="34" charset="0"/>
                </a:rPr>
                <a:t>Produce </a:t>
              </a:r>
              <a:r>
                <a:rPr lang="en-US" sz="1100" err="1">
                  <a:solidFill>
                    <a:schemeClr val="tx2">
                      <a:lumMod val="75000"/>
                    </a:schemeClr>
                  </a:solidFill>
                  <a:latin typeface="Open Sans" panose="020B0606030504020204" pitchFamily="34" charset="0"/>
                  <a:ea typeface="Open Sans" panose="020B0606030504020204" pitchFamily="34" charset="0"/>
                  <a:cs typeface="Open Sans" panose="020B0606030504020204" pitchFamily="34" charset="0"/>
                </a:rPr>
                <a:t>mgmt</a:t>
              </a:r>
              <a:r>
                <a:rPr lang="en-US" sz="1100">
                  <a:solidFill>
                    <a:schemeClr val="tx2">
                      <a:lumMod val="75000"/>
                    </a:schemeClr>
                  </a:solidFill>
                  <a:latin typeface="Open Sans" panose="020B0606030504020204" pitchFamily="34" charset="0"/>
                  <a:ea typeface="Open Sans" panose="020B0606030504020204" pitchFamily="34" charset="0"/>
                  <a:cs typeface="Open Sans" panose="020B0606030504020204" pitchFamily="34" charset="0"/>
                </a:rPr>
                <a:t> reporting &amp; analysis (</a:t>
              </a:r>
              <a:r>
                <a:rPr lang="en-US" sz="1100" i="1">
                  <a:solidFill>
                    <a:schemeClr val="tx2">
                      <a:lumMod val="75000"/>
                    </a:schemeClr>
                  </a:solidFill>
                  <a:latin typeface="Open Sans" panose="020B0606030504020204" pitchFamily="34" charset="0"/>
                  <a:ea typeface="Open Sans" panose="020B0606030504020204" pitchFamily="34" charset="0"/>
                  <a:cs typeface="Open Sans" panose="020B0606030504020204" pitchFamily="34" charset="0"/>
                </a:rPr>
                <a:t>Version 1</a:t>
              </a:r>
              <a:r>
                <a:rPr lang="en-US" sz="1100">
                  <a:solidFill>
                    <a:schemeClr val="tx2">
                      <a:lumMod val="75000"/>
                    </a:schemeClr>
                  </a:solidFill>
                  <a:latin typeface="Open Sans" panose="020B0606030504020204" pitchFamily="34" charset="0"/>
                  <a:ea typeface="Open Sans" panose="020B0606030504020204" pitchFamily="34" charset="0"/>
                  <a:cs typeface="Open Sans" panose="020B0606030504020204" pitchFamily="34" charset="0"/>
                </a:rPr>
                <a:t>) on demand in any medium including insights and commentary</a:t>
              </a:r>
            </a:p>
          </p:txBody>
        </p:sp>
      </p:grpSp>
      <p:grpSp>
        <p:nvGrpSpPr>
          <p:cNvPr id="86" name="Group 85">
            <a:extLst>
              <a:ext uri="{FF2B5EF4-FFF2-40B4-BE49-F238E27FC236}">
                <a16:creationId xmlns:a16="http://schemas.microsoft.com/office/drawing/2014/main" id="{1060FDCB-A2B6-D0D5-34DC-F392F6D25517}"/>
              </a:ext>
            </a:extLst>
          </p:cNvPr>
          <p:cNvGrpSpPr/>
          <p:nvPr/>
        </p:nvGrpSpPr>
        <p:grpSpPr>
          <a:xfrm>
            <a:off x="4347090" y="1738927"/>
            <a:ext cx="1798228" cy="4077182"/>
            <a:chOff x="9818243" y="764672"/>
            <a:chExt cx="2152343" cy="4077182"/>
          </a:xfrm>
        </p:grpSpPr>
        <p:sp>
          <p:nvSpPr>
            <p:cNvPr id="87" name="Rectangular Callout 40">
              <a:extLst>
                <a:ext uri="{FF2B5EF4-FFF2-40B4-BE49-F238E27FC236}">
                  <a16:creationId xmlns:a16="http://schemas.microsoft.com/office/drawing/2014/main" id="{1C3BDC3B-CE3A-3696-54A0-089B6EE08092}"/>
                </a:ext>
              </a:extLst>
            </p:cNvPr>
            <p:cNvSpPr/>
            <p:nvPr/>
          </p:nvSpPr>
          <p:spPr>
            <a:xfrm>
              <a:off x="9819473" y="2097707"/>
              <a:ext cx="2132827" cy="1387173"/>
            </a:xfrm>
            <a:prstGeom prst="rect">
              <a:avLst/>
            </a:prstGeom>
            <a:solidFill>
              <a:srgbClr val="DDEFE8"/>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nchorCtr="0"/>
            <a:lstStyle/>
            <a:p>
              <a:pPr algn="ctr"/>
              <a:r>
                <a:rPr lang="en-US" sz="1100">
                  <a:solidFill>
                    <a:schemeClr val="tx2">
                      <a:lumMod val="50000"/>
                    </a:schemeClr>
                  </a:solidFill>
                  <a:latin typeface="Open Sans" panose="020B0606030504020204" pitchFamily="34" charset="0"/>
                  <a:ea typeface="Open Sans" panose="020B0606030504020204" pitchFamily="34" charset="0"/>
                  <a:cs typeface="Open Sans" panose="020B0606030504020204" pitchFamily="34" charset="0"/>
                </a:rPr>
                <a:t>Employees interact with shared service functions in various, fragmented and rigid ways using multiple communication mediums.</a:t>
              </a:r>
            </a:p>
          </p:txBody>
        </p:sp>
        <p:sp>
          <p:nvSpPr>
            <p:cNvPr id="88" name="Rectangle 87">
              <a:extLst>
                <a:ext uri="{FF2B5EF4-FFF2-40B4-BE49-F238E27FC236}">
                  <a16:creationId xmlns:a16="http://schemas.microsoft.com/office/drawing/2014/main" id="{EDFB502F-B2F1-09A2-2786-50BA35B38D3F}"/>
                </a:ext>
              </a:extLst>
            </p:cNvPr>
            <p:cNvSpPr/>
            <p:nvPr/>
          </p:nvSpPr>
          <p:spPr>
            <a:xfrm>
              <a:off x="9818243" y="764672"/>
              <a:ext cx="2152343" cy="4077182"/>
            </a:xfrm>
            <a:prstGeom prst="rect">
              <a:avLst/>
            </a:prstGeom>
            <a:noFill/>
            <a:ln w="53975" cap="sq">
              <a:solidFill>
                <a:srgbClr val="0097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544222" rtl="0" eaLnBrk="1" fontAlgn="base" latinLnBrk="0" hangingPunct="1">
                <a:lnSpc>
                  <a:spcPct val="100000"/>
                </a:lnSpc>
                <a:spcBef>
                  <a:spcPct val="0"/>
                </a:spcBef>
                <a:spcAft>
                  <a:spcPts val="500"/>
                </a:spcAft>
                <a:buClrTx/>
                <a:buSzTx/>
                <a:buFontTx/>
                <a:buNone/>
                <a:tabLst/>
                <a:defRPr/>
              </a:pPr>
              <a:endParaRPr kumimoji="0" lang="en-US" sz="1100" b="1"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89" name="Rectangle 88">
              <a:extLst>
                <a:ext uri="{FF2B5EF4-FFF2-40B4-BE49-F238E27FC236}">
                  <a16:creationId xmlns:a16="http://schemas.microsoft.com/office/drawing/2014/main" id="{BE63B807-DCC8-489A-AB6B-F8FAC8146A7F}"/>
                </a:ext>
              </a:extLst>
            </p:cNvPr>
            <p:cNvSpPr/>
            <p:nvPr/>
          </p:nvSpPr>
          <p:spPr>
            <a:xfrm>
              <a:off x="9848318" y="1414170"/>
              <a:ext cx="2122268" cy="600164"/>
            </a:xfrm>
            <a:prstGeom prst="rect">
              <a:avLst/>
            </a:prstGeom>
            <a:noFill/>
            <a:ln w="19050">
              <a:noFill/>
            </a:ln>
          </p:spPr>
          <p:txBody>
            <a:bodyPr wrap="square" lIns="45720" rIns="45720">
              <a:spAutoFit/>
            </a:bodyPr>
            <a:lstStyle/>
            <a:p>
              <a:pPr algn="ctr"/>
              <a:r>
                <a:rPr lang="en-US" sz="1100" b="1">
                  <a:solidFill>
                    <a:schemeClr val="tx2">
                      <a:lumMod val="75000"/>
                    </a:schemeClr>
                  </a:solidFill>
                  <a:latin typeface="Open Sans" panose="020B0606030504020204" pitchFamily="34" charset="0"/>
                  <a:ea typeface="Open Sans" panose="020B0606030504020204" pitchFamily="34" charset="0"/>
                  <a:cs typeface="Open Sans" panose="020B0606030504020204" pitchFamily="34" charset="0"/>
                </a:rPr>
                <a:t>Shared Services Interaction Layer  - </a:t>
              </a:r>
              <a:br>
                <a:rPr lang="en-US" sz="1100" b="1">
                  <a:solidFill>
                    <a:schemeClr val="tx2">
                      <a:lumMod val="75000"/>
                    </a:schemeClr>
                  </a:solidFill>
                  <a:latin typeface="Open Sans" panose="020B0606030504020204" pitchFamily="34" charset="0"/>
                  <a:ea typeface="Open Sans" panose="020B0606030504020204" pitchFamily="34" charset="0"/>
                  <a:cs typeface="Open Sans" panose="020B0606030504020204" pitchFamily="34" charset="0"/>
                </a:rPr>
              </a:br>
              <a:r>
                <a:rPr lang="en-US" sz="1100" b="1">
                  <a:solidFill>
                    <a:schemeClr val="tx2">
                      <a:lumMod val="75000"/>
                    </a:schemeClr>
                  </a:solidFill>
                  <a:latin typeface="Open Sans" panose="020B0606030504020204" pitchFamily="34" charset="0"/>
                  <a:ea typeface="Open Sans" panose="020B0606030504020204" pitchFamily="34" charset="0"/>
                  <a:cs typeface="Open Sans" panose="020B0606030504020204" pitchFamily="34" charset="0"/>
                </a:rPr>
                <a:t>Intake / Automation</a:t>
              </a:r>
            </a:p>
          </p:txBody>
        </p:sp>
        <p:sp>
          <p:nvSpPr>
            <p:cNvPr id="90" name="Rectangle 89">
              <a:extLst>
                <a:ext uri="{FF2B5EF4-FFF2-40B4-BE49-F238E27FC236}">
                  <a16:creationId xmlns:a16="http://schemas.microsoft.com/office/drawing/2014/main" id="{F7756B89-D5B4-926D-C08A-7B432DB97363}"/>
                </a:ext>
              </a:extLst>
            </p:cNvPr>
            <p:cNvSpPr/>
            <p:nvPr/>
          </p:nvSpPr>
          <p:spPr>
            <a:xfrm>
              <a:off x="9843247" y="3538418"/>
              <a:ext cx="2085277" cy="1277273"/>
            </a:xfrm>
            <a:prstGeom prst="rect">
              <a:avLst/>
            </a:prstGeom>
            <a:noFill/>
            <a:ln w="19050">
              <a:noFill/>
            </a:ln>
          </p:spPr>
          <p:txBody>
            <a:bodyPr wrap="square" lIns="91440" tIns="45720" rIns="91440" bIns="45720" anchor="ctr">
              <a:spAutoFit/>
            </a:bodyPr>
            <a:lstStyle/>
            <a:p>
              <a:pPr algn="ctr">
                <a:spcBef>
                  <a:spcPts val="600"/>
                </a:spcBef>
                <a:defRPr/>
              </a:pPr>
              <a:r>
                <a:rPr lang="en-US" sz="1100">
                  <a:solidFill>
                    <a:schemeClr val="tx2">
                      <a:lumMod val="75000"/>
                    </a:schemeClr>
                  </a:solidFill>
                  <a:latin typeface="Open Sans" panose="020B0606030504020204" pitchFamily="34" charset="0"/>
                  <a:ea typeface="Open Sans" panose="020B0606030504020204" pitchFamily="34" charset="0"/>
                  <a:cs typeface="Open Sans" panose="020B0606030504020204" pitchFamily="34" charset="0"/>
                </a:rPr>
                <a:t>Provide a new conversational AI (chatbot) interaction layer where employees can request any services based on free-form request</a:t>
              </a:r>
            </a:p>
          </p:txBody>
        </p:sp>
      </p:grpSp>
      <p:grpSp>
        <p:nvGrpSpPr>
          <p:cNvPr id="146" name="Group 145">
            <a:extLst>
              <a:ext uri="{FF2B5EF4-FFF2-40B4-BE49-F238E27FC236}">
                <a16:creationId xmlns:a16="http://schemas.microsoft.com/office/drawing/2014/main" id="{1A71B709-72A5-2F6C-AE9A-36AB8356C308}"/>
              </a:ext>
            </a:extLst>
          </p:cNvPr>
          <p:cNvGrpSpPr/>
          <p:nvPr/>
        </p:nvGrpSpPr>
        <p:grpSpPr>
          <a:xfrm>
            <a:off x="547167" y="5919019"/>
            <a:ext cx="1798229" cy="353962"/>
            <a:chOff x="547165" y="5919019"/>
            <a:chExt cx="2178960" cy="353962"/>
          </a:xfrm>
        </p:grpSpPr>
        <p:sp>
          <p:nvSpPr>
            <p:cNvPr id="110" name="Rectangle 109">
              <a:extLst>
                <a:ext uri="{FF2B5EF4-FFF2-40B4-BE49-F238E27FC236}">
                  <a16:creationId xmlns:a16="http://schemas.microsoft.com/office/drawing/2014/main" id="{CFB07AD6-FD06-A441-4725-56440C374746}"/>
                </a:ext>
              </a:extLst>
            </p:cNvPr>
            <p:cNvSpPr/>
            <p:nvPr/>
          </p:nvSpPr>
          <p:spPr bwMode="gray">
            <a:xfrm>
              <a:off x="571793" y="5919019"/>
              <a:ext cx="1060362" cy="353962"/>
            </a:xfrm>
            <a:prstGeom prst="rect">
              <a:avLst/>
            </a:prstGeom>
            <a:solidFill>
              <a:srgbClr val="0097A9"/>
            </a:solidFill>
            <a:ln w="53975" cap="sq">
              <a:solidFill>
                <a:srgbClr val="0097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544222" fontAlgn="base">
                <a:spcBef>
                  <a:spcPct val="0"/>
                </a:spcBef>
                <a:spcAft>
                  <a:spcPts val="500"/>
                </a:spcAft>
              </a:pPr>
              <a:r>
                <a:rPr lang="en-US" sz="1100" b="1">
                  <a:solidFill>
                    <a:srgbClr val="007680"/>
                  </a:solidFill>
                  <a:latin typeface="Open Sans" panose="020B0606030504020204" pitchFamily="34" charset="0"/>
                  <a:ea typeface="Open Sans" panose="020B0606030504020204" pitchFamily="34" charset="0"/>
                  <a:cs typeface="Open Sans" panose="020B0606030504020204" pitchFamily="34" charset="0"/>
                </a:rPr>
                <a:t>Value</a:t>
              </a:r>
            </a:p>
          </p:txBody>
        </p:sp>
        <p:sp>
          <p:nvSpPr>
            <p:cNvPr id="115" name="Rectangle 114">
              <a:extLst>
                <a:ext uri="{FF2B5EF4-FFF2-40B4-BE49-F238E27FC236}">
                  <a16:creationId xmlns:a16="http://schemas.microsoft.com/office/drawing/2014/main" id="{CEA15DBE-3B7B-EF63-170D-4A66CB7D07EF}"/>
                </a:ext>
              </a:extLst>
            </p:cNvPr>
            <p:cNvSpPr/>
            <p:nvPr/>
          </p:nvSpPr>
          <p:spPr bwMode="gray">
            <a:xfrm>
              <a:off x="1665763" y="5919019"/>
              <a:ext cx="1060362" cy="353962"/>
            </a:xfrm>
            <a:prstGeom prst="rect">
              <a:avLst/>
            </a:prstGeom>
            <a:solidFill>
              <a:srgbClr val="0097A9"/>
            </a:solidFill>
            <a:ln w="53975" cap="sq">
              <a:solidFill>
                <a:srgbClr val="0097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544222" fontAlgn="base">
                <a:spcBef>
                  <a:spcPct val="0"/>
                </a:spcBef>
                <a:spcAft>
                  <a:spcPts val="500"/>
                </a:spcAft>
              </a:pPr>
              <a:r>
                <a:rPr lang="en-US" sz="1100" b="1">
                  <a:solidFill>
                    <a:srgbClr val="007680"/>
                  </a:solidFill>
                  <a:latin typeface="Open Sans" panose="020B0606030504020204" pitchFamily="34" charset="0"/>
                  <a:ea typeface="Open Sans" panose="020B0606030504020204" pitchFamily="34" charset="0"/>
                  <a:cs typeface="Open Sans" panose="020B0606030504020204" pitchFamily="34" charset="0"/>
                </a:rPr>
                <a:t>Effort</a:t>
              </a:r>
            </a:p>
          </p:txBody>
        </p:sp>
        <p:sp>
          <p:nvSpPr>
            <p:cNvPr id="118" name="Rectangle 117">
              <a:extLst>
                <a:ext uri="{FF2B5EF4-FFF2-40B4-BE49-F238E27FC236}">
                  <a16:creationId xmlns:a16="http://schemas.microsoft.com/office/drawing/2014/main" id="{C3437990-6CA0-56EA-F3FE-EB663D62CF1E}"/>
                </a:ext>
              </a:extLst>
            </p:cNvPr>
            <p:cNvSpPr/>
            <p:nvPr/>
          </p:nvSpPr>
          <p:spPr bwMode="gray">
            <a:xfrm>
              <a:off x="547165" y="5919019"/>
              <a:ext cx="1060362" cy="353962"/>
            </a:xfrm>
            <a:prstGeom prst="rect">
              <a:avLst/>
            </a:prstGeom>
            <a:noFill/>
            <a:ln w="53975" cap="sq">
              <a:solidFill>
                <a:srgbClr val="0097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defTabSz="544222" fontAlgn="base">
                <a:spcBef>
                  <a:spcPct val="0"/>
                </a:spcBef>
                <a:spcAft>
                  <a:spcPts val="500"/>
                </a:spcAft>
              </a:pPr>
              <a:r>
                <a:rPr lang="en-US" sz="1100" b="1">
                  <a:solidFill>
                    <a:srgbClr val="000000"/>
                  </a:solidFill>
                  <a:latin typeface="Open Sans" panose="020B0606030504020204" pitchFamily="34" charset="0"/>
                  <a:ea typeface="Open Sans" panose="020B0606030504020204" pitchFamily="34" charset="0"/>
                  <a:cs typeface="Open Sans" panose="020B0606030504020204" pitchFamily="34" charset="0"/>
                </a:rPr>
                <a:t>H</a:t>
              </a:r>
            </a:p>
          </p:txBody>
        </p:sp>
        <p:sp>
          <p:nvSpPr>
            <p:cNvPr id="119" name="Rectangle 118">
              <a:extLst>
                <a:ext uri="{FF2B5EF4-FFF2-40B4-BE49-F238E27FC236}">
                  <a16:creationId xmlns:a16="http://schemas.microsoft.com/office/drawing/2014/main" id="{B4EEA57C-EFE0-9E60-2701-7F21352E729C}"/>
                </a:ext>
              </a:extLst>
            </p:cNvPr>
            <p:cNvSpPr/>
            <p:nvPr/>
          </p:nvSpPr>
          <p:spPr bwMode="gray">
            <a:xfrm>
              <a:off x="1641135" y="5919019"/>
              <a:ext cx="1060362" cy="353962"/>
            </a:xfrm>
            <a:prstGeom prst="rect">
              <a:avLst/>
            </a:prstGeom>
            <a:noFill/>
            <a:ln w="53975" cap="sq">
              <a:solidFill>
                <a:srgbClr val="0097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defTabSz="544222" fontAlgn="base">
                <a:spcBef>
                  <a:spcPct val="0"/>
                </a:spcBef>
                <a:spcAft>
                  <a:spcPts val="500"/>
                </a:spcAft>
              </a:pPr>
              <a:r>
                <a:rPr lang="en-US" sz="1100" b="1">
                  <a:solidFill>
                    <a:srgbClr val="000000"/>
                  </a:solidFill>
                  <a:latin typeface="Open Sans" panose="020B0606030504020204" pitchFamily="34" charset="0"/>
                  <a:ea typeface="Open Sans" panose="020B0606030504020204" pitchFamily="34" charset="0"/>
                  <a:cs typeface="Open Sans" panose="020B0606030504020204" pitchFamily="34" charset="0"/>
                </a:rPr>
                <a:t>M</a:t>
              </a:r>
            </a:p>
          </p:txBody>
        </p:sp>
      </p:grpSp>
      <p:grpSp>
        <p:nvGrpSpPr>
          <p:cNvPr id="152" name="Group 151">
            <a:extLst>
              <a:ext uri="{FF2B5EF4-FFF2-40B4-BE49-F238E27FC236}">
                <a16:creationId xmlns:a16="http://schemas.microsoft.com/office/drawing/2014/main" id="{65F7A745-D578-1970-4536-FA2D45AF5E38}"/>
              </a:ext>
            </a:extLst>
          </p:cNvPr>
          <p:cNvGrpSpPr/>
          <p:nvPr/>
        </p:nvGrpSpPr>
        <p:grpSpPr>
          <a:xfrm>
            <a:off x="2458033" y="5909666"/>
            <a:ext cx="1798229" cy="353962"/>
            <a:chOff x="547165" y="5919019"/>
            <a:chExt cx="2178960" cy="353962"/>
          </a:xfrm>
        </p:grpSpPr>
        <p:sp>
          <p:nvSpPr>
            <p:cNvPr id="153" name="Rectangle 152">
              <a:extLst>
                <a:ext uri="{FF2B5EF4-FFF2-40B4-BE49-F238E27FC236}">
                  <a16:creationId xmlns:a16="http://schemas.microsoft.com/office/drawing/2014/main" id="{82F24ECC-9A34-4179-1E6F-FEF624E77664}"/>
                </a:ext>
              </a:extLst>
            </p:cNvPr>
            <p:cNvSpPr/>
            <p:nvPr/>
          </p:nvSpPr>
          <p:spPr bwMode="gray">
            <a:xfrm>
              <a:off x="571793" y="5919019"/>
              <a:ext cx="1060362" cy="353962"/>
            </a:xfrm>
            <a:prstGeom prst="rect">
              <a:avLst/>
            </a:prstGeom>
            <a:solidFill>
              <a:srgbClr val="0097A9"/>
            </a:solidFill>
            <a:ln w="53975" cap="sq">
              <a:solidFill>
                <a:srgbClr val="0097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544222" fontAlgn="base">
                <a:spcBef>
                  <a:spcPct val="0"/>
                </a:spcBef>
                <a:spcAft>
                  <a:spcPts val="500"/>
                </a:spcAft>
              </a:pPr>
              <a:r>
                <a:rPr lang="en-US" sz="1100" b="1">
                  <a:solidFill>
                    <a:srgbClr val="007680"/>
                  </a:solidFill>
                  <a:latin typeface="Open Sans" panose="020B0606030504020204" pitchFamily="34" charset="0"/>
                  <a:ea typeface="Open Sans" panose="020B0606030504020204" pitchFamily="34" charset="0"/>
                  <a:cs typeface="Open Sans" panose="020B0606030504020204" pitchFamily="34" charset="0"/>
                </a:rPr>
                <a:t>Value</a:t>
              </a:r>
            </a:p>
          </p:txBody>
        </p:sp>
        <p:sp>
          <p:nvSpPr>
            <p:cNvPr id="154" name="Rectangle 153">
              <a:extLst>
                <a:ext uri="{FF2B5EF4-FFF2-40B4-BE49-F238E27FC236}">
                  <a16:creationId xmlns:a16="http://schemas.microsoft.com/office/drawing/2014/main" id="{84BAA039-9B29-E186-45ED-A93C1C2AF44E}"/>
                </a:ext>
              </a:extLst>
            </p:cNvPr>
            <p:cNvSpPr/>
            <p:nvPr/>
          </p:nvSpPr>
          <p:spPr bwMode="gray">
            <a:xfrm>
              <a:off x="1665763" y="5919019"/>
              <a:ext cx="1060362" cy="353962"/>
            </a:xfrm>
            <a:prstGeom prst="rect">
              <a:avLst/>
            </a:prstGeom>
            <a:solidFill>
              <a:srgbClr val="0097A9"/>
            </a:solidFill>
            <a:ln w="53975" cap="sq">
              <a:solidFill>
                <a:srgbClr val="0097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544222" fontAlgn="base">
                <a:spcBef>
                  <a:spcPct val="0"/>
                </a:spcBef>
                <a:spcAft>
                  <a:spcPts val="500"/>
                </a:spcAft>
              </a:pPr>
              <a:r>
                <a:rPr lang="en-US" sz="1100" b="1">
                  <a:solidFill>
                    <a:srgbClr val="007680"/>
                  </a:solidFill>
                  <a:latin typeface="Open Sans" panose="020B0606030504020204" pitchFamily="34" charset="0"/>
                  <a:ea typeface="Open Sans" panose="020B0606030504020204" pitchFamily="34" charset="0"/>
                  <a:cs typeface="Open Sans" panose="020B0606030504020204" pitchFamily="34" charset="0"/>
                </a:rPr>
                <a:t>Effort</a:t>
              </a:r>
            </a:p>
          </p:txBody>
        </p:sp>
        <p:sp>
          <p:nvSpPr>
            <p:cNvPr id="155" name="Rectangle 154">
              <a:extLst>
                <a:ext uri="{FF2B5EF4-FFF2-40B4-BE49-F238E27FC236}">
                  <a16:creationId xmlns:a16="http://schemas.microsoft.com/office/drawing/2014/main" id="{1AF58B17-E711-074F-2844-65716C797ED5}"/>
                </a:ext>
              </a:extLst>
            </p:cNvPr>
            <p:cNvSpPr/>
            <p:nvPr/>
          </p:nvSpPr>
          <p:spPr bwMode="gray">
            <a:xfrm>
              <a:off x="547165" y="5919019"/>
              <a:ext cx="1060362" cy="353962"/>
            </a:xfrm>
            <a:prstGeom prst="rect">
              <a:avLst/>
            </a:prstGeom>
            <a:noFill/>
            <a:ln w="53975" cap="sq">
              <a:solidFill>
                <a:srgbClr val="0097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defTabSz="544222" fontAlgn="base">
                <a:spcBef>
                  <a:spcPct val="0"/>
                </a:spcBef>
                <a:spcAft>
                  <a:spcPts val="500"/>
                </a:spcAft>
              </a:pPr>
              <a:r>
                <a:rPr lang="en-US" sz="1100" b="1">
                  <a:solidFill>
                    <a:srgbClr val="000000"/>
                  </a:solidFill>
                  <a:latin typeface="Open Sans" panose="020B0606030504020204" pitchFamily="34" charset="0"/>
                  <a:ea typeface="Open Sans" panose="020B0606030504020204" pitchFamily="34" charset="0"/>
                  <a:cs typeface="Open Sans" panose="020B0606030504020204" pitchFamily="34" charset="0"/>
                </a:rPr>
                <a:t>M</a:t>
              </a:r>
            </a:p>
          </p:txBody>
        </p:sp>
        <p:sp>
          <p:nvSpPr>
            <p:cNvPr id="156" name="Rectangle 155">
              <a:extLst>
                <a:ext uri="{FF2B5EF4-FFF2-40B4-BE49-F238E27FC236}">
                  <a16:creationId xmlns:a16="http://schemas.microsoft.com/office/drawing/2014/main" id="{0787366E-D5A8-ABE6-49B1-791E7E505F1B}"/>
                </a:ext>
              </a:extLst>
            </p:cNvPr>
            <p:cNvSpPr/>
            <p:nvPr/>
          </p:nvSpPr>
          <p:spPr bwMode="gray">
            <a:xfrm>
              <a:off x="1641135" y="5919019"/>
              <a:ext cx="1060362" cy="353962"/>
            </a:xfrm>
            <a:prstGeom prst="rect">
              <a:avLst/>
            </a:prstGeom>
            <a:noFill/>
            <a:ln w="53975" cap="sq">
              <a:solidFill>
                <a:srgbClr val="0097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defTabSz="544222" fontAlgn="base">
                <a:spcBef>
                  <a:spcPct val="0"/>
                </a:spcBef>
                <a:spcAft>
                  <a:spcPts val="500"/>
                </a:spcAft>
              </a:pPr>
              <a:r>
                <a:rPr lang="en-US" sz="1100" b="1">
                  <a:solidFill>
                    <a:srgbClr val="000000"/>
                  </a:solidFill>
                  <a:latin typeface="Open Sans" panose="020B0606030504020204" pitchFamily="34" charset="0"/>
                  <a:ea typeface="Open Sans" panose="020B0606030504020204" pitchFamily="34" charset="0"/>
                  <a:cs typeface="Open Sans" panose="020B0606030504020204" pitchFamily="34" charset="0"/>
                </a:rPr>
                <a:t>H</a:t>
              </a:r>
            </a:p>
          </p:txBody>
        </p:sp>
      </p:grpSp>
      <p:grpSp>
        <p:nvGrpSpPr>
          <p:cNvPr id="157" name="Group 156">
            <a:extLst>
              <a:ext uri="{FF2B5EF4-FFF2-40B4-BE49-F238E27FC236}">
                <a16:creationId xmlns:a16="http://schemas.microsoft.com/office/drawing/2014/main" id="{4E9A70CB-3BBF-1C87-AD81-3A026E0F4AEC}"/>
              </a:ext>
            </a:extLst>
          </p:cNvPr>
          <p:cNvGrpSpPr/>
          <p:nvPr/>
        </p:nvGrpSpPr>
        <p:grpSpPr>
          <a:xfrm>
            <a:off x="4347091" y="5909666"/>
            <a:ext cx="1798229" cy="353962"/>
            <a:chOff x="547165" y="5919019"/>
            <a:chExt cx="2178960" cy="353962"/>
          </a:xfrm>
        </p:grpSpPr>
        <p:sp>
          <p:nvSpPr>
            <p:cNvPr id="158" name="Rectangle 157">
              <a:extLst>
                <a:ext uri="{FF2B5EF4-FFF2-40B4-BE49-F238E27FC236}">
                  <a16:creationId xmlns:a16="http://schemas.microsoft.com/office/drawing/2014/main" id="{EB2050BA-7FD4-95DF-B011-E74D5E73E572}"/>
                </a:ext>
              </a:extLst>
            </p:cNvPr>
            <p:cNvSpPr/>
            <p:nvPr/>
          </p:nvSpPr>
          <p:spPr bwMode="gray">
            <a:xfrm>
              <a:off x="571793" y="5919019"/>
              <a:ext cx="1060362" cy="353962"/>
            </a:xfrm>
            <a:prstGeom prst="rect">
              <a:avLst/>
            </a:prstGeom>
            <a:solidFill>
              <a:srgbClr val="0097A9"/>
            </a:solidFill>
            <a:ln w="53975" cap="sq">
              <a:solidFill>
                <a:srgbClr val="0097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544222" fontAlgn="base">
                <a:spcBef>
                  <a:spcPct val="0"/>
                </a:spcBef>
                <a:spcAft>
                  <a:spcPts val="500"/>
                </a:spcAft>
              </a:pPr>
              <a:r>
                <a:rPr lang="en-US" sz="1100" b="1">
                  <a:solidFill>
                    <a:srgbClr val="007680"/>
                  </a:solidFill>
                  <a:latin typeface="Open Sans" panose="020B0606030504020204" pitchFamily="34" charset="0"/>
                  <a:ea typeface="Open Sans" panose="020B0606030504020204" pitchFamily="34" charset="0"/>
                  <a:cs typeface="Open Sans" panose="020B0606030504020204" pitchFamily="34" charset="0"/>
                </a:rPr>
                <a:t>Value</a:t>
              </a:r>
            </a:p>
          </p:txBody>
        </p:sp>
        <p:sp>
          <p:nvSpPr>
            <p:cNvPr id="159" name="Rectangle 158">
              <a:extLst>
                <a:ext uri="{FF2B5EF4-FFF2-40B4-BE49-F238E27FC236}">
                  <a16:creationId xmlns:a16="http://schemas.microsoft.com/office/drawing/2014/main" id="{7778A5C9-8588-F876-F035-F28DA7051C6F}"/>
                </a:ext>
              </a:extLst>
            </p:cNvPr>
            <p:cNvSpPr/>
            <p:nvPr/>
          </p:nvSpPr>
          <p:spPr bwMode="gray">
            <a:xfrm>
              <a:off x="1665763" y="5919019"/>
              <a:ext cx="1060362" cy="353962"/>
            </a:xfrm>
            <a:prstGeom prst="rect">
              <a:avLst/>
            </a:prstGeom>
            <a:solidFill>
              <a:srgbClr val="0097A9"/>
            </a:solidFill>
            <a:ln w="53975" cap="sq">
              <a:solidFill>
                <a:srgbClr val="0097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544222" fontAlgn="base">
                <a:spcBef>
                  <a:spcPct val="0"/>
                </a:spcBef>
                <a:spcAft>
                  <a:spcPts val="500"/>
                </a:spcAft>
              </a:pPr>
              <a:r>
                <a:rPr lang="en-US" sz="1100" b="1">
                  <a:solidFill>
                    <a:srgbClr val="007680"/>
                  </a:solidFill>
                  <a:latin typeface="Open Sans" panose="020B0606030504020204" pitchFamily="34" charset="0"/>
                  <a:ea typeface="Open Sans" panose="020B0606030504020204" pitchFamily="34" charset="0"/>
                  <a:cs typeface="Open Sans" panose="020B0606030504020204" pitchFamily="34" charset="0"/>
                </a:rPr>
                <a:t>Effort</a:t>
              </a:r>
            </a:p>
          </p:txBody>
        </p:sp>
        <p:sp>
          <p:nvSpPr>
            <p:cNvPr id="160" name="Rectangle 159">
              <a:extLst>
                <a:ext uri="{FF2B5EF4-FFF2-40B4-BE49-F238E27FC236}">
                  <a16:creationId xmlns:a16="http://schemas.microsoft.com/office/drawing/2014/main" id="{7DFC2CAA-9D45-F73B-1E6B-DEE2491788AC}"/>
                </a:ext>
              </a:extLst>
            </p:cNvPr>
            <p:cNvSpPr/>
            <p:nvPr/>
          </p:nvSpPr>
          <p:spPr bwMode="gray">
            <a:xfrm>
              <a:off x="547165" y="5919019"/>
              <a:ext cx="1060362" cy="353962"/>
            </a:xfrm>
            <a:prstGeom prst="rect">
              <a:avLst/>
            </a:prstGeom>
            <a:noFill/>
            <a:ln w="53975" cap="sq">
              <a:solidFill>
                <a:srgbClr val="0097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defTabSz="544222" fontAlgn="base">
                <a:spcBef>
                  <a:spcPct val="0"/>
                </a:spcBef>
                <a:spcAft>
                  <a:spcPts val="500"/>
                </a:spcAft>
              </a:pPr>
              <a:r>
                <a:rPr lang="en-US" sz="1100" b="1">
                  <a:solidFill>
                    <a:srgbClr val="000000"/>
                  </a:solidFill>
                  <a:latin typeface="Open Sans" panose="020B0606030504020204" pitchFamily="34" charset="0"/>
                  <a:ea typeface="Open Sans" panose="020B0606030504020204" pitchFamily="34" charset="0"/>
                  <a:cs typeface="Open Sans" panose="020B0606030504020204" pitchFamily="34" charset="0"/>
                </a:rPr>
                <a:t>H</a:t>
              </a:r>
            </a:p>
          </p:txBody>
        </p:sp>
        <p:sp>
          <p:nvSpPr>
            <p:cNvPr id="161" name="Rectangle 160">
              <a:extLst>
                <a:ext uri="{FF2B5EF4-FFF2-40B4-BE49-F238E27FC236}">
                  <a16:creationId xmlns:a16="http://schemas.microsoft.com/office/drawing/2014/main" id="{941F75EC-D776-3055-0F9E-73F6F76E5DA7}"/>
                </a:ext>
              </a:extLst>
            </p:cNvPr>
            <p:cNvSpPr/>
            <p:nvPr/>
          </p:nvSpPr>
          <p:spPr bwMode="gray">
            <a:xfrm>
              <a:off x="1641135" y="5919019"/>
              <a:ext cx="1060362" cy="353962"/>
            </a:xfrm>
            <a:prstGeom prst="rect">
              <a:avLst/>
            </a:prstGeom>
            <a:noFill/>
            <a:ln w="53975" cap="sq">
              <a:solidFill>
                <a:srgbClr val="0097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defTabSz="544222" fontAlgn="base">
                <a:spcBef>
                  <a:spcPct val="0"/>
                </a:spcBef>
                <a:spcAft>
                  <a:spcPts val="500"/>
                </a:spcAft>
              </a:pPr>
              <a:r>
                <a:rPr lang="en-US" sz="1100" b="1">
                  <a:solidFill>
                    <a:srgbClr val="000000"/>
                  </a:solidFill>
                  <a:latin typeface="Open Sans" panose="020B0606030504020204" pitchFamily="34" charset="0"/>
                  <a:ea typeface="Open Sans" panose="020B0606030504020204" pitchFamily="34" charset="0"/>
                  <a:cs typeface="Open Sans" panose="020B0606030504020204" pitchFamily="34" charset="0"/>
                </a:rPr>
                <a:t>H</a:t>
              </a:r>
            </a:p>
          </p:txBody>
        </p:sp>
      </p:grpSp>
      <p:grpSp>
        <p:nvGrpSpPr>
          <p:cNvPr id="162" name="Group 161">
            <a:extLst>
              <a:ext uri="{FF2B5EF4-FFF2-40B4-BE49-F238E27FC236}">
                <a16:creationId xmlns:a16="http://schemas.microsoft.com/office/drawing/2014/main" id="{2B589EC9-1A63-E2F8-B00E-07F8D4733042}"/>
              </a:ext>
            </a:extLst>
          </p:cNvPr>
          <p:cNvGrpSpPr/>
          <p:nvPr/>
        </p:nvGrpSpPr>
        <p:grpSpPr>
          <a:xfrm>
            <a:off x="6236148" y="5909666"/>
            <a:ext cx="1798229" cy="353962"/>
            <a:chOff x="547165" y="5919019"/>
            <a:chExt cx="2178960" cy="353962"/>
          </a:xfrm>
        </p:grpSpPr>
        <p:sp>
          <p:nvSpPr>
            <p:cNvPr id="163" name="Rectangle 162">
              <a:extLst>
                <a:ext uri="{FF2B5EF4-FFF2-40B4-BE49-F238E27FC236}">
                  <a16:creationId xmlns:a16="http://schemas.microsoft.com/office/drawing/2014/main" id="{AFAC4065-5ED8-488E-32D5-83DDCEA69066}"/>
                </a:ext>
              </a:extLst>
            </p:cNvPr>
            <p:cNvSpPr/>
            <p:nvPr/>
          </p:nvSpPr>
          <p:spPr bwMode="gray">
            <a:xfrm>
              <a:off x="571793" y="5919019"/>
              <a:ext cx="1060362" cy="353962"/>
            </a:xfrm>
            <a:prstGeom prst="rect">
              <a:avLst/>
            </a:prstGeom>
            <a:solidFill>
              <a:srgbClr val="0097A9"/>
            </a:solidFill>
            <a:ln w="53975" cap="sq">
              <a:solidFill>
                <a:srgbClr val="0097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544222" fontAlgn="base">
                <a:spcBef>
                  <a:spcPct val="0"/>
                </a:spcBef>
                <a:spcAft>
                  <a:spcPts val="500"/>
                </a:spcAft>
              </a:pPr>
              <a:r>
                <a:rPr lang="en-US" sz="1100" b="1">
                  <a:solidFill>
                    <a:srgbClr val="007680"/>
                  </a:solidFill>
                  <a:latin typeface="Open Sans" panose="020B0606030504020204" pitchFamily="34" charset="0"/>
                  <a:ea typeface="Open Sans" panose="020B0606030504020204" pitchFamily="34" charset="0"/>
                  <a:cs typeface="Open Sans" panose="020B0606030504020204" pitchFamily="34" charset="0"/>
                </a:rPr>
                <a:t>Value</a:t>
              </a:r>
            </a:p>
          </p:txBody>
        </p:sp>
        <p:sp>
          <p:nvSpPr>
            <p:cNvPr id="164" name="Rectangle 163">
              <a:extLst>
                <a:ext uri="{FF2B5EF4-FFF2-40B4-BE49-F238E27FC236}">
                  <a16:creationId xmlns:a16="http://schemas.microsoft.com/office/drawing/2014/main" id="{7FE8B776-586D-1FF5-58F8-8CC0ED98615D}"/>
                </a:ext>
              </a:extLst>
            </p:cNvPr>
            <p:cNvSpPr/>
            <p:nvPr/>
          </p:nvSpPr>
          <p:spPr bwMode="gray">
            <a:xfrm>
              <a:off x="1665763" y="5919019"/>
              <a:ext cx="1060362" cy="353962"/>
            </a:xfrm>
            <a:prstGeom prst="rect">
              <a:avLst/>
            </a:prstGeom>
            <a:solidFill>
              <a:srgbClr val="0097A9"/>
            </a:solidFill>
            <a:ln w="53975" cap="sq">
              <a:solidFill>
                <a:srgbClr val="0097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544222" fontAlgn="base">
                <a:spcBef>
                  <a:spcPct val="0"/>
                </a:spcBef>
                <a:spcAft>
                  <a:spcPts val="500"/>
                </a:spcAft>
              </a:pPr>
              <a:r>
                <a:rPr lang="en-US" sz="1100" b="1">
                  <a:solidFill>
                    <a:srgbClr val="007680"/>
                  </a:solidFill>
                  <a:latin typeface="Open Sans" panose="020B0606030504020204" pitchFamily="34" charset="0"/>
                  <a:ea typeface="Open Sans" panose="020B0606030504020204" pitchFamily="34" charset="0"/>
                  <a:cs typeface="Open Sans" panose="020B0606030504020204" pitchFamily="34" charset="0"/>
                </a:rPr>
                <a:t>Effort</a:t>
              </a:r>
            </a:p>
          </p:txBody>
        </p:sp>
        <p:sp>
          <p:nvSpPr>
            <p:cNvPr id="165" name="Rectangle 164">
              <a:extLst>
                <a:ext uri="{FF2B5EF4-FFF2-40B4-BE49-F238E27FC236}">
                  <a16:creationId xmlns:a16="http://schemas.microsoft.com/office/drawing/2014/main" id="{AE014B7E-B376-B313-B433-68E7E9CC08BE}"/>
                </a:ext>
              </a:extLst>
            </p:cNvPr>
            <p:cNvSpPr/>
            <p:nvPr/>
          </p:nvSpPr>
          <p:spPr bwMode="gray">
            <a:xfrm>
              <a:off x="547165" y="5919019"/>
              <a:ext cx="1060362" cy="353962"/>
            </a:xfrm>
            <a:prstGeom prst="rect">
              <a:avLst/>
            </a:prstGeom>
            <a:noFill/>
            <a:ln w="53975" cap="sq">
              <a:solidFill>
                <a:srgbClr val="0097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defTabSz="544222" fontAlgn="base">
                <a:spcBef>
                  <a:spcPct val="0"/>
                </a:spcBef>
                <a:spcAft>
                  <a:spcPts val="500"/>
                </a:spcAft>
              </a:pPr>
              <a:r>
                <a:rPr lang="en-US" sz="1100" b="1">
                  <a:solidFill>
                    <a:srgbClr val="000000"/>
                  </a:solidFill>
                  <a:latin typeface="Open Sans" panose="020B0606030504020204" pitchFamily="34" charset="0"/>
                  <a:ea typeface="Open Sans" panose="020B0606030504020204" pitchFamily="34" charset="0"/>
                  <a:cs typeface="Open Sans" panose="020B0606030504020204" pitchFamily="34" charset="0"/>
                </a:rPr>
                <a:t>M</a:t>
              </a:r>
            </a:p>
          </p:txBody>
        </p:sp>
        <p:sp>
          <p:nvSpPr>
            <p:cNvPr id="166" name="Rectangle 165">
              <a:extLst>
                <a:ext uri="{FF2B5EF4-FFF2-40B4-BE49-F238E27FC236}">
                  <a16:creationId xmlns:a16="http://schemas.microsoft.com/office/drawing/2014/main" id="{620473D0-2945-BE36-B03D-EF103D826351}"/>
                </a:ext>
              </a:extLst>
            </p:cNvPr>
            <p:cNvSpPr/>
            <p:nvPr/>
          </p:nvSpPr>
          <p:spPr bwMode="gray">
            <a:xfrm>
              <a:off x="1641135" y="5919019"/>
              <a:ext cx="1060362" cy="353962"/>
            </a:xfrm>
            <a:prstGeom prst="rect">
              <a:avLst/>
            </a:prstGeom>
            <a:noFill/>
            <a:ln w="53975" cap="sq">
              <a:solidFill>
                <a:srgbClr val="0097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defTabSz="544222" fontAlgn="base">
                <a:spcBef>
                  <a:spcPct val="0"/>
                </a:spcBef>
                <a:spcAft>
                  <a:spcPts val="500"/>
                </a:spcAft>
              </a:pPr>
              <a:r>
                <a:rPr lang="en-US" sz="1100" b="1">
                  <a:solidFill>
                    <a:srgbClr val="000000"/>
                  </a:solidFill>
                  <a:latin typeface="Open Sans" panose="020B0606030504020204" pitchFamily="34" charset="0"/>
                  <a:ea typeface="Open Sans" panose="020B0606030504020204" pitchFamily="34" charset="0"/>
                  <a:cs typeface="Open Sans" panose="020B0606030504020204" pitchFamily="34" charset="0"/>
                </a:rPr>
                <a:t>M</a:t>
              </a:r>
            </a:p>
          </p:txBody>
        </p:sp>
      </p:grpSp>
      <p:grpSp>
        <p:nvGrpSpPr>
          <p:cNvPr id="167" name="Group 166">
            <a:extLst>
              <a:ext uri="{FF2B5EF4-FFF2-40B4-BE49-F238E27FC236}">
                <a16:creationId xmlns:a16="http://schemas.microsoft.com/office/drawing/2014/main" id="{63BBA65C-093C-5590-5ADF-9E8B05DED7B7}"/>
              </a:ext>
            </a:extLst>
          </p:cNvPr>
          <p:cNvGrpSpPr/>
          <p:nvPr/>
        </p:nvGrpSpPr>
        <p:grpSpPr>
          <a:xfrm>
            <a:off x="8125205" y="5909666"/>
            <a:ext cx="1798229" cy="353962"/>
            <a:chOff x="547165" y="5919019"/>
            <a:chExt cx="2178960" cy="353962"/>
          </a:xfrm>
        </p:grpSpPr>
        <p:sp>
          <p:nvSpPr>
            <p:cNvPr id="168" name="Rectangle 167">
              <a:extLst>
                <a:ext uri="{FF2B5EF4-FFF2-40B4-BE49-F238E27FC236}">
                  <a16:creationId xmlns:a16="http://schemas.microsoft.com/office/drawing/2014/main" id="{919B8060-8F8F-1FBD-3DF9-9AE8DA7B94A6}"/>
                </a:ext>
              </a:extLst>
            </p:cNvPr>
            <p:cNvSpPr/>
            <p:nvPr/>
          </p:nvSpPr>
          <p:spPr bwMode="gray">
            <a:xfrm>
              <a:off x="571793" y="5919019"/>
              <a:ext cx="1060362" cy="353962"/>
            </a:xfrm>
            <a:prstGeom prst="rect">
              <a:avLst/>
            </a:prstGeom>
            <a:solidFill>
              <a:srgbClr val="0097A9"/>
            </a:solidFill>
            <a:ln w="53975" cap="sq">
              <a:solidFill>
                <a:srgbClr val="0097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544222" fontAlgn="base">
                <a:spcBef>
                  <a:spcPct val="0"/>
                </a:spcBef>
                <a:spcAft>
                  <a:spcPts val="500"/>
                </a:spcAft>
              </a:pPr>
              <a:r>
                <a:rPr lang="en-US" sz="1100" b="1">
                  <a:solidFill>
                    <a:srgbClr val="007680"/>
                  </a:solidFill>
                  <a:latin typeface="Open Sans" panose="020B0606030504020204" pitchFamily="34" charset="0"/>
                  <a:ea typeface="Open Sans" panose="020B0606030504020204" pitchFamily="34" charset="0"/>
                  <a:cs typeface="Open Sans" panose="020B0606030504020204" pitchFamily="34" charset="0"/>
                </a:rPr>
                <a:t>Value</a:t>
              </a:r>
            </a:p>
          </p:txBody>
        </p:sp>
        <p:sp>
          <p:nvSpPr>
            <p:cNvPr id="169" name="Rectangle 168">
              <a:extLst>
                <a:ext uri="{FF2B5EF4-FFF2-40B4-BE49-F238E27FC236}">
                  <a16:creationId xmlns:a16="http://schemas.microsoft.com/office/drawing/2014/main" id="{5834BACB-5A5E-6AA0-0B95-26C57F19E3FB}"/>
                </a:ext>
              </a:extLst>
            </p:cNvPr>
            <p:cNvSpPr/>
            <p:nvPr/>
          </p:nvSpPr>
          <p:spPr bwMode="gray">
            <a:xfrm>
              <a:off x="1665763" y="5919019"/>
              <a:ext cx="1060362" cy="353962"/>
            </a:xfrm>
            <a:prstGeom prst="rect">
              <a:avLst/>
            </a:prstGeom>
            <a:solidFill>
              <a:srgbClr val="0097A9"/>
            </a:solidFill>
            <a:ln w="53975" cap="sq">
              <a:solidFill>
                <a:srgbClr val="0097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544222" fontAlgn="base">
                <a:spcBef>
                  <a:spcPct val="0"/>
                </a:spcBef>
                <a:spcAft>
                  <a:spcPts val="500"/>
                </a:spcAft>
              </a:pPr>
              <a:r>
                <a:rPr lang="en-US" sz="1100" b="1">
                  <a:solidFill>
                    <a:srgbClr val="007680"/>
                  </a:solidFill>
                  <a:latin typeface="Open Sans" panose="020B0606030504020204" pitchFamily="34" charset="0"/>
                  <a:ea typeface="Open Sans" panose="020B0606030504020204" pitchFamily="34" charset="0"/>
                  <a:cs typeface="Open Sans" panose="020B0606030504020204" pitchFamily="34" charset="0"/>
                </a:rPr>
                <a:t>Effort</a:t>
              </a:r>
            </a:p>
          </p:txBody>
        </p:sp>
        <p:sp>
          <p:nvSpPr>
            <p:cNvPr id="170" name="Rectangle 169">
              <a:extLst>
                <a:ext uri="{FF2B5EF4-FFF2-40B4-BE49-F238E27FC236}">
                  <a16:creationId xmlns:a16="http://schemas.microsoft.com/office/drawing/2014/main" id="{4498799E-B02D-C5B9-1113-199B03F9C22C}"/>
                </a:ext>
              </a:extLst>
            </p:cNvPr>
            <p:cNvSpPr/>
            <p:nvPr/>
          </p:nvSpPr>
          <p:spPr bwMode="gray">
            <a:xfrm>
              <a:off x="547165" y="5919019"/>
              <a:ext cx="1060362" cy="353962"/>
            </a:xfrm>
            <a:prstGeom prst="rect">
              <a:avLst/>
            </a:prstGeom>
            <a:noFill/>
            <a:ln w="53975" cap="sq">
              <a:solidFill>
                <a:srgbClr val="0097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defTabSz="544222" fontAlgn="base">
                <a:spcBef>
                  <a:spcPct val="0"/>
                </a:spcBef>
                <a:spcAft>
                  <a:spcPts val="500"/>
                </a:spcAft>
              </a:pPr>
              <a:r>
                <a:rPr lang="en-US" sz="1100" b="1">
                  <a:solidFill>
                    <a:srgbClr val="000000"/>
                  </a:solidFill>
                  <a:latin typeface="Open Sans" panose="020B0606030504020204" pitchFamily="34" charset="0"/>
                  <a:ea typeface="Open Sans" panose="020B0606030504020204" pitchFamily="34" charset="0"/>
                  <a:cs typeface="Open Sans" panose="020B0606030504020204" pitchFamily="34" charset="0"/>
                </a:rPr>
                <a:t>M</a:t>
              </a:r>
            </a:p>
          </p:txBody>
        </p:sp>
        <p:sp>
          <p:nvSpPr>
            <p:cNvPr id="171" name="Rectangle 170">
              <a:extLst>
                <a:ext uri="{FF2B5EF4-FFF2-40B4-BE49-F238E27FC236}">
                  <a16:creationId xmlns:a16="http://schemas.microsoft.com/office/drawing/2014/main" id="{5361E7CA-6AE5-0E7A-A812-1CC8D81714D7}"/>
                </a:ext>
              </a:extLst>
            </p:cNvPr>
            <p:cNvSpPr/>
            <p:nvPr/>
          </p:nvSpPr>
          <p:spPr bwMode="gray">
            <a:xfrm>
              <a:off x="1641135" y="5919019"/>
              <a:ext cx="1060362" cy="353962"/>
            </a:xfrm>
            <a:prstGeom prst="rect">
              <a:avLst/>
            </a:prstGeom>
            <a:noFill/>
            <a:ln w="53975" cap="sq">
              <a:solidFill>
                <a:srgbClr val="0097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defTabSz="544222" fontAlgn="base">
                <a:spcBef>
                  <a:spcPct val="0"/>
                </a:spcBef>
                <a:spcAft>
                  <a:spcPts val="500"/>
                </a:spcAft>
              </a:pPr>
              <a:r>
                <a:rPr lang="en-US" sz="1100" b="1">
                  <a:solidFill>
                    <a:srgbClr val="000000"/>
                  </a:solidFill>
                  <a:latin typeface="Open Sans" panose="020B0606030504020204" pitchFamily="34" charset="0"/>
                  <a:ea typeface="Open Sans" panose="020B0606030504020204" pitchFamily="34" charset="0"/>
                  <a:cs typeface="Open Sans" panose="020B0606030504020204" pitchFamily="34" charset="0"/>
                </a:rPr>
                <a:t>H</a:t>
              </a:r>
            </a:p>
          </p:txBody>
        </p:sp>
      </p:grpSp>
      <p:grpSp>
        <p:nvGrpSpPr>
          <p:cNvPr id="4" name="Group 3">
            <a:extLst>
              <a:ext uri="{FF2B5EF4-FFF2-40B4-BE49-F238E27FC236}">
                <a16:creationId xmlns:a16="http://schemas.microsoft.com/office/drawing/2014/main" id="{AB6A229D-43C5-6FDD-CFC3-ABB913B980DB}"/>
              </a:ext>
            </a:extLst>
          </p:cNvPr>
          <p:cNvGrpSpPr/>
          <p:nvPr/>
        </p:nvGrpSpPr>
        <p:grpSpPr>
          <a:xfrm>
            <a:off x="10026536" y="1738927"/>
            <a:ext cx="1798228" cy="4077182"/>
            <a:chOff x="7500868" y="764672"/>
            <a:chExt cx="2161051" cy="4077182"/>
          </a:xfrm>
        </p:grpSpPr>
        <p:sp>
          <p:nvSpPr>
            <p:cNvPr id="5" name="Rectangular Callout 40">
              <a:extLst>
                <a:ext uri="{FF2B5EF4-FFF2-40B4-BE49-F238E27FC236}">
                  <a16:creationId xmlns:a16="http://schemas.microsoft.com/office/drawing/2014/main" id="{869F7BF2-D1BB-6923-CF78-421FB52315CB}"/>
                </a:ext>
              </a:extLst>
            </p:cNvPr>
            <p:cNvSpPr/>
            <p:nvPr/>
          </p:nvSpPr>
          <p:spPr>
            <a:xfrm>
              <a:off x="7510806" y="2089673"/>
              <a:ext cx="2132827" cy="1407900"/>
            </a:xfrm>
            <a:prstGeom prst="rect">
              <a:avLst/>
            </a:prstGeom>
            <a:solidFill>
              <a:srgbClr val="DDEFE8"/>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nchorCtr="0"/>
            <a:lstStyle/>
            <a:p>
              <a:pPr algn="ctr"/>
              <a:r>
                <a:rPr lang="en-US" sz="1100">
                  <a:solidFill>
                    <a:schemeClr val="tx2">
                      <a:lumMod val="50000"/>
                    </a:schemeClr>
                  </a:solidFill>
                  <a:latin typeface="Open Sans" panose="020B0606030504020204" pitchFamily="34" charset="0"/>
                  <a:ea typeface="Open Sans" panose="020B0606030504020204" pitchFamily="34" charset="0"/>
                  <a:cs typeface="Open Sans" panose="020B0606030504020204" pitchFamily="34" charset="0"/>
                </a:rPr>
                <a:t>Financial information and commentary is manually consolidated and iterated from multiple sources and reviewed with business leaders to come up with a script and Q&amp;A plan.</a:t>
              </a:r>
            </a:p>
          </p:txBody>
        </p:sp>
        <p:sp>
          <p:nvSpPr>
            <p:cNvPr id="6" name="Rectangle 5">
              <a:extLst>
                <a:ext uri="{FF2B5EF4-FFF2-40B4-BE49-F238E27FC236}">
                  <a16:creationId xmlns:a16="http://schemas.microsoft.com/office/drawing/2014/main" id="{5EFA46B1-35A8-BE9B-E995-DFACF8A55D24}"/>
                </a:ext>
              </a:extLst>
            </p:cNvPr>
            <p:cNvSpPr/>
            <p:nvPr/>
          </p:nvSpPr>
          <p:spPr>
            <a:xfrm>
              <a:off x="7509576" y="764672"/>
              <a:ext cx="2152343" cy="4077182"/>
            </a:xfrm>
            <a:prstGeom prst="rect">
              <a:avLst/>
            </a:prstGeom>
            <a:noFill/>
            <a:ln w="53975" cap="sq">
              <a:solidFill>
                <a:srgbClr val="0097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544222" rtl="0" eaLnBrk="1" fontAlgn="base" latinLnBrk="0" hangingPunct="1">
                <a:lnSpc>
                  <a:spcPct val="100000"/>
                </a:lnSpc>
                <a:spcBef>
                  <a:spcPct val="0"/>
                </a:spcBef>
                <a:spcAft>
                  <a:spcPts val="500"/>
                </a:spcAft>
                <a:buClrTx/>
                <a:buSzTx/>
                <a:buFontTx/>
                <a:buNone/>
                <a:tabLst/>
                <a:defRPr/>
              </a:pPr>
              <a:endParaRPr kumimoji="0" lang="en-US" sz="1100" b="1"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7" name="Rectangle 6">
              <a:extLst>
                <a:ext uri="{FF2B5EF4-FFF2-40B4-BE49-F238E27FC236}">
                  <a16:creationId xmlns:a16="http://schemas.microsoft.com/office/drawing/2014/main" id="{E7BEB472-382D-A96A-4A9F-B9BED186B4ED}"/>
                </a:ext>
              </a:extLst>
            </p:cNvPr>
            <p:cNvSpPr/>
            <p:nvPr/>
          </p:nvSpPr>
          <p:spPr>
            <a:xfrm>
              <a:off x="7539651" y="1414170"/>
              <a:ext cx="2103981" cy="600164"/>
            </a:xfrm>
            <a:prstGeom prst="rect">
              <a:avLst/>
            </a:prstGeom>
            <a:noFill/>
            <a:ln w="19050">
              <a:noFill/>
            </a:ln>
          </p:spPr>
          <p:txBody>
            <a:bodyPr wrap="square">
              <a:spAutoFit/>
            </a:bodyPr>
            <a:lstStyle/>
            <a:p>
              <a:pPr algn="ctr"/>
              <a:r>
                <a:rPr lang="en-US" sz="1100" b="1">
                  <a:solidFill>
                    <a:schemeClr val="tx2">
                      <a:lumMod val="75000"/>
                    </a:schemeClr>
                  </a:solidFill>
                  <a:latin typeface="Open Sans" panose="020B0606030504020204" pitchFamily="34" charset="0"/>
                  <a:ea typeface="Open Sans" panose="020B0606030504020204" pitchFamily="34" charset="0"/>
                  <a:cs typeface="Open Sans" panose="020B0606030504020204" pitchFamily="34" charset="0"/>
                </a:rPr>
                <a:t>IR Analyst Augmentation –</a:t>
              </a:r>
              <a:r>
                <a:rPr lang="en-US" sz="1100" b="1" i="1">
                  <a:solidFill>
                    <a:schemeClr val="tx2">
                      <a:lumMod val="75000"/>
                    </a:schemeClr>
                  </a:solidFill>
                  <a:latin typeface="Open Sans" panose="020B0606030504020204" pitchFamily="34" charset="0"/>
                  <a:ea typeface="Open Sans" panose="020B0606030504020204" pitchFamily="34" charset="0"/>
                  <a:cs typeface="Open Sans" panose="020B0606030504020204" pitchFamily="34" charset="0"/>
                </a:rPr>
                <a:t>Scripts, Q&amp;A, Articles</a:t>
              </a:r>
            </a:p>
          </p:txBody>
        </p:sp>
        <p:sp>
          <p:nvSpPr>
            <p:cNvPr id="8" name="Rectangle 7">
              <a:extLst>
                <a:ext uri="{FF2B5EF4-FFF2-40B4-BE49-F238E27FC236}">
                  <a16:creationId xmlns:a16="http://schemas.microsoft.com/office/drawing/2014/main" id="{FB39E81B-92FE-CCB5-C9D0-986360F9B0AE}"/>
                </a:ext>
              </a:extLst>
            </p:cNvPr>
            <p:cNvSpPr/>
            <p:nvPr/>
          </p:nvSpPr>
          <p:spPr>
            <a:xfrm>
              <a:off x="7500868" y="3484557"/>
              <a:ext cx="2161051" cy="1346787"/>
            </a:xfrm>
            <a:prstGeom prst="rect">
              <a:avLst/>
            </a:prstGeom>
            <a:noFill/>
            <a:ln w="19050">
              <a:noFill/>
            </a:ln>
          </p:spPr>
          <p:txBody>
            <a:bodyPr wrap="square" lIns="91440" tIns="45720" rIns="91440" bIns="45720" anchor="ctr">
              <a:noAutofit/>
            </a:bodyPr>
            <a:lstStyle/>
            <a:p>
              <a:pPr algn="ctr">
                <a:spcBef>
                  <a:spcPts val="600"/>
                </a:spcBef>
                <a:defRPr/>
              </a:pPr>
              <a:r>
                <a:rPr lang="en-US" sz="1100">
                  <a:solidFill>
                    <a:schemeClr val="tx2">
                      <a:lumMod val="75000"/>
                    </a:schemeClr>
                  </a:solidFill>
                  <a:latin typeface="Open Sans" panose="020B0606030504020204" pitchFamily="34" charset="0"/>
                  <a:ea typeface="Open Sans" panose="020B0606030504020204" pitchFamily="34" charset="0"/>
                  <a:cs typeface="Open Sans" panose="020B0606030504020204" pitchFamily="34" charset="0"/>
                </a:rPr>
                <a:t>Automate, accelerate and generate 1st version artifacts for earnings and investors (e.g., Earnings transcript, Q&amp;A prep, articles, 10K/10Q)</a:t>
              </a:r>
            </a:p>
          </p:txBody>
        </p:sp>
      </p:grpSp>
      <p:grpSp>
        <p:nvGrpSpPr>
          <p:cNvPr id="9" name="Group 8">
            <a:extLst>
              <a:ext uri="{FF2B5EF4-FFF2-40B4-BE49-F238E27FC236}">
                <a16:creationId xmlns:a16="http://schemas.microsoft.com/office/drawing/2014/main" id="{DEA0ECA0-AD75-9261-4006-F1FCDAA0D216}"/>
              </a:ext>
            </a:extLst>
          </p:cNvPr>
          <p:cNvGrpSpPr/>
          <p:nvPr/>
        </p:nvGrpSpPr>
        <p:grpSpPr>
          <a:xfrm>
            <a:off x="10026537" y="5909666"/>
            <a:ext cx="1798229" cy="353962"/>
            <a:chOff x="547165" y="5919019"/>
            <a:chExt cx="2178960" cy="353962"/>
          </a:xfrm>
        </p:grpSpPr>
        <p:sp>
          <p:nvSpPr>
            <p:cNvPr id="10" name="Rectangle 9">
              <a:extLst>
                <a:ext uri="{FF2B5EF4-FFF2-40B4-BE49-F238E27FC236}">
                  <a16:creationId xmlns:a16="http://schemas.microsoft.com/office/drawing/2014/main" id="{FF0E0FEC-CAAB-65AA-3DCA-20337AC40816}"/>
                </a:ext>
              </a:extLst>
            </p:cNvPr>
            <p:cNvSpPr/>
            <p:nvPr/>
          </p:nvSpPr>
          <p:spPr bwMode="gray">
            <a:xfrm>
              <a:off x="571793" y="5919019"/>
              <a:ext cx="1060362" cy="353962"/>
            </a:xfrm>
            <a:prstGeom prst="rect">
              <a:avLst/>
            </a:prstGeom>
            <a:solidFill>
              <a:srgbClr val="0097A9"/>
            </a:solidFill>
            <a:ln w="53975" cap="sq">
              <a:solidFill>
                <a:srgbClr val="0097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544222" fontAlgn="base">
                <a:spcBef>
                  <a:spcPct val="0"/>
                </a:spcBef>
                <a:spcAft>
                  <a:spcPts val="500"/>
                </a:spcAft>
              </a:pPr>
              <a:r>
                <a:rPr lang="en-US" sz="1100" b="1">
                  <a:solidFill>
                    <a:srgbClr val="007680"/>
                  </a:solidFill>
                  <a:latin typeface="Open Sans" panose="020B0606030504020204" pitchFamily="34" charset="0"/>
                  <a:ea typeface="Open Sans" panose="020B0606030504020204" pitchFamily="34" charset="0"/>
                  <a:cs typeface="Open Sans" panose="020B0606030504020204" pitchFamily="34" charset="0"/>
                </a:rPr>
                <a:t>Value</a:t>
              </a:r>
            </a:p>
          </p:txBody>
        </p:sp>
        <p:sp>
          <p:nvSpPr>
            <p:cNvPr id="11" name="Rectangle 10">
              <a:extLst>
                <a:ext uri="{FF2B5EF4-FFF2-40B4-BE49-F238E27FC236}">
                  <a16:creationId xmlns:a16="http://schemas.microsoft.com/office/drawing/2014/main" id="{FDB10394-7B62-D1C3-B3F9-F0304281B94C}"/>
                </a:ext>
              </a:extLst>
            </p:cNvPr>
            <p:cNvSpPr/>
            <p:nvPr/>
          </p:nvSpPr>
          <p:spPr bwMode="gray">
            <a:xfrm>
              <a:off x="1665763" y="5919019"/>
              <a:ext cx="1060362" cy="353962"/>
            </a:xfrm>
            <a:prstGeom prst="rect">
              <a:avLst/>
            </a:prstGeom>
            <a:solidFill>
              <a:srgbClr val="0097A9"/>
            </a:solidFill>
            <a:ln w="53975" cap="sq">
              <a:solidFill>
                <a:srgbClr val="0097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544222" fontAlgn="base">
                <a:spcBef>
                  <a:spcPct val="0"/>
                </a:spcBef>
                <a:spcAft>
                  <a:spcPts val="500"/>
                </a:spcAft>
              </a:pPr>
              <a:r>
                <a:rPr lang="en-US" sz="1100" b="1">
                  <a:solidFill>
                    <a:srgbClr val="007680"/>
                  </a:solidFill>
                  <a:latin typeface="Open Sans" panose="020B0606030504020204" pitchFamily="34" charset="0"/>
                  <a:ea typeface="Open Sans" panose="020B0606030504020204" pitchFamily="34" charset="0"/>
                  <a:cs typeface="Open Sans" panose="020B0606030504020204" pitchFamily="34" charset="0"/>
                </a:rPr>
                <a:t>Effort</a:t>
              </a:r>
            </a:p>
          </p:txBody>
        </p:sp>
        <p:sp>
          <p:nvSpPr>
            <p:cNvPr id="12" name="Rectangle 11">
              <a:extLst>
                <a:ext uri="{FF2B5EF4-FFF2-40B4-BE49-F238E27FC236}">
                  <a16:creationId xmlns:a16="http://schemas.microsoft.com/office/drawing/2014/main" id="{32B2969F-E5EB-622C-B89A-7A9B627C6EE4}"/>
                </a:ext>
              </a:extLst>
            </p:cNvPr>
            <p:cNvSpPr/>
            <p:nvPr/>
          </p:nvSpPr>
          <p:spPr bwMode="gray">
            <a:xfrm>
              <a:off x="547165" y="5919019"/>
              <a:ext cx="1060362" cy="353962"/>
            </a:xfrm>
            <a:prstGeom prst="rect">
              <a:avLst/>
            </a:prstGeom>
            <a:noFill/>
            <a:ln w="53975" cap="sq">
              <a:solidFill>
                <a:srgbClr val="0097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defTabSz="544222" fontAlgn="base">
                <a:spcBef>
                  <a:spcPct val="0"/>
                </a:spcBef>
                <a:spcAft>
                  <a:spcPts val="500"/>
                </a:spcAft>
              </a:pPr>
              <a:r>
                <a:rPr lang="en-US" sz="1100" b="1">
                  <a:solidFill>
                    <a:srgbClr val="000000"/>
                  </a:solidFill>
                  <a:latin typeface="Open Sans" panose="020B0606030504020204" pitchFamily="34" charset="0"/>
                  <a:ea typeface="Open Sans" panose="020B0606030504020204" pitchFamily="34" charset="0"/>
                  <a:cs typeface="Open Sans" panose="020B0606030504020204" pitchFamily="34" charset="0"/>
                </a:rPr>
                <a:t>L</a:t>
              </a:r>
            </a:p>
          </p:txBody>
        </p:sp>
        <p:sp>
          <p:nvSpPr>
            <p:cNvPr id="13" name="Rectangle 12">
              <a:extLst>
                <a:ext uri="{FF2B5EF4-FFF2-40B4-BE49-F238E27FC236}">
                  <a16:creationId xmlns:a16="http://schemas.microsoft.com/office/drawing/2014/main" id="{58F4E5DA-FF68-0E22-0217-E788920BAF14}"/>
                </a:ext>
              </a:extLst>
            </p:cNvPr>
            <p:cNvSpPr/>
            <p:nvPr/>
          </p:nvSpPr>
          <p:spPr bwMode="gray">
            <a:xfrm>
              <a:off x="1641135" y="5919019"/>
              <a:ext cx="1060362" cy="353962"/>
            </a:xfrm>
            <a:prstGeom prst="rect">
              <a:avLst/>
            </a:prstGeom>
            <a:noFill/>
            <a:ln w="53975" cap="sq">
              <a:solidFill>
                <a:srgbClr val="0097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defTabSz="544222" fontAlgn="base">
                <a:spcBef>
                  <a:spcPct val="0"/>
                </a:spcBef>
                <a:spcAft>
                  <a:spcPts val="500"/>
                </a:spcAft>
              </a:pPr>
              <a:r>
                <a:rPr lang="en-US" sz="1100" b="1">
                  <a:solidFill>
                    <a:srgbClr val="000000"/>
                  </a:solidFill>
                  <a:latin typeface="Open Sans" panose="020B0606030504020204" pitchFamily="34" charset="0"/>
                  <a:ea typeface="Open Sans" panose="020B0606030504020204" pitchFamily="34" charset="0"/>
                  <a:cs typeface="Open Sans" panose="020B0606030504020204" pitchFamily="34" charset="0"/>
                </a:rPr>
                <a:t>L</a:t>
              </a:r>
            </a:p>
          </p:txBody>
        </p:sp>
      </p:grpSp>
      <p:grpSp>
        <p:nvGrpSpPr>
          <p:cNvPr id="15" name="Group 14">
            <a:extLst>
              <a:ext uri="{FF2B5EF4-FFF2-40B4-BE49-F238E27FC236}">
                <a16:creationId xmlns:a16="http://schemas.microsoft.com/office/drawing/2014/main" id="{5F7CF296-C81E-580A-B894-EABBC9768C82}"/>
              </a:ext>
            </a:extLst>
          </p:cNvPr>
          <p:cNvGrpSpPr/>
          <p:nvPr/>
        </p:nvGrpSpPr>
        <p:grpSpPr>
          <a:xfrm>
            <a:off x="10637615" y="1814104"/>
            <a:ext cx="576071" cy="576072"/>
            <a:chOff x="3668671" y="834793"/>
            <a:chExt cx="576071" cy="576072"/>
          </a:xfrm>
          <a:solidFill>
            <a:srgbClr val="012169"/>
          </a:solidFill>
        </p:grpSpPr>
        <p:pic>
          <p:nvPicPr>
            <p:cNvPr id="16" name="Graphic 15" descr="Document with solid fill">
              <a:extLst>
                <a:ext uri="{FF2B5EF4-FFF2-40B4-BE49-F238E27FC236}">
                  <a16:creationId xmlns:a16="http://schemas.microsoft.com/office/drawing/2014/main" id="{6315A273-C321-1872-455F-6D7C7C2BE17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728106" y="894229"/>
              <a:ext cx="457200" cy="457200"/>
            </a:xfrm>
            <a:prstGeom prst="rect">
              <a:avLst/>
            </a:prstGeom>
          </p:spPr>
        </p:pic>
        <p:sp>
          <p:nvSpPr>
            <p:cNvPr id="17" name="Freeform 362">
              <a:extLst>
                <a:ext uri="{FF2B5EF4-FFF2-40B4-BE49-F238E27FC236}">
                  <a16:creationId xmlns:a16="http://schemas.microsoft.com/office/drawing/2014/main" id="{E53239B1-B351-F227-9993-797DAF168099}"/>
                </a:ext>
              </a:extLst>
            </p:cNvPr>
            <p:cNvSpPr>
              <a:spLocks noEditPoints="1"/>
            </p:cNvSpPr>
            <p:nvPr/>
          </p:nvSpPr>
          <p:spPr bwMode="auto">
            <a:xfrm>
              <a:off x="3668671" y="834793"/>
              <a:ext cx="576071" cy="576072"/>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200"/>
            </a:p>
          </p:txBody>
        </p:sp>
      </p:grpSp>
    </p:spTree>
    <p:extLst>
      <p:ext uri="{BB962C8B-B14F-4D97-AF65-F5344CB8AC3E}">
        <p14:creationId xmlns:p14="http://schemas.microsoft.com/office/powerpoint/2010/main" val="7645409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A picture containing font, graphics, logo, white&#10;&#10;Description automatically generated">
            <a:extLst>
              <a:ext uri="{FF2B5EF4-FFF2-40B4-BE49-F238E27FC236}">
                <a16:creationId xmlns:a16="http://schemas.microsoft.com/office/drawing/2014/main" id="{3D1F7740-3DF9-8C5A-800D-26AAA5CAA32A}"/>
              </a:ext>
            </a:extLst>
          </p:cNvPr>
          <p:cNvPicPr>
            <a:picLocks/>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548979" y="4428096"/>
            <a:ext cx="1699870" cy="1106424"/>
          </a:xfrm>
          <a:prstGeom prst="rect">
            <a:avLst/>
          </a:prstGeom>
        </p:spPr>
      </p:pic>
      <p:graphicFrame>
        <p:nvGraphicFramePr>
          <p:cNvPr id="115" name="think-cell data - do not delete" hidden="1">
            <a:extLst>
              <a:ext uri="{FF2B5EF4-FFF2-40B4-BE49-F238E27FC236}">
                <a16:creationId xmlns:a16="http://schemas.microsoft.com/office/drawing/2014/main" id="{C2FCB5B3-8446-99F8-E6E9-27C12D2969B4}"/>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95" imgH="394" progId="TCLayout.ActiveDocument.1">
                  <p:embed/>
                </p:oleObj>
              </mc:Choice>
              <mc:Fallback>
                <p:oleObj name="think-cell Slide" r:id="rId5" imgW="395" imgH="394" progId="TCLayout.ActiveDocument.1">
                  <p:embed/>
                  <p:pic>
                    <p:nvPicPr>
                      <p:cNvPr id="115" name="think-cell data - do not delete" hidden="1">
                        <a:extLst>
                          <a:ext uri="{FF2B5EF4-FFF2-40B4-BE49-F238E27FC236}">
                            <a16:creationId xmlns:a16="http://schemas.microsoft.com/office/drawing/2014/main" id="{C2FCB5B3-8446-99F8-E6E9-27C12D2969B4}"/>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Text Placeholder 1">
            <a:extLst>
              <a:ext uri="{FF2B5EF4-FFF2-40B4-BE49-F238E27FC236}">
                <a16:creationId xmlns:a16="http://schemas.microsoft.com/office/drawing/2014/main" id="{735FE4D4-4716-D56F-6604-53D2192B6AD7}"/>
              </a:ext>
            </a:extLst>
          </p:cNvPr>
          <p:cNvSpPr>
            <a:spLocks noGrp="1"/>
          </p:cNvSpPr>
          <p:nvPr>
            <p:ph type="body" sz="quarter" idx="22"/>
          </p:nvPr>
        </p:nvSpPr>
        <p:spPr/>
        <p:txBody>
          <a:bodyPr/>
          <a:lstStyle/>
          <a:p>
            <a:r>
              <a:rPr lang="en-US" dirty="0"/>
              <a:t>Perform analysis &amp; investigation, and provide 1st order insights on demand from multiple financial </a:t>
            </a:r>
            <a:r>
              <a:rPr lang="en-US" sz="1600" dirty="0">
                <a:solidFill>
                  <a:schemeClr val="tx2">
                    <a:lumMod val="75000"/>
                  </a:schemeClr>
                </a:solidFill>
                <a:latin typeface="Open Sans" panose="020B0606030504020204" pitchFamily="34" charset="0"/>
                <a:ea typeface="Open Sans" panose="020B0606030504020204" pitchFamily="34" charset="0"/>
                <a:cs typeface="Open Sans" panose="020B0606030504020204" pitchFamily="34" charset="0"/>
              </a:rPr>
              <a:t>sources</a:t>
            </a:r>
            <a:endParaRPr lang="en-US" dirty="0"/>
          </a:p>
        </p:txBody>
      </p:sp>
      <p:sp>
        <p:nvSpPr>
          <p:cNvPr id="3" name="Title 2">
            <a:extLst>
              <a:ext uri="{FF2B5EF4-FFF2-40B4-BE49-F238E27FC236}">
                <a16:creationId xmlns:a16="http://schemas.microsoft.com/office/drawing/2014/main" id="{CA46A0B9-3BE7-8D64-18C1-659ADEDFF908}"/>
              </a:ext>
            </a:extLst>
          </p:cNvPr>
          <p:cNvSpPr>
            <a:spLocks noGrp="1"/>
          </p:cNvSpPr>
          <p:nvPr>
            <p:ph type="title"/>
          </p:nvPr>
        </p:nvSpPr>
        <p:spPr/>
        <p:txBody>
          <a:bodyPr vert="horz"/>
          <a:lstStyle/>
          <a:p>
            <a:r>
              <a:rPr lang="en-US" dirty="0"/>
              <a:t>Proof of Concept | FinanceAI Insights Platform</a:t>
            </a:r>
          </a:p>
        </p:txBody>
      </p:sp>
      <p:sp>
        <p:nvSpPr>
          <p:cNvPr id="23" name="Rectangle 22">
            <a:extLst>
              <a:ext uri="{FF2B5EF4-FFF2-40B4-BE49-F238E27FC236}">
                <a16:creationId xmlns:a16="http://schemas.microsoft.com/office/drawing/2014/main" id="{DFABE56A-E6D4-7A0F-863E-1ED90E1162FA}"/>
              </a:ext>
            </a:extLst>
          </p:cNvPr>
          <p:cNvSpPr/>
          <p:nvPr/>
        </p:nvSpPr>
        <p:spPr bwMode="gray">
          <a:xfrm>
            <a:off x="6112819" y="2933291"/>
            <a:ext cx="3018481" cy="3250038"/>
          </a:xfrm>
          <a:prstGeom prst="rect">
            <a:avLst/>
          </a:prstGeom>
          <a:solidFill>
            <a:srgbClr val="FFFFFF">
              <a:lumMod val="95000"/>
              <a:alpha val="50000"/>
            </a:srgbClr>
          </a:solidFill>
          <a:ln w="19050" algn="ctr">
            <a:noFill/>
            <a:miter lim="800000"/>
            <a:headEnd/>
            <a:tailEnd/>
          </a:ln>
        </p:spPr>
        <p:txBody>
          <a:bodyPr wrap="square" lIns="91440" tIns="91440" rIns="91440" bIns="91440" rtlCol="0" anchor="t">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9525" marR="0" lvl="1" indent="-9525" algn="l" defTabSz="1217613" rtl="0" eaLnBrk="0" fontAlgn="base" latinLnBrk="0" hangingPunct="0">
              <a:lnSpc>
                <a:spcPct val="100000"/>
              </a:lnSpc>
              <a:spcBef>
                <a:spcPct val="0"/>
              </a:spcBef>
              <a:spcAft>
                <a:spcPts val="600"/>
              </a:spcAft>
              <a:buClrTx/>
              <a:buSzTx/>
              <a:buFontTx/>
              <a:buNone/>
              <a:tabLst/>
              <a:defRPr/>
            </a:pPr>
            <a:r>
              <a:rPr kumimoji="0" lang="en-GB" sz="1500" b="1" i="0" u="none" strike="noStrike" kern="1200" cap="none" spc="0" normalizeH="0" baseline="0" noProof="0">
                <a:ln>
                  <a:noFill/>
                </a:ln>
                <a:solidFill>
                  <a:schemeClr val="accent5"/>
                </a:solidFill>
                <a:effectLst/>
                <a:uLnTx/>
                <a:uFillTx/>
                <a:latin typeface="Open Sans"/>
                <a:ea typeface="Open Sans" panose="020B0606030504020204" pitchFamily="34" charset="0"/>
                <a:cs typeface="Open Sans" panose="020B0606030504020204" pitchFamily="34" charset="0"/>
              </a:rPr>
              <a:t>Solution Approach</a:t>
            </a:r>
            <a:endParaRPr kumimoji="0" lang="en-US" sz="1500" b="0" i="0" u="none" strike="noStrike" kern="1200" cap="none" spc="0" normalizeH="0" baseline="0" noProof="0">
              <a:ln>
                <a:noFill/>
              </a:ln>
              <a:solidFill>
                <a:schemeClr val="accent5"/>
              </a:solidFill>
              <a:effectLst/>
              <a:uLnTx/>
              <a:uFillTx/>
              <a:latin typeface="Open Sans"/>
              <a:ea typeface="Open Sans" panose="020B0606030504020204" pitchFamily="34" charset="0"/>
              <a:cs typeface="Open Sans" panose="020B0606030504020204" pitchFamily="34" charset="0"/>
            </a:endParaRPr>
          </a:p>
          <a:p>
            <a:pPr marL="171450" marR="0" lvl="1" indent="-171450" algn="l" defTabSz="1217613" rtl="0" eaLnBrk="0" fontAlgn="base" latinLnBrk="0" hangingPunct="0">
              <a:lnSpc>
                <a:spcPct val="100000"/>
              </a:lnSpc>
              <a:spcBef>
                <a:spcPct val="0"/>
              </a:spcBef>
              <a:spcAft>
                <a:spcPts val="600"/>
              </a:spcAft>
              <a:buClrTx/>
              <a:buSzTx/>
              <a:buFont typeface="Arial" panose="020B0604020202020204" pitchFamily="34" charset="0"/>
              <a:buChar char="•"/>
              <a:tabLst/>
              <a:defRPr/>
            </a:pPr>
            <a:r>
              <a:rPr lang="en-US" sz="1100">
                <a:solidFill>
                  <a:srgbClr val="000000"/>
                </a:solidFill>
                <a:latin typeface="Open Sans"/>
                <a:ea typeface="Open Sans" panose="020B0606030504020204" pitchFamily="34" charset="0"/>
                <a:cs typeface="Open Sans" panose="020B0606030504020204" pitchFamily="34" charset="0"/>
              </a:rPr>
              <a:t>Generative AI / LLM enabled solution </a:t>
            </a:r>
          </a:p>
          <a:p>
            <a:pPr marL="171450" marR="0" lvl="1" indent="-171450" algn="l" defTabSz="1217613" rtl="0" eaLnBrk="0" fontAlgn="base" latinLnBrk="0" hangingPunct="0">
              <a:lnSpc>
                <a:spcPct val="100000"/>
              </a:lnSpc>
              <a:spcBef>
                <a:spcPct val="0"/>
              </a:spcBef>
              <a:spcAft>
                <a:spcPts val="600"/>
              </a:spcAft>
              <a:buClrTx/>
              <a:buSzTx/>
              <a:buFont typeface="Arial" panose="020B0604020202020204" pitchFamily="34" charset="0"/>
              <a:buChar char="•"/>
              <a:tabLst/>
              <a:defRPr/>
            </a:pPr>
            <a:r>
              <a:rPr lang="en-US" sz="1100">
                <a:solidFill>
                  <a:srgbClr val="000000"/>
                </a:solidFill>
                <a:latin typeface="Open Sans"/>
                <a:ea typeface="Open Sans" panose="020B0606030504020204" pitchFamily="34" charset="0"/>
                <a:cs typeface="Open Sans" panose="020B0606030504020204" pitchFamily="34" charset="0"/>
              </a:rPr>
              <a:t>Interaction layer to converse with the financial analyst </a:t>
            </a:r>
          </a:p>
          <a:p>
            <a:pPr marL="171450" marR="0" lvl="1" indent="-171450" algn="l" defTabSz="1217613" rtl="0" eaLnBrk="0" fontAlgn="base" latinLnBrk="0" hangingPunct="0">
              <a:lnSpc>
                <a:spcPct val="100000"/>
              </a:lnSpc>
              <a:spcBef>
                <a:spcPct val="0"/>
              </a:spcBef>
              <a:spcAft>
                <a:spcPts val="600"/>
              </a:spcAft>
              <a:buClrTx/>
              <a:buSzTx/>
              <a:buFont typeface="Arial" panose="020B0604020202020204" pitchFamily="34" charset="0"/>
              <a:buChar char="•"/>
              <a:tabLst/>
              <a:defRPr/>
            </a:pPr>
            <a:r>
              <a:rPr lang="en-US" sz="1100">
                <a:solidFill>
                  <a:srgbClr val="000000"/>
                </a:solidFill>
                <a:latin typeface="Open Sans"/>
                <a:ea typeface="Open Sans" panose="020B0606030504020204" pitchFamily="34" charset="0"/>
                <a:cs typeface="Open Sans" panose="020B0606030504020204" pitchFamily="34" charset="0"/>
              </a:rPr>
              <a:t>Orchestration layer to manage interactions and access to key data sets </a:t>
            </a:r>
          </a:p>
          <a:p>
            <a:pPr marL="171450" marR="0" lvl="1" indent="-171450" algn="l" defTabSz="1217613" rtl="0" eaLnBrk="0" fontAlgn="base" latinLnBrk="0" hangingPunct="0">
              <a:lnSpc>
                <a:spcPct val="100000"/>
              </a:lnSpc>
              <a:spcBef>
                <a:spcPct val="0"/>
              </a:spcBef>
              <a:spcAft>
                <a:spcPts val="600"/>
              </a:spcAft>
              <a:buClrTx/>
              <a:buSzTx/>
              <a:buFont typeface="Arial" panose="020B0604020202020204" pitchFamily="34" charset="0"/>
              <a:buChar char="•"/>
              <a:tabLst/>
              <a:defRPr/>
            </a:pPr>
            <a:r>
              <a:rPr lang="en-US" sz="1100">
                <a:solidFill>
                  <a:srgbClr val="000000"/>
                </a:solidFill>
                <a:latin typeface="Open Sans"/>
                <a:ea typeface="Open Sans" panose="020B0606030504020204" pitchFamily="34" charset="0"/>
                <a:cs typeface="Open Sans" panose="020B0606030504020204" pitchFamily="34" charset="0"/>
              </a:rPr>
              <a:t>Generative AI / LLM model to perform analysis, summarization, insight generation, report production, and data provisioning </a:t>
            </a:r>
          </a:p>
          <a:p>
            <a:pPr marL="171450" marR="0" lvl="1" indent="-171450" algn="l" defTabSz="1217613" rtl="0" eaLnBrk="0" fontAlgn="base" latinLnBrk="0" hangingPunct="0">
              <a:lnSpc>
                <a:spcPct val="100000"/>
              </a:lnSpc>
              <a:spcBef>
                <a:spcPct val="0"/>
              </a:spcBef>
              <a:spcAft>
                <a:spcPts val="600"/>
              </a:spcAft>
              <a:buClrTx/>
              <a:buSzTx/>
              <a:buFont typeface="Arial" panose="020B0604020202020204" pitchFamily="34" charset="0"/>
              <a:buChar char="•"/>
              <a:tabLst/>
              <a:defRPr/>
            </a:pPr>
            <a:r>
              <a:rPr lang="en-US" sz="1100">
                <a:solidFill>
                  <a:srgbClr val="000000"/>
                </a:solidFill>
                <a:latin typeface="Open Sans"/>
                <a:ea typeface="Open Sans" panose="020B0606030504020204" pitchFamily="34" charset="0"/>
                <a:cs typeface="Open Sans" panose="020B0606030504020204" pitchFamily="34" charset="0"/>
              </a:rPr>
              <a:t>Train/tune the model based on client's financial language, context, and parameters</a:t>
            </a:r>
          </a:p>
          <a:p>
            <a:pPr marL="171450" marR="0" lvl="1" indent="-171450" algn="l" defTabSz="1217613" rtl="0" eaLnBrk="0" fontAlgn="base" latinLnBrk="0" hangingPunct="0">
              <a:lnSpc>
                <a:spcPct val="100000"/>
              </a:lnSpc>
              <a:spcBef>
                <a:spcPct val="0"/>
              </a:spcBef>
              <a:spcAft>
                <a:spcPts val="600"/>
              </a:spcAft>
              <a:buClrTx/>
              <a:buSzTx/>
              <a:buFont typeface="Arial" panose="020B0604020202020204" pitchFamily="34" charset="0"/>
              <a:buChar char="•"/>
              <a:tabLst/>
              <a:defRPr/>
            </a:pPr>
            <a:r>
              <a:rPr lang="en-US" sz="1100">
                <a:solidFill>
                  <a:srgbClr val="000000"/>
                </a:solidFill>
                <a:latin typeface="Open Sans"/>
                <a:ea typeface="Open Sans" panose="020B0606030504020204" pitchFamily="34" charset="0"/>
                <a:cs typeface="Open Sans" panose="020B0606030504020204" pitchFamily="34" charset="0"/>
              </a:rPr>
              <a:t>API into financial applications for data sourcing</a:t>
            </a:r>
          </a:p>
        </p:txBody>
      </p:sp>
      <p:sp>
        <p:nvSpPr>
          <p:cNvPr id="24" name="Rectangle 23">
            <a:extLst>
              <a:ext uri="{FF2B5EF4-FFF2-40B4-BE49-F238E27FC236}">
                <a16:creationId xmlns:a16="http://schemas.microsoft.com/office/drawing/2014/main" id="{6737D673-B84D-7246-637F-A2B1AEDF5A14}"/>
              </a:ext>
            </a:extLst>
          </p:cNvPr>
          <p:cNvSpPr/>
          <p:nvPr/>
        </p:nvSpPr>
        <p:spPr bwMode="gray">
          <a:xfrm>
            <a:off x="3350039" y="1403039"/>
            <a:ext cx="5500082" cy="1333698"/>
          </a:xfrm>
          <a:prstGeom prst="rect">
            <a:avLst/>
          </a:prstGeom>
          <a:noFill/>
          <a:ln w="19050" algn="ctr">
            <a:noFill/>
            <a:miter lim="800000"/>
            <a:headEnd/>
            <a:tailEnd/>
          </a:ln>
        </p:spPr>
        <p:txBody>
          <a:bodyPr wrap="square" lIns="0" tIns="0" rIns="0" bIns="9144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9525" marR="0" lvl="1" indent="-9525" algn="l" defTabSz="1217613" rtl="0" eaLnBrk="0" fontAlgn="base" latinLnBrk="0" hangingPunct="0">
              <a:lnSpc>
                <a:spcPct val="100000"/>
              </a:lnSpc>
              <a:spcBef>
                <a:spcPct val="0"/>
              </a:spcBef>
              <a:spcAft>
                <a:spcPts val="600"/>
              </a:spcAft>
              <a:buClrTx/>
              <a:buSzTx/>
              <a:buFontTx/>
              <a:buNone/>
              <a:tabLst/>
              <a:defRPr/>
            </a:pPr>
            <a:r>
              <a:rPr kumimoji="0" lang="en-GB" sz="1500" b="1" i="0" u="none" strike="noStrike" kern="1200" cap="none" spc="0" normalizeH="0" baseline="0" noProof="0">
                <a:ln>
                  <a:noFill/>
                </a:ln>
                <a:solidFill>
                  <a:schemeClr val="accent5"/>
                </a:solidFill>
                <a:effectLst/>
                <a:uLnTx/>
                <a:uFillTx/>
                <a:latin typeface="Open Sans"/>
                <a:ea typeface="Open Sans" panose="020B0606030504020204" pitchFamily="34" charset="0"/>
                <a:cs typeface="Open Sans" panose="020B0606030504020204" pitchFamily="34" charset="0"/>
              </a:rPr>
              <a:t>Situation</a:t>
            </a:r>
            <a:endParaRPr kumimoji="0" lang="en-US" sz="1500" i="1" u="none" strike="noStrike" kern="1200" cap="none" spc="0" normalizeH="0" baseline="0" noProof="0">
              <a:ln>
                <a:noFill/>
              </a:ln>
              <a:solidFill>
                <a:schemeClr val="accent5"/>
              </a:solidFill>
              <a:effectLst/>
              <a:uLnTx/>
              <a:uFillTx/>
              <a:latin typeface="Open Sans"/>
              <a:ea typeface="Open Sans" panose="020B0606030504020204" pitchFamily="34" charset="0"/>
              <a:cs typeface="Open Sans" panose="020B0606030504020204" pitchFamily="34" charset="0"/>
            </a:endParaRPr>
          </a:p>
          <a:p>
            <a:pPr marL="171450" lvl="1" indent="-171450" defTabSz="1217613" eaLnBrk="0" fontAlgn="base" hangingPunct="0">
              <a:spcAft>
                <a:spcPts val="600"/>
              </a:spcAft>
              <a:buFont typeface="Arial" panose="020B0604020202020204" pitchFamily="34" charset="0"/>
              <a:buChar char="•"/>
              <a:defRPr/>
            </a:pPr>
            <a:r>
              <a:rPr lang="en-US" sz="1100">
                <a:solidFill>
                  <a:schemeClr val="tx2">
                    <a:lumMod val="50000"/>
                  </a:schemeClr>
                </a:solidFill>
                <a:latin typeface="Open Sans" panose="020B0606030504020204" pitchFamily="34" charset="0"/>
                <a:ea typeface="Open Sans" panose="020B0606030504020204" pitchFamily="34" charset="0"/>
                <a:cs typeface="Open Sans" panose="020B0606030504020204" pitchFamily="34" charset="0"/>
              </a:rPr>
              <a:t>Significant human time and effort is consumed, analyzing and summarizing financial performance data and reports</a:t>
            </a:r>
          </a:p>
          <a:p>
            <a:pPr marL="171450" lvl="1" indent="-171450" defTabSz="1217613" eaLnBrk="0" fontAlgn="base" hangingPunct="0">
              <a:spcAft>
                <a:spcPts val="600"/>
              </a:spcAft>
              <a:buFont typeface="Arial" panose="020B0604020202020204" pitchFamily="34" charset="0"/>
              <a:buChar char="•"/>
              <a:defRPr/>
            </a:pPr>
            <a:r>
              <a:rPr lang="en-US" sz="1100">
                <a:solidFill>
                  <a:schemeClr val="tx2">
                    <a:lumMod val="50000"/>
                  </a:schemeClr>
                </a:solidFill>
                <a:latin typeface="Open Sans" panose="020B0606030504020204" pitchFamily="34" charset="0"/>
                <a:ea typeface="Open Sans" panose="020B0606030504020204" pitchFamily="34" charset="0"/>
                <a:cs typeface="Open Sans" panose="020B0606030504020204" pitchFamily="34" charset="0"/>
              </a:rPr>
              <a:t>Financial insights can be out-of-date, subjective, or narrowly sourced </a:t>
            </a:r>
          </a:p>
          <a:p>
            <a:pPr marL="171450" lvl="1" indent="-171450" defTabSz="1217613" eaLnBrk="0" fontAlgn="base" hangingPunct="0">
              <a:spcAft>
                <a:spcPts val="600"/>
              </a:spcAft>
              <a:buFont typeface="Arial" panose="020B0604020202020204" pitchFamily="34" charset="0"/>
              <a:buChar char="•"/>
              <a:defRPr/>
            </a:pPr>
            <a:r>
              <a:rPr lang="en-US" sz="1100">
                <a:solidFill>
                  <a:schemeClr val="tx2">
                    <a:lumMod val="50000"/>
                  </a:schemeClr>
                </a:solidFill>
                <a:latin typeface="Open Sans" panose="020B0606030504020204" pitchFamily="34" charset="0"/>
                <a:ea typeface="Open Sans" panose="020B0606030504020204" pitchFamily="34" charset="0"/>
                <a:cs typeface="Open Sans" panose="020B0606030504020204" pitchFamily="34" charset="0"/>
              </a:rPr>
              <a:t>Generative AI can reduce </a:t>
            </a:r>
            <a:r>
              <a:rPr lang="en-US" sz="1100" i="1">
                <a:solidFill>
                  <a:schemeClr val="tx2">
                    <a:lumMod val="50000"/>
                  </a:schemeClr>
                </a:solidFill>
                <a:latin typeface="Open Sans" panose="020B0606030504020204" pitchFamily="34" charset="0"/>
                <a:ea typeface="Open Sans" panose="020B0606030504020204" pitchFamily="34" charset="0"/>
                <a:cs typeface="Open Sans" panose="020B0606030504020204" pitchFamily="34" charset="0"/>
              </a:rPr>
              <a:t>human-ware </a:t>
            </a:r>
            <a:r>
              <a:rPr lang="en-US" sz="1100">
                <a:solidFill>
                  <a:schemeClr val="tx2">
                    <a:lumMod val="50000"/>
                  </a:schemeClr>
                </a:solidFill>
                <a:latin typeface="Open Sans" panose="020B0606030504020204" pitchFamily="34" charset="0"/>
                <a:ea typeface="Open Sans" panose="020B0606030504020204" pitchFamily="34" charset="0"/>
                <a:cs typeface="Open Sans" panose="020B0606030504020204" pitchFamily="34" charset="0"/>
              </a:rPr>
              <a:t>and latency in insight delivery</a:t>
            </a:r>
          </a:p>
        </p:txBody>
      </p:sp>
      <p:sp>
        <p:nvSpPr>
          <p:cNvPr id="25" name="Rectangle 24">
            <a:extLst>
              <a:ext uri="{FF2B5EF4-FFF2-40B4-BE49-F238E27FC236}">
                <a16:creationId xmlns:a16="http://schemas.microsoft.com/office/drawing/2014/main" id="{5018FA1B-BF24-C81F-38EB-4997297F366D}"/>
              </a:ext>
            </a:extLst>
          </p:cNvPr>
          <p:cNvSpPr/>
          <p:nvPr/>
        </p:nvSpPr>
        <p:spPr bwMode="gray">
          <a:xfrm>
            <a:off x="498515" y="1390338"/>
            <a:ext cx="2627615" cy="3016989"/>
          </a:xfrm>
          <a:prstGeom prst="rect">
            <a:avLst/>
          </a:prstGeom>
          <a:solidFill>
            <a:srgbClr val="F9F9F9"/>
          </a:solidFill>
          <a:ln w="19050" algn="ctr">
            <a:noFill/>
            <a:miter lim="800000"/>
            <a:headEnd/>
            <a:tailEnd/>
          </a:ln>
        </p:spPr>
        <p:txBody>
          <a:bodyPr wrap="square" lIns="91440" tIns="91440" rIns="91440" bIns="91440" rtlCol="0" anchor="t">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9525" marR="0" lvl="1" indent="-9525" algn="l" defTabSz="1217613" rtl="0" eaLnBrk="0" fontAlgn="base" latinLnBrk="0" hangingPunct="0">
              <a:lnSpc>
                <a:spcPct val="100000"/>
              </a:lnSpc>
              <a:spcBef>
                <a:spcPct val="0"/>
              </a:spcBef>
              <a:spcAft>
                <a:spcPts val="600"/>
              </a:spcAft>
              <a:buClrTx/>
              <a:buSzTx/>
              <a:buFontTx/>
              <a:buNone/>
              <a:tabLst/>
              <a:defRPr/>
            </a:pPr>
            <a:endParaRPr kumimoji="0" lang="en-GB" sz="1100" b="0" i="0" u="none" strike="noStrike" kern="1200" cap="none" spc="0" normalizeH="0" baseline="0" noProof="0">
              <a:ln>
                <a:noFill/>
              </a:ln>
              <a:solidFill>
                <a:srgbClr val="000000"/>
              </a:solidFill>
              <a:effectLst/>
              <a:uLnTx/>
              <a:uFillTx/>
              <a:latin typeface="Open Sans"/>
              <a:ea typeface="Open Sans" panose="020B0606030504020204" pitchFamily="34" charset="0"/>
              <a:cs typeface="Open Sans" panose="020B0606030504020204" pitchFamily="34" charset="0"/>
            </a:endParaRPr>
          </a:p>
        </p:txBody>
      </p:sp>
      <p:cxnSp>
        <p:nvCxnSpPr>
          <p:cNvPr id="26" name="Straight Connector 25">
            <a:extLst>
              <a:ext uri="{FF2B5EF4-FFF2-40B4-BE49-F238E27FC236}">
                <a16:creationId xmlns:a16="http://schemas.microsoft.com/office/drawing/2014/main" id="{157FA967-469C-8DDD-B43F-FB66273132B3}"/>
              </a:ext>
            </a:extLst>
          </p:cNvPr>
          <p:cNvCxnSpPr/>
          <p:nvPr/>
        </p:nvCxnSpPr>
        <p:spPr>
          <a:xfrm>
            <a:off x="3130166" y="1403037"/>
            <a:ext cx="0" cy="4800600"/>
          </a:xfrm>
          <a:prstGeom prst="line">
            <a:avLst/>
          </a:prstGeom>
          <a:ln w="12700" cap="rnd">
            <a:solidFill>
              <a:schemeClr val="accent1"/>
            </a:solidFill>
          </a:ln>
        </p:spPr>
        <p:style>
          <a:lnRef idx="1">
            <a:schemeClr val="accent1"/>
          </a:lnRef>
          <a:fillRef idx="0">
            <a:schemeClr val="accent1"/>
          </a:fillRef>
          <a:effectRef idx="0">
            <a:schemeClr val="accent1"/>
          </a:effectRef>
          <a:fontRef idx="minor">
            <a:schemeClr val="tx1"/>
          </a:fontRef>
        </p:style>
      </p:cxnSp>
      <p:sp>
        <p:nvSpPr>
          <p:cNvPr id="27" name="Text Placeholder 3">
            <a:extLst>
              <a:ext uri="{FF2B5EF4-FFF2-40B4-BE49-F238E27FC236}">
                <a16:creationId xmlns:a16="http://schemas.microsoft.com/office/drawing/2014/main" id="{87C7230F-23AA-52B0-AA01-A68B5DD51289}"/>
              </a:ext>
            </a:extLst>
          </p:cNvPr>
          <p:cNvSpPr txBox="1">
            <a:spLocks/>
          </p:cNvSpPr>
          <p:nvPr/>
        </p:nvSpPr>
        <p:spPr>
          <a:xfrm>
            <a:off x="617840" y="2294267"/>
            <a:ext cx="2376944" cy="2015936"/>
          </a:xfrm>
          <a:prstGeom prst="rect">
            <a:avLst/>
          </a:prstGeom>
        </p:spPr>
        <p:txBody>
          <a:bodyPr wrap="square" lIns="0" tIns="91440" rIns="0" bIns="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9525" marR="0" lvl="1" indent="-9525" algn="l" defTabSz="1217613" rtl="0" eaLnBrk="0" fontAlgn="base" latinLnBrk="0" hangingPunct="0">
              <a:lnSpc>
                <a:spcPct val="100000"/>
              </a:lnSpc>
              <a:spcBef>
                <a:spcPct val="0"/>
              </a:spcBef>
              <a:spcAft>
                <a:spcPts val="600"/>
              </a:spcAft>
              <a:buClrTx/>
              <a:buSzPct val="100000"/>
              <a:buFont typeface="Arial" panose="020B0604020202020204" pitchFamily="34" charset="0"/>
              <a:buNone/>
              <a:tabLst/>
              <a:defRPr/>
            </a:pPr>
            <a:r>
              <a:rPr kumimoji="0" lang="en-US" sz="1500" b="1" i="0" u="none" strike="noStrike" kern="1200" cap="none" spc="0" normalizeH="0" baseline="0" noProof="0">
                <a:ln>
                  <a:noFill/>
                </a:ln>
                <a:solidFill>
                  <a:schemeClr val="accent5"/>
                </a:solidFill>
                <a:effectLst/>
                <a:uLnTx/>
                <a:uFillTx/>
                <a:latin typeface="Open Sans"/>
                <a:ea typeface="Open Sans" panose="020B0606030504020204" pitchFamily="34" charset="0"/>
                <a:cs typeface="Open Sans" panose="020B0606030504020204" pitchFamily="34" charset="0"/>
              </a:rPr>
              <a:t>Industries:</a:t>
            </a:r>
          </a:p>
          <a:p>
            <a:pPr marL="171450" marR="0" lvl="1" indent="-171450" algn="l" defTabSz="1217613" rtl="0" eaLnBrk="0" fontAlgn="base" latinLnBrk="0" hangingPunct="0">
              <a:lnSpc>
                <a:spcPct val="100000"/>
              </a:lnSpc>
              <a:spcBef>
                <a:spcPct val="0"/>
              </a:spcBef>
              <a:spcAft>
                <a:spcPts val="600"/>
              </a:spcAft>
              <a:buClrTx/>
              <a:buSzPct val="100000"/>
              <a:buFont typeface="Arial" panose="020B0604020202020204" pitchFamily="34" charset="0"/>
              <a:buChar char="•"/>
              <a:tabLst/>
              <a:defRPr/>
            </a:pPr>
            <a:r>
              <a:rPr kumimoji="0" lang="en-US" sz="1100" b="0" i="0" u="none" strike="noStrike" kern="1200" cap="none" spc="0" normalizeH="0" baseline="0" noProof="0">
                <a:ln>
                  <a:noFill/>
                </a:ln>
                <a:solidFill>
                  <a:prstClr val="black"/>
                </a:solidFill>
                <a:effectLst/>
                <a:uLnTx/>
                <a:uFillTx/>
                <a:latin typeface="Open Sans"/>
                <a:ea typeface="Open Sans" panose="020B0606030504020204" pitchFamily="34" charset="0"/>
                <a:cs typeface="Open Sans" panose="020B0606030504020204" pitchFamily="34" charset="0"/>
              </a:rPr>
              <a:t>Life Sciences and Healthcare</a:t>
            </a:r>
          </a:p>
          <a:p>
            <a:pPr marL="171450" marR="0" lvl="1" indent="-171450" algn="l" defTabSz="1217613" rtl="0" eaLnBrk="0" fontAlgn="base" latinLnBrk="0" hangingPunct="0">
              <a:lnSpc>
                <a:spcPct val="100000"/>
              </a:lnSpc>
              <a:spcBef>
                <a:spcPct val="0"/>
              </a:spcBef>
              <a:spcAft>
                <a:spcPts val="600"/>
              </a:spcAft>
              <a:buClrTx/>
              <a:buSzPct val="100000"/>
              <a:buFont typeface="Arial" panose="020B0604020202020204" pitchFamily="34" charset="0"/>
              <a:buChar char="•"/>
              <a:tabLst/>
              <a:defRPr/>
            </a:pPr>
            <a:r>
              <a:rPr kumimoji="0" lang="en-US" sz="1100" b="0" i="0" u="none" strike="noStrike" kern="1200" cap="none" spc="0" normalizeH="0" baseline="0" noProof="0">
                <a:ln>
                  <a:noFill/>
                </a:ln>
                <a:solidFill>
                  <a:prstClr val="black"/>
                </a:solidFill>
                <a:effectLst/>
                <a:uLnTx/>
                <a:uFillTx/>
                <a:latin typeface="Open Sans"/>
                <a:ea typeface="Open Sans" panose="020B0606030504020204" pitchFamily="34" charset="0"/>
                <a:cs typeface="Open Sans" panose="020B0606030504020204" pitchFamily="34" charset="0"/>
              </a:rPr>
              <a:t>Financial Services and Insurance</a:t>
            </a:r>
          </a:p>
          <a:p>
            <a:pPr marL="171450" marR="0" lvl="1" indent="-171450" algn="l" defTabSz="1217613" rtl="0" eaLnBrk="0" fontAlgn="base" latinLnBrk="0" hangingPunct="0">
              <a:lnSpc>
                <a:spcPct val="100000"/>
              </a:lnSpc>
              <a:spcBef>
                <a:spcPct val="0"/>
              </a:spcBef>
              <a:spcAft>
                <a:spcPts val="600"/>
              </a:spcAft>
              <a:buClrTx/>
              <a:buSzPct val="100000"/>
              <a:buFont typeface="Arial" panose="020B0604020202020204" pitchFamily="34" charset="0"/>
              <a:buChar char="•"/>
              <a:tabLst/>
              <a:defRPr/>
            </a:pPr>
            <a:r>
              <a:rPr kumimoji="0" lang="en-US" sz="1100" b="0" i="0" u="none" strike="noStrike" kern="1200" cap="none" spc="0" normalizeH="0" baseline="0" noProof="0">
                <a:ln>
                  <a:noFill/>
                </a:ln>
                <a:solidFill>
                  <a:prstClr val="black"/>
                </a:solidFill>
                <a:effectLst/>
                <a:uLnTx/>
                <a:uFillTx/>
                <a:latin typeface="Open Sans"/>
                <a:ea typeface="Open Sans" panose="020B0606030504020204" pitchFamily="34" charset="0"/>
                <a:cs typeface="Open Sans" panose="020B0606030504020204" pitchFamily="34" charset="0"/>
              </a:rPr>
              <a:t>Tech, Media, and Telecom</a:t>
            </a:r>
          </a:p>
          <a:p>
            <a:pPr marL="171450" marR="0" lvl="1" indent="-171450" algn="l" defTabSz="1217613" rtl="0" eaLnBrk="0" fontAlgn="base" latinLnBrk="0" hangingPunct="0">
              <a:lnSpc>
                <a:spcPct val="100000"/>
              </a:lnSpc>
              <a:spcBef>
                <a:spcPct val="0"/>
              </a:spcBef>
              <a:spcAft>
                <a:spcPts val="600"/>
              </a:spcAft>
              <a:buClrTx/>
              <a:buSzPct val="100000"/>
              <a:buFont typeface="Arial" panose="020B0604020202020204" pitchFamily="34" charset="0"/>
              <a:buChar char="•"/>
              <a:tabLst/>
              <a:defRPr/>
            </a:pPr>
            <a:r>
              <a:rPr kumimoji="0" lang="en-US" sz="1100" b="0" i="0" u="none" strike="noStrike" kern="1200" cap="none" spc="0" normalizeH="0" baseline="0" noProof="0">
                <a:ln>
                  <a:noFill/>
                </a:ln>
                <a:solidFill>
                  <a:prstClr val="black"/>
                </a:solidFill>
                <a:effectLst/>
                <a:uLnTx/>
                <a:uFillTx/>
                <a:latin typeface="Open Sans"/>
                <a:ea typeface="Open Sans" panose="020B0606030504020204" pitchFamily="34" charset="0"/>
                <a:cs typeface="Open Sans" panose="020B0606030504020204" pitchFamily="34" charset="0"/>
              </a:rPr>
              <a:t>Energy, Resources, and Industrials</a:t>
            </a:r>
          </a:p>
          <a:p>
            <a:pPr marL="171450" marR="0" lvl="1" indent="-171450" algn="l" defTabSz="1217613" rtl="0" eaLnBrk="0" fontAlgn="base" latinLnBrk="0" hangingPunct="0">
              <a:lnSpc>
                <a:spcPct val="100000"/>
              </a:lnSpc>
              <a:spcBef>
                <a:spcPct val="0"/>
              </a:spcBef>
              <a:spcAft>
                <a:spcPts val="600"/>
              </a:spcAft>
              <a:buClrTx/>
              <a:buSzPct val="100000"/>
              <a:buFont typeface="Arial" panose="020B0604020202020204" pitchFamily="34" charset="0"/>
              <a:buChar char="•"/>
              <a:tabLst/>
              <a:defRPr/>
            </a:pPr>
            <a:r>
              <a:rPr kumimoji="0" lang="en-US" sz="1100" b="0" i="0" u="none" strike="noStrike" kern="1200" cap="none" spc="0" normalizeH="0" baseline="0" noProof="0">
                <a:ln>
                  <a:noFill/>
                </a:ln>
                <a:solidFill>
                  <a:prstClr val="black"/>
                </a:solidFill>
                <a:effectLst/>
                <a:uLnTx/>
                <a:uFillTx/>
                <a:latin typeface="Open Sans"/>
                <a:ea typeface="Open Sans" panose="020B0606030504020204" pitchFamily="34" charset="0"/>
                <a:cs typeface="Open Sans" panose="020B0606030504020204" pitchFamily="34" charset="0"/>
              </a:rPr>
              <a:t>Consumer</a:t>
            </a:r>
          </a:p>
          <a:p>
            <a:pPr marL="171450" marR="0" lvl="1" indent="-171450" algn="l" defTabSz="1217613" rtl="0" eaLnBrk="0" fontAlgn="base" latinLnBrk="0" hangingPunct="0">
              <a:lnSpc>
                <a:spcPct val="100000"/>
              </a:lnSpc>
              <a:spcBef>
                <a:spcPct val="0"/>
              </a:spcBef>
              <a:spcAft>
                <a:spcPts val="600"/>
              </a:spcAft>
              <a:buClrTx/>
              <a:buSzPct val="100000"/>
              <a:buFont typeface="Arial" panose="020B0604020202020204" pitchFamily="34" charset="0"/>
              <a:buChar char="•"/>
              <a:tabLst/>
              <a:defRPr/>
            </a:pPr>
            <a:r>
              <a:rPr lang="en-US" sz="1100" b="1">
                <a:solidFill>
                  <a:prstClr val="black"/>
                </a:solidFill>
                <a:latin typeface="Open Sans"/>
                <a:ea typeface="Open Sans" panose="020B0606030504020204" pitchFamily="34" charset="0"/>
                <a:cs typeface="Open Sans" panose="020B0606030504020204" pitchFamily="34" charset="0"/>
              </a:rPr>
              <a:t>Deloitte </a:t>
            </a:r>
            <a:r>
              <a:rPr lang="en-US" sz="1100">
                <a:solidFill>
                  <a:prstClr val="black"/>
                </a:solidFill>
                <a:latin typeface="Open Sans"/>
                <a:ea typeface="Open Sans" panose="020B0606030504020204" pitchFamily="34" charset="0"/>
                <a:cs typeface="Open Sans" panose="020B0606030504020204" pitchFamily="34" charset="0"/>
              </a:rPr>
              <a:t>/ Professional Services</a:t>
            </a:r>
            <a:endParaRPr kumimoji="0" lang="en-US" sz="1400" i="0" u="none" strike="noStrike" kern="1200" cap="none" spc="0" normalizeH="0" baseline="0" noProof="0">
              <a:ln>
                <a:noFill/>
              </a:ln>
              <a:solidFill>
                <a:srgbClr val="FF0000"/>
              </a:solidFill>
              <a:effectLst/>
              <a:uLnTx/>
              <a:uFillTx/>
              <a:latin typeface="Open Sans"/>
              <a:ea typeface="Open Sans" panose="020B0606030504020204" pitchFamily="34" charset="0"/>
              <a:cs typeface="Open Sans" panose="020B0606030504020204" pitchFamily="34" charset="0"/>
            </a:endParaRPr>
          </a:p>
        </p:txBody>
      </p:sp>
      <p:sp>
        <p:nvSpPr>
          <p:cNvPr id="33" name="Text Placeholder 3">
            <a:extLst>
              <a:ext uri="{FF2B5EF4-FFF2-40B4-BE49-F238E27FC236}">
                <a16:creationId xmlns:a16="http://schemas.microsoft.com/office/drawing/2014/main" id="{C147A7C6-0D93-8377-1945-2A49F8F5DEE4}"/>
              </a:ext>
            </a:extLst>
          </p:cNvPr>
          <p:cNvSpPr txBox="1">
            <a:spLocks/>
          </p:cNvSpPr>
          <p:nvPr/>
        </p:nvSpPr>
        <p:spPr>
          <a:xfrm>
            <a:off x="617840" y="4499652"/>
            <a:ext cx="2376944" cy="153888"/>
          </a:xfrm>
          <a:prstGeom prst="rect">
            <a:avLst/>
          </a:prstGeom>
        </p:spPr>
        <p:txBody>
          <a:bodyPr wrap="square" lIns="0" tIns="0" rIns="0" bIns="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9525" marR="0" lvl="1" indent="-9525" algn="l" defTabSz="1217613" rtl="0" eaLnBrk="0" fontAlgn="base" latinLnBrk="0" hangingPunct="0">
              <a:lnSpc>
                <a:spcPct val="100000"/>
              </a:lnSpc>
              <a:spcBef>
                <a:spcPts val="0"/>
              </a:spcBef>
              <a:spcAft>
                <a:spcPts val="0"/>
              </a:spcAft>
              <a:buClrTx/>
              <a:buSzPct val="100000"/>
              <a:buFont typeface="Arial" panose="020B0604020202020204" pitchFamily="34" charset="0"/>
              <a:buNone/>
              <a:tabLst/>
              <a:defRPr/>
            </a:pPr>
            <a:r>
              <a:rPr kumimoji="0" lang="en-GB" sz="1000" b="1" i="0" u="none" strike="noStrike" kern="1200" cap="none" spc="100" normalizeH="0" baseline="0" noProof="0">
                <a:ln>
                  <a:noFill/>
                </a:ln>
                <a:solidFill>
                  <a:schemeClr val="accent5"/>
                </a:solidFill>
                <a:effectLst/>
                <a:uLnTx/>
                <a:uFillTx/>
                <a:latin typeface="Open Sans"/>
                <a:ea typeface="Open Sans" panose="020B0606030504020204" pitchFamily="34" charset="0"/>
                <a:cs typeface="Open Sans" panose="020B0606030504020204" pitchFamily="34" charset="0"/>
              </a:rPr>
              <a:t>Model</a:t>
            </a:r>
            <a:r>
              <a:rPr kumimoji="0" lang="en-GB" sz="1000" b="1" i="0" u="none" strike="noStrike" kern="1200" cap="none" spc="100" normalizeH="0" baseline="0" noProof="0">
                <a:ln>
                  <a:noFill/>
                </a:ln>
                <a:solidFill>
                  <a:srgbClr val="86BC25"/>
                </a:solidFill>
                <a:effectLst/>
                <a:uLnTx/>
                <a:uFillTx/>
                <a:latin typeface="Open Sans"/>
                <a:ea typeface="Open Sans" panose="020B0606030504020204" pitchFamily="34" charset="0"/>
                <a:cs typeface="Open Sans" panose="020B0606030504020204" pitchFamily="34" charset="0"/>
              </a:rPr>
              <a:t>: </a:t>
            </a:r>
            <a:r>
              <a:rPr kumimoji="0" lang="en-GB" sz="1000" b="1" i="0" u="none" strike="noStrike" kern="1200" cap="none" spc="100" normalizeH="0" baseline="0" noProof="0">
                <a:ln>
                  <a:noFill/>
                </a:ln>
                <a:solidFill>
                  <a:srgbClr val="DA291C"/>
                </a:solidFill>
                <a:effectLst/>
                <a:uLnTx/>
                <a:uFillTx/>
                <a:latin typeface="Open Sans"/>
                <a:ea typeface="Open Sans" panose="020B0606030504020204" pitchFamily="34" charset="0"/>
                <a:cs typeface="Open Sans" panose="020B0606030504020204" pitchFamily="34" charset="0"/>
              </a:rPr>
              <a:t>Proposed</a:t>
            </a:r>
          </a:p>
        </p:txBody>
      </p:sp>
      <p:sp>
        <p:nvSpPr>
          <p:cNvPr id="39" name="Rectangle 38">
            <a:extLst>
              <a:ext uri="{FF2B5EF4-FFF2-40B4-BE49-F238E27FC236}">
                <a16:creationId xmlns:a16="http://schemas.microsoft.com/office/drawing/2014/main" id="{1C86D75F-0C59-9420-2697-B77B60CA8315}"/>
              </a:ext>
            </a:extLst>
          </p:cNvPr>
          <p:cNvSpPr/>
          <p:nvPr/>
        </p:nvSpPr>
        <p:spPr bwMode="gray">
          <a:xfrm>
            <a:off x="9189093" y="1555465"/>
            <a:ext cx="2627615" cy="4627864"/>
          </a:xfrm>
          <a:prstGeom prst="rect">
            <a:avLst/>
          </a:prstGeom>
          <a:solidFill>
            <a:srgbClr val="FFFFFF">
              <a:lumMod val="95000"/>
              <a:alpha val="50000"/>
            </a:srgbClr>
          </a:solidFill>
          <a:ln w="19050" algn="ctr">
            <a:noFill/>
            <a:miter lim="800000"/>
            <a:headEnd/>
            <a:tailEnd/>
          </a:ln>
        </p:spPr>
        <p:txBody>
          <a:bodyPr wrap="square" lIns="91440" tIns="91440" rIns="91440" bIns="9144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9525" marR="0" lvl="1" indent="-9525" algn="ctr" defTabSz="1217613" rtl="0" eaLnBrk="0" fontAlgn="base" latinLnBrk="0" hangingPunct="0">
              <a:lnSpc>
                <a:spcPct val="100000"/>
              </a:lnSpc>
              <a:spcBef>
                <a:spcPct val="0"/>
              </a:spcBef>
              <a:spcAft>
                <a:spcPts val="600"/>
              </a:spcAft>
              <a:buClrTx/>
              <a:buSzTx/>
              <a:buFontTx/>
              <a:buNone/>
              <a:tabLst/>
              <a:defRPr/>
            </a:pPr>
            <a:r>
              <a:rPr kumimoji="0" lang="en-GB" sz="1500" b="1" i="0" u="none" strike="noStrike" kern="1200" cap="none" spc="0" normalizeH="0" baseline="0" noProof="0">
                <a:ln>
                  <a:noFill/>
                </a:ln>
                <a:solidFill>
                  <a:schemeClr val="accent5"/>
                </a:solidFill>
                <a:effectLst/>
                <a:uLnTx/>
                <a:uFillTx/>
                <a:latin typeface="Open Sans"/>
                <a:ea typeface="Open Sans" panose="020B0606030504020204" pitchFamily="34" charset="0"/>
                <a:cs typeface="Open Sans" panose="020B0606030504020204" pitchFamily="34" charset="0"/>
              </a:rPr>
              <a:t>Potential Benefits</a:t>
            </a:r>
          </a:p>
          <a:p>
            <a:pPr marL="171450" marR="0" lvl="0" indent="-171450" algn="l" defTabSz="914400" rtl="0" eaLnBrk="1" fontAlgn="auto" latinLnBrk="0" hangingPunct="1">
              <a:lnSpc>
                <a:spcPct val="100000"/>
              </a:lnSpc>
              <a:spcBef>
                <a:spcPts val="600"/>
              </a:spcBef>
              <a:spcAft>
                <a:spcPts val="0"/>
              </a:spcAft>
              <a:buClrTx/>
              <a:buSzPct val="100000"/>
              <a:buFont typeface="Arial" panose="020B0604020202020204" pitchFamily="34" charset="0"/>
              <a:buChar char="•"/>
              <a:tabLst/>
              <a:defRPr/>
            </a:pPr>
            <a:r>
              <a:rPr kumimoji="0" lang="en-US" sz="1100" b="1" i="0" u="none" strike="noStrike" kern="1200" cap="none" spc="0" normalizeH="0" baseline="0" noProof="0">
                <a:ln>
                  <a:noFill/>
                </a:ln>
                <a:solidFill>
                  <a:srgbClr val="000000"/>
                </a:solidFill>
                <a:effectLst/>
                <a:uLnTx/>
                <a:uFillTx/>
                <a:latin typeface="Open Sans"/>
                <a:ea typeface="Open Sans" panose="020B0606030504020204" pitchFamily="34" charset="0"/>
                <a:cs typeface="Open Sans" panose="020B0606030504020204" pitchFamily="34" charset="0"/>
              </a:rPr>
              <a:t>On demand</a:t>
            </a:r>
            <a:r>
              <a:rPr lang="en-US" sz="1100" b="1">
                <a:solidFill>
                  <a:srgbClr val="000000"/>
                </a:solidFill>
                <a:latin typeface="Open Sans"/>
                <a:ea typeface="Open Sans" panose="020B0606030504020204" pitchFamily="34" charset="0"/>
                <a:cs typeface="Open Sans" panose="020B0606030504020204" pitchFamily="34" charset="0"/>
              </a:rPr>
              <a:t> access to information for finance professionals</a:t>
            </a:r>
            <a:r>
              <a:rPr lang="en-US" sz="1100">
                <a:solidFill>
                  <a:srgbClr val="000000"/>
                </a:solidFill>
                <a:latin typeface="Open Sans"/>
                <a:ea typeface="Open Sans" panose="020B0606030504020204" pitchFamily="34" charset="0"/>
                <a:cs typeface="Open Sans" panose="020B0606030504020204" pitchFamily="34" charset="0"/>
              </a:rPr>
              <a:t>, and possibly their customers to perform self-service for information and insights </a:t>
            </a:r>
          </a:p>
          <a:p>
            <a:pPr marL="171450" indent="-171450">
              <a:spcBef>
                <a:spcPts val="600"/>
              </a:spcBef>
              <a:buSzPct val="100000"/>
              <a:buFont typeface="Arial" panose="020B0604020202020204" pitchFamily="34" charset="0"/>
              <a:buChar char="•"/>
              <a:defRPr/>
            </a:pPr>
            <a:r>
              <a:rPr lang="en-US" sz="1100" b="1">
                <a:solidFill>
                  <a:prstClr val="black"/>
                </a:solidFill>
                <a:latin typeface="Open Sans"/>
                <a:ea typeface="Open Sans" panose="020B0606030504020204" pitchFamily="34" charset="0"/>
                <a:cs typeface="Open Sans" panose="020B0606030504020204" pitchFamily="34" charset="0"/>
              </a:rPr>
              <a:t>Enhanced, economic decision making </a:t>
            </a:r>
            <a:r>
              <a:rPr lang="en-US" sz="1100">
                <a:solidFill>
                  <a:prstClr val="black"/>
                </a:solidFill>
                <a:latin typeface="Open Sans"/>
                <a:ea typeface="Open Sans" panose="020B0606030504020204" pitchFamily="34" charset="0"/>
                <a:cs typeface="Open Sans" panose="020B0606030504020204" pitchFamily="34" charset="0"/>
              </a:rPr>
              <a:t>leveraging up-to-date financial information and insights </a:t>
            </a:r>
          </a:p>
          <a:p>
            <a:pPr marL="171450" marR="0" lvl="0" indent="-171450" algn="l" defTabSz="914400" rtl="0" eaLnBrk="1" fontAlgn="auto" latinLnBrk="0" hangingPunct="1">
              <a:lnSpc>
                <a:spcPct val="100000"/>
              </a:lnSpc>
              <a:spcBef>
                <a:spcPts val="600"/>
              </a:spcBef>
              <a:spcAft>
                <a:spcPts val="0"/>
              </a:spcAft>
              <a:buClrTx/>
              <a:buSzPct val="100000"/>
              <a:buFont typeface="Arial" panose="020B0604020202020204" pitchFamily="34" charset="0"/>
              <a:buChar char="•"/>
              <a:tabLst/>
              <a:defRPr/>
            </a:pPr>
            <a:r>
              <a:rPr kumimoji="0" lang="en-US" sz="1100" b="1" i="0" u="none" strike="noStrike" kern="1200" cap="none" spc="0" normalizeH="0" baseline="0" noProof="0">
                <a:ln>
                  <a:noFill/>
                </a:ln>
                <a:solidFill>
                  <a:srgbClr val="000000"/>
                </a:solidFill>
                <a:effectLst/>
                <a:uLnTx/>
                <a:uFillTx/>
                <a:latin typeface="Open Sans"/>
                <a:ea typeface="Open Sans" panose="020B0606030504020204" pitchFamily="34" charset="0"/>
                <a:cs typeface="Open Sans" panose="020B0606030504020204" pitchFamily="34" charset="0"/>
              </a:rPr>
              <a:t>Reduced reliance on human-ware </a:t>
            </a:r>
            <a:r>
              <a:rPr kumimoji="0" lang="en-US" sz="1100" i="0" u="none" strike="noStrike" kern="1200" cap="none" spc="0" normalizeH="0" baseline="0" noProof="0">
                <a:ln>
                  <a:noFill/>
                </a:ln>
                <a:solidFill>
                  <a:srgbClr val="000000"/>
                </a:solidFill>
                <a:effectLst/>
                <a:uLnTx/>
                <a:uFillTx/>
                <a:latin typeface="Open Sans"/>
                <a:ea typeface="Open Sans" panose="020B0606030504020204" pitchFamily="34" charset="0"/>
                <a:cs typeface="Open Sans" panose="020B0606030504020204" pitchFamily="34" charset="0"/>
              </a:rPr>
              <a:t>in ad hoc financial reporting and analysis </a:t>
            </a:r>
            <a:r>
              <a:rPr lang="en-US" sz="1100">
                <a:solidFill>
                  <a:srgbClr val="000000"/>
                </a:solidFill>
                <a:latin typeface="Open Sans"/>
                <a:ea typeface="Open Sans" panose="020B0606030504020204" pitchFamily="34" charset="0"/>
                <a:cs typeface="Open Sans" panose="020B0606030504020204" pitchFamily="34" charset="0"/>
              </a:rPr>
              <a:t>processes</a:t>
            </a:r>
            <a:endParaRPr lang="en-US" sz="1100" b="1">
              <a:solidFill>
                <a:prstClr val="black"/>
              </a:solidFill>
              <a:latin typeface="Open Sans"/>
            </a:endParaRPr>
          </a:p>
          <a:p>
            <a:pPr marL="171450" indent="-171450">
              <a:spcBef>
                <a:spcPts val="600"/>
              </a:spcBef>
              <a:buSzPct val="100000"/>
              <a:buFont typeface="Arial" panose="020B0604020202020204" pitchFamily="34" charset="0"/>
              <a:buChar char="•"/>
              <a:defRPr/>
            </a:pPr>
            <a:r>
              <a:rPr lang="en-US" sz="1100" b="1">
                <a:solidFill>
                  <a:prstClr val="black"/>
                </a:solidFill>
                <a:latin typeface="Open Sans"/>
                <a:ea typeface="Open Sans" panose="020B0606030504020204" pitchFamily="34" charset="0"/>
                <a:cs typeface="Open Sans" panose="020B0606030504020204" pitchFamily="34" charset="0"/>
              </a:rPr>
              <a:t>Reduced latency for available actionable financial information </a:t>
            </a:r>
            <a:r>
              <a:rPr lang="en-US" sz="1100">
                <a:solidFill>
                  <a:prstClr val="black"/>
                </a:solidFill>
                <a:latin typeface="Open Sans"/>
                <a:ea typeface="Open Sans" panose="020B0606030504020204" pitchFamily="34" charset="0"/>
                <a:cs typeface="Open Sans" panose="020B0606030504020204" pitchFamily="34" charset="0"/>
              </a:rPr>
              <a:t>for client decision-making</a:t>
            </a:r>
          </a:p>
          <a:p>
            <a:pPr marL="171450" indent="-171450">
              <a:spcBef>
                <a:spcPts val="600"/>
              </a:spcBef>
              <a:buSzPct val="100000"/>
              <a:buFont typeface="Arial" panose="020B0604020202020204" pitchFamily="34" charset="0"/>
              <a:buChar char="•"/>
              <a:defRPr/>
            </a:pPr>
            <a:r>
              <a:rPr lang="en-US" sz="1100" b="1">
                <a:solidFill>
                  <a:prstClr val="black"/>
                </a:solidFill>
                <a:latin typeface="Open Sans"/>
                <a:ea typeface="Open Sans" panose="020B0606030504020204" pitchFamily="34" charset="0"/>
                <a:cs typeface="Open Sans" panose="020B0606030504020204" pitchFamily="34" charset="0"/>
              </a:rPr>
              <a:t>Lower cost to achieve leveraging Generative AI models </a:t>
            </a:r>
            <a:r>
              <a:rPr lang="en-US" sz="1100">
                <a:solidFill>
                  <a:prstClr val="black"/>
                </a:solidFill>
                <a:latin typeface="Open Sans"/>
                <a:ea typeface="Open Sans" panose="020B0606030504020204" pitchFamily="34" charset="0"/>
                <a:cs typeface="Open Sans" panose="020B0606030504020204" pitchFamily="34" charset="0"/>
              </a:rPr>
              <a:t>vs. traditional automation approaches </a:t>
            </a:r>
            <a:r>
              <a:rPr lang="en-US" sz="1100">
                <a:solidFill>
                  <a:schemeClr val="tx2">
                    <a:lumMod val="75000"/>
                  </a:schemeClr>
                </a:solidFill>
                <a:latin typeface="Open Sans" panose="020B0606030504020204" pitchFamily="34" charset="0"/>
                <a:ea typeface="Open Sans" panose="020B0606030504020204" pitchFamily="34" charset="0"/>
                <a:cs typeface="Open Sans" panose="020B0606030504020204" pitchFamily="34" charset="0"/>
              </a:rPr>
              <a:t>Shared Services Interaction Layer – Intake / Automation</a:t>
            </a:r>
          </a:p>
          <a:p>
            <a:pPr marL="171450" marR="0" lvl="0" indent="-171450" algn="l" defTabSz="914400" rtl="0" eaLnBrk="1" fontAlgn="auto" latinLnBrk="0" hangingPunct="1">
              <a:lnSpc>
                <a:spcPct val="100000"/>
              </a:lnSpc>
              <a:spcBef>
                <a:spcPts val="600"/>
              </a:spcBef>
              <a:spcAft>
                <a:spcPts val="0"/>
              </a:spcAft>
              <a:buClrTx/>
              <a:buSzPct val="100000"/>
              <a:buFont typeface="Arial" panose="020B0604020202020204" pitchFamily="34" charset="0"/>
              <a:buChar char="•"/>
              <a:tabLst/>
              <a:defRPr/>
            </a:pPr>
            <a:endParaRPr lang="en-US" sz="1100">
              <a:solidFill>
                <a:prstClr val="black"/>
              </a:solidFill>
              <a:latin typeface="Open Sans"/>
              <a:ea typeface="Open Sans" panose="020B0606030504020204" pitchFamily="34" charset="0"/>
              <a:cs typeface="Open Sans" panose="020B0606030504020204" pitchFamily="34" charset="0"/>
            </a:endParaRPr>
          </a:p>
        </p:txBody>
      </p:sp>
      <p:sp>
        <p:nvSpPr>
          <p:cNvPr id="40" name="Rectangle 39">
            <a:extLst>
              <a:ext uri="{FF2B5EF4-FFF2-40B4-BE49-F238E27FC236}">
                <a16:creationId xmlns:a16="http://schemas.microsoft.com/office/drawing/2014/main" id="{7EDA44DE-FD51-187A-4B6E-D40347BC7A31}"/>
              </a:ext>
            </a:extLst>
          </p:cNvPr>
          <p:cNvSpPr/>
          <p:nvPr/>
        </p:nvSpPr>
        <p:spPr bwMode="gray">
          <a:xfrm>
            <a:off x="3313978" y="2933291"/>
            <a:ext cx="2718522" cy="3250038"/>
          </a:xfrm>
          <a:prstGeom prst="rect">
            <a:avLst/>
          </a:prstGeom>
          <a:solidFill>
            <a:srgbClr val="FFFFFF">
              <a:lumMod val="95000"/>
              <a:alpha val="50000"/>
            </a:srgbClr>
          </a:solidFill>
          <a:ln w="19050" algn="ctr">
            <a:noFill/>
            <a:miter lim="800000"/>
            <a:headEnd/>
            <a:tailEnd/>
          </a:ln>
        </p:spPr>
        <p:txBody>
          <a:bodyPr wrap="square" lIns="91440" tIns="91440" rIns="91440" bIns="91440" rtlCol="0" anchor="t">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9525" marR="0" lvl="1" indent="-9525" algn="l" defTabSz="1217613" rtl="0" eaLnBrk="0" fontAlgn="base" latinLnBrk="0" hangingPunct="0">
              <a:lnSpc>
                <a:spcPct val="100000"/>
              </a:lnSpc>
              <a:spcBef>
                <a:spcPct val="0"/>
              </a:spcBef>
              <a:spcAft>
                <a:spcPts val="600"/>
              </a:spcAft>
              <a:buClrTx/>
              <a:buSzTx/>
              <a:buFontTx/>
              <a:buNone/>
              <a:tabLst/>
              <a:defRPr/>
            </a:pPr>
            <a:r>
              <a:rPr kumimoji="0" lang="en-GB" sz="1500" b="1" i="0" u="none" strike="noStrike" kern="1200" cap="none" spc="0" normalizeH="0" baseline="0" noProof="0">
                <a:ln>
                  <a:noFill/>
                </a:ln>
                <a:solidFill>
                  <a:schemeClr val="accent5"/>
                </a:solidFill>
                <a:effectLst/>
                <a:uLnTx/>
                <a:uFillTx/>
                <a:latin typeface="Open Sans"/>
                <a:ea typeface="Open Sans" panose="020B0606030504020204" pitchFamily="34" charset="0"/>
                <a:cs typeface="Open Sans" panose="020B0606030504020204" pitchFamily="34" charset="0"/>
              </a:rPr>
              <a:t>Business Objectives</a:t>
            </a:r>
            <a:endParaRPr kumimoji="0" lang="en-US" sz="1500" b="0" i="0" u="none" strike="noStrike" kern="1200" cap="none" spc="0" normalizeH="0" baseline="0" noProof="0">
              <a:ln>
                <a:noFill/>
              </a:ln>
              <a:solidFill>
                <a:schemeClr val="accent5"/>
              </a:solidFill>
              <a:effectLst/>
              <a:uLnTx/>
              <a:uFillTx/>
              <a:latin typeface="Open Sans"/>
              <a:ea typeface="Open Sans" panose="020B0606030504020204" pitchFamily="34" charset="0"/>
              <a:cs typeface="Open Sans" panose="020B0606030504020204" pitchFamily="34" charset="0"/>
            </a:endParaRPr>
          </a:p>
          <a:p>
            <a:pPr marL="171450" marR="0" lvl="1" indent="-171450" algn="l" defTabSz="1217613" rtl="0" eaLnBrk="0" fontAlgn="base" latinLnBrk="0" hangingPunct="0">
              <a:lnSpc>
                <a:spcPct val="100000"/>
              </a:lnSpc>
              <a:spcBef>
                <a:spcPct val="0"/>
              </a:spcBef>
              <a:spcAft>
                <a:spcPts val="600"/>
              </a:spcAft>
              <a:buClrTx/>
              <a:buSzTx/>
              <a:buFont typeface="Arial" panose="020B0604020202020204" pitchFamily="34" charset="0"/>
              <a:buChar char="•"/>
              <a:tabLst/>
              <a:defRPr/>
            </a:pPr>
            <a:endParaRPr kumimoji="0" lang="en-US" sz="100" b="0" i="0" u="none" strike="noStrike" kern="1200" cap="none" spc="0" normalizeH="0" baseline="0" noProof="0">
              <a:ln>
                <a:noFill/>
              </a:ln>
              <a:solidFill>
                <a:srgbClr val="000000"/>
              </a:solidFill>
              <a:effectLst/>
              <a:uLnTx/>
              <a:uFillTx/>
              <a:latin typeface="Open Sans"/>
              <a:ea typeface="Open Sans" panose="020B0606030504020204" pitchFamily="34" charset="0"/>
              <a:cs typeface="Open Sans" panose="020B0606030504020204" pitchFamily="34" charset="0"/>
            </a:endParaRPr>
          </a:p>
          <a:p>
            <a:pPr marL="171450" marR="0" lvl="1" indent="-171450" algn="l" defTabSz="1217613" rtl="0" eaLnBrk="0" fontAlgn="base" latinLnBrk="0" hangingPunct="0">
              <a:lnSpc>
                <a:spcPct val="100000"/>
              </a:lnSpc>
              <a:spcBef>
                <a:spcPct val="0"/>
              </a:spcBef>
              <a:spcAft>
                <a:spcPts val="600"/>
              </a:spcAft>
              <a:buClrTx/>
              <a:buSzTx/>
              <a:buFont typeface="Arial" panose="020B0604020202020204" pitchFamily="34" charset="0"/>
              <a:buChar char="•"/>
              <a:tabLst/>
              <a:defRPr/>
            </a:pPr>
            <a:r>
              <a:rPr lang="en-US" sz="1100">
                <a:solidFill>
                  <a:srgbClr val="000000"/>
                </a:solidFill>
                <a:latin typeface="Open Sans"/>
                <a:ea typeface="Open Sans" panose="020B0606030504020204" pitchFamily="34" charset="0"/>
                <a:cs typeface="Open Sans" panose="020B0606030504020204" pitchFamily="34" charset="0"/>
              </a:rPr>
              <a:t>Provide financial analysts access to generative AI capabilities in concert with their financial language and data</a:t>
            </a:r>
          </a:p>
          <a:p>
            <a:pPr marL="171450" marR="0" lvl="1" indent="-171450" algn="l" defTabSz="1217613" rtl="0" eaLnBrk="0" fontAlgn="base" latinLnBrk="0" hangingPunct="0">
              <a:lnSpc>
                <a:spcPct val="100000"/>
              </a:lnSpc>
              <a:spcBef>
                <a:spcPct val="0"/>
              </a:spcBef>
              <a:spcAft>
                <a:spcPts val="600"/>
              </a:spcAft>
              <a:buClrTx/>
              <a:buSzTx/>
              <a:buFont typeface="Arial" panose="020B0604020202020204" pitchFamily="34" charset="0"/>
              <a:buChar char="•"/>
              <a:tabLst/>
              <a:defRPr/>
            </a:pPr>
            <a:r>
              <a:rPr lang="en-US" sz="1100">
                <a:solidFill>
                  <a:srgbClr val="000000"/>
                </a:solidFill>
                <a:latin typeface="Open Sans"/>
                <a:ea typeface="Open Sans" panose="020B0606030504020204" pitchFamily="34" charset="0"/>
                <a:cs typeface="Open Sans" panose="020B0606030504020204" pitchFamily="34" charset="0"/>
              </a:rPr>
              <a:t>Querying the insights platform would provide forward-looking and current insights, analysis, data and commentary based on the latest financial information of the client</a:t>
            </a:r>
          </a:p>
          <a:p>
            <a:pPr marL="171450" marR="0" lvl="1" indent="-171450" algn="l" defTabSz="1217613" rtl="0" eaLnBrk="0" fontAlgn="base" latinLnBrk="0" hangingPunct="0">
              <a:lnSpc>
                <a:spcPct val="100000"/>
              </a:lnSpc>
              <a:spcBef>
                <a:spcPct val="0"/>
              </a:spcBef>
              <a:spcAft>
                <a:spcPts val="600"/>
              </a:spcAft>
              <a:buClrTx/>
              <a:buSzTx/>
              <a:buFont typeface="Arial" panose="020B0604020202020204" pitchFamily="34" charset="0"/>
              <a:buChar char="•"/>
              <a:tabLst/>
              <a:defRPr/>
            </a:pPr>
            <a:r>
              <a:rPr lang="en-US" sz="1100">
                <a:solidFill>
                  <a:srgbClr val="000000"/>
                </a:solidFill>
                <a:latin typeface="Open Sans"/>
                <a:ea typeface="Open Sans" panose="020B0606030504020204" pitchFamily="34" charset="0"/>
                <a:cs typeface="Open Sans" panose="020B0606030504020204" pitchFamily="34" charset="0"/>
              </a:rPr>
              <a:t>This capability would drive data-driven decision-making across the client’s organization, and support ad hoc analysis and questions</a:t>
            </a:r>
          </a:p>
        </p:txBody>
      </p:sp>
      <p:grpSp>
        <p:nvGrpSpPr>
          <p:cNvPr id="42" name="Graphic 4">
            <a:extLst>
              <a:ext uri="{FF2B5EF4-FFF2-40B4-BE49-F238E27FC236}">
                <a16:creationId xmlns:a16="http://schemas.microsoft.com/office/drawing/2014/main" id="{4CAB4716-20C8-D243-23FE-BB7E4568BA11}"/>
              </a:ext>
            </a:extLst>
          </p:cNvPr>
          <p:cNvGrpSpPr/>
          <p:nvPr/>
        </p:nvGrpSpPr>
        <p:grpSpPr>
          <a:xfrm>
            <a:off x="8529086" y="2945557"/>
            <a:ext cx="362313" cy="361971"/>
            <a:chOff x="2559808" y="1402723"/>
            <a:chExt cx="362313" cy="361971"/>
          </a:xfrm>
          <a:solidFill>
            <a:schemeClr val="accent6"/>
          </a:solidFill>
        </p:grpSpPr>
        <p:sp>
          <p:nvSpPr>
            <p:cNvPr id="43" name="Graphic 4">
              <a:extLst>
                <a:ext uri="{FF2B5EF4-FFF2-40B4-BE49-F238E27FC236}">
                  <a16:creationId xmlns:a16="http://schemas.microsoft.com/office/drawing/2014/main" id="{5352848D-9286-86F8-2961-34F5BE978700}"/>
                </a:ext>
              </a:extLst>
            </p:cNvPr>
            <p:cNvSpPr/>
            <p:nvPr/>
          </p:nvSpPr>
          <p:spPr>
            <a:xfrm>
              <a:off x="2559808" y="1402723"/>
              <a:ext cx="362313" cy="361971"/>
            </a:xfrm>
            <a:custGeom>
              <a:avLst/>
              <a:gdLst>
                <a:gd name="connsiteX0" fmla="*/ 181474 w 362313"/>
                <a:gd name="connsiteY0" fmla="*/ 0 h 361971"/>
                <a:gd name="connsiteX1" fmla="*/ 0 w 362313"/>
                <a:gd name="connsiteY1" fmla="*/ 180667 h 361971"/>
                <a:gd name="connsiteX2" fmla="*/ 180835 w 362313"/>
                <a:gd name="connsiteY2" fmla="*/ 361972 h 361971"/>
                <a:gd name="connsiteX3" fmla="*/ 362309 w 362313"/>
                <a:gd name="connsiteY3" fmla="*/ 181305 h 361971"/>
                <a:gd name="connsiteX4" fmla="*/ 362309 w 362313"/>
                <a:gd name="connsiteY4" fmla="*/ 181305 h 361971"/>
                <a:gd name="connsiteX5" fmla="*/ 181474 w 362313"/>
                <a:gd name="connsiteY5" fmla="*/ 0 h 361971"/>
                <a:gd name="connsiteX6" fmla="*/ 181474 w 362313"/>
                <a:gd name="connsiteY6" fmla="*/ 348565 h 361971"/>
                <a:gd name="connsiteX7" fmla="*/ 12780 w 362313"/>
                <a:gd name="connsiteY7" fmla="*/ 180667 h 361971"/>
                <a:gd name="connsiteX8" fmla="*/ 181474 w 362313"/>
                <a:gd name="connsiteY8" fmla="*/ 12130 h 361971"/>
                <a:gd name="connsiteX9" fmla="*/ 350168 w 362313"/>
                <a:gd name="connsiteY9" fmla="*/ 180028 h 361971"/>
                <a:gd name="connsiteX10" fmla="*/ 350168 w 362313"/>
                <a:gd name="connsiteY10" fmla="*/ 180028 h 361971"/>
                <a:gd name="connsiteX11" fmla="*/ 181474 w 362313"/>
                <a:gd name="connsiteY11" fmla="*/ 348565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62313" h="361971">
                  <a:moveTo>
                    <a:pt x="181474" y="0"/>
                  </a:moveTo>
                  <a:cubicBezTo>
                    <a:pt x="81152" y="0"/>
                    <a:pt x="0" y="81077"/>
                    <a:pt x="0" y="180667"/>
                  </a:cubicBezTo>
                  <a:cubicBezTo>
                    <a:pt x="0" y="280895"/>
                    <a:pt x="81152" y="361972"/>
                    <a:pt x="180835" y="361972"/>
                  </a:cubicBezTo>
                  <a:cubicBezTo>
                    <a:pt x="281157" y="361972"/>
                    <a:pt x="362309" y="280895"/>
                    <a:pt x="362309" y="181305"/>
                  </a:cubicBezTo>
                  <a:cubicBezTo>
                    <a:pt x="362309" y="181305"/>
                    <a:pt x="362309" y="181305"/>
                    <a:pt x="362309" y="181305"/>
                  </a:cubicBezTo>
                  <a:cubicBezTo>
                    <a:pt x="362948" y="80438"/>
                    <a:pt x="281796" y="0"/>
                    <a:pt x="181474" y="0"/>
                  </a:cubicBezTo>
                  <a:close/>
                  <a:moveTo>
                    <a:pt x="181474" y="348565"/>
                  </a:moveTo>
                  <a:cubicBezTo>
                    <a:pt x="88181" y="348565"/>
                    <a:pt x="12780" y="273234"/>
                    <a:pt x="12780" y="180667"/>
                  </a:cubicBezTo>
                  <a:cubicBezTo>
                    <a:pt x="12780" y="88099"/>
                    <a:pt x="88820" y="12130"/>
                    <a:pt x="181474" y="12130"/>
                  </a:cubicBezTo>
                  <a:cubicBezTo>
                    <a:pt x="274128" y="12130"/>
                    <a:pt x="350168" y="87461"/>
                    <a:pt x="350168" y="180028"/>
                  </a:cubicBezTo>
                  <a:cubicBezTo>
                    <a:pt x="350168" y="180028"/>
                    <a:pt x="350168" y="180028"/>
                    <a:pt x="350168" y="180028"/>
                  </a:cubicBezTo>
                  <a:cubicBezTo>
                    <a:pt x="350168" y="273234"/>
                    <a:pt x="274767" y="348565"/>
                    <a:pt x="181474" y="348565"/>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44" name="Graphic 4">
              <a:extLst>
                <a:ext uri="{FF2B5EF4-FFF2-40B4-BE49-F238E27FC236}">
                  <a16:creationId xmlns:a16="http://schemas.microsoft.com/office/drawing/2014/main" id="{BF0A103F-2DBC-45ED-5460-98D4F2EA944C}"/>
                </a:ext>
              </a:extLst>
            </p:cNvPr>
            <p:cNvSpPr/>
            <p:nvPr/>
          </p:nvSpPr>
          <p:spPr>
            <a:xfrm>
              <a:off x="2621152" y="1569595"/>
              <a:ext cx="136744" cy="133175"/>
            </a:xfrm>
            <a:custGeom>
              <a:avLst/>
              <a:gdLst>
                <a:gd name="connsiteX0" fmla="*/ 127160 w 136744"/>
                <a:gd name="connsiteY0" fmla="*/ 54014 h 133175"/>
                <a:gd name="connsiteX1" fmla="*/ 122687 w 136744"/>
                <a:gd name="connsiteY1" fmla="*/ 49545 h 133175"/>
                <a:gd name="connsiteX2" fmla="*/ 123965 w 136744"/>
                <a:gd name="connsiteY2" fmla="*/ 43161 h 133175"/>
                <a:gd name="connsiteX3" fmla="*/ 123965 w 136744"/>
                <a:gd name="connsiteY3" fmla="*/ 26563 h 133175"/>
                <a:gd name="connsiteX4" fmla="*/ 107990 w 136744"/>
                <a:gd name="connsiteY4" fmla="*/ 20817 h 133175"/>
                <a:gd name="connsiteX5" fmla="*/ 102239 w 136744"/>
                <a:gd name="connsiteY5" fmla="*/ 20179 h 133175"/>
                <a:gd name="connsiteX6" fmla="*/ 99683 w 136744"/>
                <a:gd name="connsiteY6" fmla="*/ 14433 h 133175"/>
                <a:gd name="connsiteX7" fmla="*/ 90098 w 136744"/>
                <a:gd name="connsiteY7" fmla="*/ 1027 h 133175"/>
                <a:gd name="connsiteX8" fmla="*/ 74123 w 136744"/>
                <a:gd name="connsiteY8" fmla="*/ 5496 h 133175"/>
                <a:gd name="connsiteX9" fmla="*/ 69011 w 136744"/>
                <a:gd name="connsiteY9" fmla="*/ 8688 h 133175"/>
                <a:gd name="connsiteX10" fmla="*/ 63899 w 136744"/>
                <a:gd name="connsiteY10" fmla="*/ 5496 h 133175"/>
                <a:gd name="connsiteX11" fmla="*/ 47925 w 136744"/>
                <a:gd name="connsiteY11" fmla="*/ 388 h 133175"/>
                <a:gd name="connsiteX12" fmla="*/ 37701 w 136744"/>
                <a:gd name="connsiteY12" fmla="*/ 13795 h 133175"/>
                <a:gd name="connsiteX13" fmla="*/ 35145 w 136744"/>
                <a:gd name="connsiteY13" fmla="*/ 19540 h 133175"/>
                <a:gd name="connsiteX14" fmla="*/ 28755 w 136744"/>
                <a:gd name="connsiteY14" fmla="*/ 20179 h 133175"/>
                <a:gd name="connsiteX15" fmla="*/ 10863 w 136744"/>
                <a:gd name="connsiteY15" fmla="*/ 30393 h 133175"/>
                <a:gd name="connsiteX16" fmla="*/ 12780 w 136744"/>
                <a:gd name="connsiteY16" fmla="*/ 42523 h 133175"/>
                <a:gd name="connsiteX17" fmla="*/ 14058 w 136744"/>
                <a:gd name="connsiteY17" fmla="*/ 48268 h 133175"/>
                <a:gd name="connsiteX18" fmla="*/ 9585 w 136744"/>
                <a:gd name="connsiteY18" fmla="*/ 52099 h 133175"/>
                <a:gd name="connsiteX19" fmla="*/ 0 w 136744"/>
                <a:gd name="connsiteY19" fmla="*/ 65505 h 133175"/>
                <a:gd name="connsiteX20" fmla="*/ 9585 w 136744"/>
                <a:gd name="connsiteY20" fmla="*/ 78911 h 133175"/>
                <a:gd name="connsiteX21" fmla="*/ 14058 w 136744"/>
                <a:gd name="connsiteY21" fmla="*/ 83380 h 133175"/>
                <a:gd name="connsiteX22" fmla="*/ 12780 w 136744"/>
                <a:gd name="connsiteY22" fmla="*/ 89764 h 133175"/>
                <a:gd name="connsiteX23" fmla="*/ 12780 w 136744"/>
                <a:gd name="connsiteY23" fmla="*/ 106362 h 133175"/>
                <a:gd name="connsiteX24" fmla="*/ 28755 w 136744"/>
                <a:gd name="connsiteY24" fmla="*/ 112108 h 133175"/>
                <a:gd name="connsiteX25" fmla="*/ 34506 w 136744"/>
                <a:gd name="connsiteY25" fmla="*/ 112746 h 133175"/>
                <a:gd name="connsiteX26" fmla="*/ 37062 w 136744"/>
                <a:gd name="connsiteY26" fmla="*/ 118492 h 133175"/>
                <a:gd name="connsiteX27" fmla="*/ 46646 w 136744"/>
                <a:gd name="connsiteY27" fmla="*/ 131898 h 133175"/>
                <a:gd name="connsiteX28" fmla="*/ 62621 w 136744"/>
                <a:gd name="connsiteY28" fmla="*/ 127430 h 133175"/>
                <a:gd name="connsiteX29" fmla="*/ 67733 w 136744"/>
                <a:gd name="connsiteY29" fmla="*/ 124238 h 133175"/>
                <a:gd name="connsiteX30" fmla="*/ 72845 w 136744"/>
                <a:gd name="connsiteY30" fmla="*/ 127430 h 133175"/>
                <a:gd name="connsiteX31" fmla="*/ 85625 w 136744"/>
                <a:gd name="connsiteY31" fmla="*/ 133175 h 133175"/>
                <a:gd name="connsiteX32" fmla="*/ 89459 w 136744"/>
                <a:gd name="connsiteY32" fmla="*/ 132537 h 133175"/>
                <a:gd name="connsiteX33" fmla="*/ 99683 w 136744"/>
                <a:gd name="connsiteY33" fmla="*/ 119130 h 133175"/>
                <a:gd name="connsiteX34" fmla="*/ 102239 w 136744"/>
                <a:gd name="connsiteY34" fmla="*/ 114023 h 133175"/>
                <a:gd name="connsiteX35" fmla="*/ 108629 w 136744"/>
                <a:gd name="connsiteY35" fmla="*/ 113385 h 133175"/>
                <a:gd name="connsiteX36" fmla="*/ 126521 w 136744"/>
                <a:gd name="connsiteY36" fmla="*/ 103170 h 133175"/>
                <a:gd name="connsiteX37" fmla="*/ 124604 w 136744"/>
                <a:gd name="connsiteY37" fmla="*/ 91041 h 133175"/>
                <a:gd name="connsiteX38" fmla="*/ 123326 w 136744"/>
                <a:gd name="connsiteY38" fmla="*/ 85295 h 133175"/>
                <a:gd name="connsiteX39" fmla="*/ 127160 w 136744"/>
                <a:gd name="connsiteY39" fmla="*/ 81465 h 133175"/>
                <a:gd name="connsiteX40" fmla="*/ 136745 w 136744"/>
                <a:gd name="connsiteY40" fmla="*/ 68058 h 133175"/>
                <a:gd name="connsiteX41" fmla="*/ 127160 w 136744"/>
                <a:gd name="connsiteY41" fmla="*/ 54014 h 133175"/>
                <a:gd name="connsiteX42" fmla="*/ 119492 w 136744"/>
                <a:gd name="connsiteY42" fmla="*/ 71250 h 133175"/>
                <a:gd name="connsiteX43" fmla="*/ 110546 w 136744"/>
                <a:gd name="connsiteY43" fmla="*/ 81465 h 133175"/>
                <a:gd name="connsiteX44" fmla="*/ 111824 w 136744"/>
                <a:gd name="connsiteY44" fmla="*/ 94871 h 133175"/>
                <a:gd name="connsiteX45" fmla="*/ 113102 w 136744"/>
                <a:gd name="connsiteY45" fmla="*/ 99978 h 133175"/>
                <a:gd name="connsiteX46" fmla="*/ 107351 w 136744"/>
                <a:gd name="connsiteY46" fmla="*/ 100617 h 133175"/>
                <a:gd name="connsiteX47" fmla="*/ 93932 w 136744"/>
                <a:gd name="connsiteY47" fmla="*/ 103809 h 133175"/>
                <a:gd name="connsiteX48" fmla="*/ 86903 w 136744"/>
                <a:gd name="connsiteY48" fmla="*/ 115300 h 133175"/>
                <a:gd name="connsiteX49" fmla="*/ 84347 w 136744"/>
                <a:gd name="connsiteY49" fmla="*/ 121046 h 133175"/>
                <a:gd name="connsiteX50" fmla="*/ 79235 w 136744"/>
                <a:gd name="connsiteY50" fmla="*/ 117854 h 133175"/>
                <a:gd name="connsiteX51" fmla="*/ 67094 w 136744"/>
                <a:gd name="connsiteY51" fmla="*/ 112108 h 133175"/>
                <a:gd name="connsiteX52" fmla="*/ 67094 w 136744"/>
                <a:gd name="connsiteY52" fmla="*/ 112108 h 133175"/>
                <a:gd name="connsiteX53" fmla="*/ 54314 w 136744"/>
                <a:gd name="connsiteY53" fmla="*/ 117215 h 133175"/>
                <a:gd name="connsiteX54" fmla="*/ 49841 w 136744"/>
                <a:gd name="connsiteY54" fmla="*/ 119769 h 133175"/>
                <a:gd name="connsiteX55" fmla="*/ 47925 w 136744"/>
                <a:gd name="connsiteY55" fmla="*/ 114662 h 133175"/>
                <a:gd name="connsiteX56" fmla="*/ 40896 w 136744"/>
                <a:gd name="connsiteY56" fmla="*/ 102532 h 133175"/>
                <a:gd name="connsiteX57" fmla="*/ 27477 w 136744"/>
                <a:gd name="connsiteY57" fmla="*/ 99340 h 133175"/>
                <a:gd name="connsiteX58" fmla="*/ 21726 w 136744"/>
                <a:gd name="connsiteY58" fmla="*/ 99340 h 133175"/>
                <a:gd name="connsiteX59" fmla="*/ 23004 w 136744"/>
                <a:gd name="connsiteY59" fmla="*/ 94233 h 133175"/>
                <a:gd name="connsiteX60" fmla="*/ 15975 w 136744"/>
                <a:gd name="connsiteY60" fmla="*/ 69974 h 133175"/>
                <a:gd name="connsiteX61" fmla="*/ 15336 w 136744"/>
                <a:gd name="connsiteY61" fmla="*/ 69335 h 133175"/>
                <a:gd name="connsiteX62" fmla="*/ 11502 w 136744"/>
                <a:gd name="connsiteY62" fmla="*/ 65505 h 133175"/>
                <a:gd name="connsiteX63" fmla="*/ 15975 w 136744"/>
                <a:gd name="connsiteY63" fmla="*/ 61674 h 133175"/>
                <a:gd name="connsiteX64" fmla="*/ 24921 w 136744"/>
                <a:gd name="connsiteY64" fmla="*/ 51460 h 133175"/>
                <a:gd name="connsiteX65" fmla="*/ 23643 w 136744"/>
                <a:gd name="connsiteY65" fmla="*/ 38054 h 133175"/>
                <a:gd name="connsiteX66" fmla="*/ 22365 w 136744"/>
                <a:gd name="connsiteY66" fmla="*/ 32308 h 133175"/>
                <a:gd name="connsiteX67" fmla="*/ 28116 w 136744"/>
                <a:gd name="connsiteY67" fmla="*/ 31670 h 133175"/>
                <a:gd name="connsiteX68" fmla="*/ 41535 w 136744"/>
                <a:gd name="connsiteY68" fmla="*/ 29116 h 133175"/>
                <a:gd name="connsiteX69" fmla="*/ 48563 w 136744"/>
                <a:gd name="connsiteY69" fmla="*/ 17625 h 133175"/>
                <a:gd name="connsiteX70" fmla="*/ 51119 w 136744"/>
                <a:gd name="connsiteY70" fmla="*/ 11879 h 133175"/>
                <a:gd name="connsiteX71" fmla="*/ 56231 w 136744"/>
                <a:gd name="connsiteY71" fmla="*/ 15071 h 133175"/>
                <a:gd name="connsiteX72" fmla="*/ 68372 w 136744"/>
                <a:gd name="connsiteY72" fmla="*/ 20817 h 133175"/>
                <a:gd name="connsiteX73" fmla="*/ 81152 w 136744"/>
                <a:gd name="connsiteY73" fmla="*/ 15710 h 133175"/>
                <a:gd name="connsiteX74" fmla="*/ 85625 w 136744"/>
                <a:gd name="connsiteY74" fmla="*/ 13156 h 133175"/>
                <a:gd name="connsiteX75" fmla="*/ 87542 w 136744"/>
                <a:gd name="connsiteY75" fmla="*/ 18263 h 133175"/>
                <a:gd name="connsiteX76" fmla="*/ 94571 w 136744"/>
                <a:gd name="connsiteY76" fmla="*/ 30393 h 133175"/>
                <a:gd name="connsiteX77" fmla="*/ 107990 w 136744"/>
                <a:gd name="connsiteY77" fmla="*/ 33585 h 133175"/>
                <a:gd name="connsiteX78" fmla="*/ 113741 w 136744"/>
                <a:gd name="connsiteY78" fmla="*/ 34223 h 133175"/>
                <a:gd name="connsiteX79" fmla="*/ 112463 w 136744"/>
                <a:gd name="connsiteY79" fmla="*/ 39331 h 133175"/>
                <a:gd name="connsiteX80" fmla="*/ 111185 w 136744"/>
                <a:gd name="connsiteY80" fmla="*/ 53375 h 133175"/>
                <a:gd name="connsiteX81" fmla="*/ 120131 w 136744"/>
                <a:gd name="connsiteY81" fmla="*/ 64228 h 133175"/>
                <a:gd name="connsiteX82" fmla="*/ 123965 w 136744"/>
                <a:gd name="connsiteY82" fmla="*/ 68058 h 133175"/>
                <a:gd name="connsiteX83" fmla="*/ 119492 w 136744"/>
                <a:gd name="connsiteY83" fmla="*/ 71250 h 133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Lst>
              <a:rect l="l" t="t" r="r" b="b"/>
              <a:pathLst>
                <a:path w="136744" h="133175">
                  <a:moveTo>
                    <a:pt x="127160" y="54014"/>
                  </a:moveTo>
                  <a:cubicBezTo>
                    <a:pt x="125243" y="52737"/>
                    <a:pt x="123965" y="51460"/>
                    <a:pt x="122687" y="49545"/>
                  </a:cubicBezTo>
                  <a:cubicBezTo>
                    <a:pt x="122687" y="47630"/>
                    <a:pt x="123326" y="45076"/>
                    <a:pt x="123965" y="43161"/>
                  </a:cubicBezTo>
                  <a:cubicBezTo>
                    <a:pt x="126521" y="38054"/>
                    <a:pt x="126521" y="31670"/>
                    <a:pt x="123965" y="26563"/>
                  </a:cubicBezTo>
                  <a:cubicBezTo>
                    <a:pt x="120131" y="22094"/>
                    <a:pt x="113741" y="20179"/>
                    <a:pt x="107990" y="20817"/>
                  </a:cubicBezTo>
                  <a:cubicBezTo>
                    <a:pt x="106073" y="20817"/>
                    <a:pt x="104156" y="20817"/>
                    <a:pt x="102239" y="20179"/>
                  </a:cubicBezTo>
                  <a:cubicBezTo>
                    <a:pt x="100961" y="18263"/>
                    <a:pt x="100322" y="16348"/>
                    <a:pt x="99683" y="14433"/>
                  </a:cubicBezTo>
                  <a:cubicBezTo>
                    <a:pt x="97766" y="9326"/>
                    <a:pt x="95849" y="2942"/>
                    <a:pt x="90098" y="1027"/>
                  </a:cubicBezTo>
                  <a:cubicBezTo>
                    <a:pt x="84347" y="-250"/>
                    <a:pt x="78596" y="1665"/>
                    <a:pt x="74123" y="5496"/>
                  </a:cubicBezTo>
                  <a:cubicBezTo>
                    <a:pt x="72206" y="6772"/>
                    <a:pt x="70928" y="8049"/>
                    <a:pt x="69011" y="8688"/>
                  </a:cubicBezTo>
                  <a:cubicBezTo>
                    <a:pt x="67094" y="8049"/>
                    <a:pt x="65177" y="6772"/>
                    <a:pt x="63899" y="5496"/>
                  </a:cubicBezTo>
                  <a:cubicBezTo>
                    <a:pt x="59426" y="1027"/>
                    <a:pt x="53675" y="-888"/>
                    <a:pt x="47925" y="388"/>
                  </a:cubicBezTo>
                  <a:cubicBezTo>
                    <a:pt x="41535" y="2304"/>
                    <a:pt x="39617" y="8688"/>
                    <a:pt x="37701" y="13795"/>
                  </a:cubicBezTo>
                  <a:cubicBezTo>
                    <a:pt x="37062" y="15710"/>
                    <a:pt x="36423" y="17625"/>
                    <a:pt x="35145" y="19540"/>
                  </a:cubicBezTo>
                  <a:cubicBezTo>
                    <a:pt x="33228" y="20179"/>
                    <a:pt x="30672" y="20179"/>
                    <a:pt x="28755" y="20179"/>
                  </a:cubicBezTo>
                  <a:cubicBezTo>
                    <a:pt x="21087" y="17625"/>
                    <a:pt x="12780" y="22094"/>
                    <a:pt x="10863" y="30393"/>
                  </a:cubicBezTo>
                  <a:cubicBezTo>
                    <a:pt x="9585" y="34223"/>
                    <a:pt x="10224" y="38692"/>
                    <a:pt x="12780" y="42523"/>
                  </a:cubicBezTo>
                  <a:cubicBezTo>
                    <a:pt x="13419" y="44438"/>
                    <a:pt x="14058" y="46353"/>
                    <a:pt x="14058" y="48268"/>
                  </a:cubicBezTo>
                  <a:cubicBezTo>
                    <a:pt x="12780" y="49545"/>
                    <a:pt x="10863" y="51460"/>
                    <a:pt x="9585" y="52099"/>
                  </a:cubicBezTo>
                  <a:cubicBezTo>
                    <a:pt x="5112" y="55290"/>
                    <a:pt x="0" y="59121"/>
                    <a:pt x="0" y="65505"/>
                  </a:cubicBezTo>
                  <a:cubicBezTo>
                    <a:pt x="0" y="71889"/>
                    <a:pt x="5112" y="75719"/>
                    <a:pt x="9585" y="78911"/>
                  </a:cubicBezTo>
                  <a:cubicBezTo>
                    <a:pt x="11502" y="80188"/>
                    <a:pt x="12780" y="81465"/>
                    <a:pt x="14058" y="83380"/>
                  </a:cubicBezTo>
                  <a:cubicBezTo>
                    <a:pt x="14058" y="85295"/>
                    <a:pt x="13419" y="87849"/>
                    <a:pt x="12780" y="89764"/>
                  </a:cubicBezTo>
                  <a:cubicBezTo>
                    <a:pt x="10224" y="94871"/>
                    <a:pt x="10224" y="101255"/>
                    <a:pt x="12780" y="106362"/>
                  </a:cubicBezTo>
                  <a:cubicBezTo>
                    <a:pt x="16614" y="110831"/>
                    <a:pt x="23004" y="112746"/>
                    <a:pt x="28755" y="112108"/>
                  </a:cubicBezTo>
                  <a:cubicBezTo>
                    <a:pt x="30672" y="112108"/>
                    <a:pt x="32589" y="112108"/>
                    <a:pt x="34506" y="112746"/>
                  </a:cubicBezTo>
                  <a:cubicBezTo>
                    <a:pt x="35783" y="114662"/>
                    <a:pt x="36423" y="116577"/>
                    <a:pt x="37062" y="118492"/>
                  </a:cubicBezTo>
                  <a:cubicBezTo>
                    <a:pt x="38978" y="123599"/>
                    <a:pt x="40896" y="129983"/>
                    <a:pt x="46646" y="131898"/>
                  </a:cubicBezTo>
                  <a:cubicBezTo>
                    <a:pt x="52397" y="133175"/>
                    <a:pt x="58148" y="131260"/>
                    <a:pt x="62621" y="127430"/>
                  </a:cubicBezTo>
                  <a:cubicBezTo>
                    <a:pt x="64538" y="126153"/>
                    <a:pt x="65816" y="124876"/>
                    <a:pt x="67733" y="124238"/>
                  </a:cubicBezTo>
                  <a:cubicBezTo>
                    <a:pt x="69650" y="124876"/>
                    <a:pt x="71567" y="126153"/>
                    <a:pt x="72845" y="127430"/>
                  </a:cubicBezTo>
                  <a:cubicBezTo>
                    <a:pt x="76679" y="130622"/>
                    <a:pt x="81152" y="132537"/>
                    <a:pt x="85625" y="133175"/>
                  </a:cubicBezTo>
                  <a:cubicBezTo>
                    <a:pt x="86903" y="133175"/>
                    <a:pt x="88181" y="133175"/>
                    <a:pt x="89459" y="132537"/>
                  </a:cubicBezTo>
                  <a:cubicBezTo>
                    <a:pt x="95849" y="130622"/>
                    <a:pt x="97766" y="124238"/>
                    <a:pt x="99683" y="119130"/>
                  </a:cubicBezTo>
                  <a:cubicBezTo>
                    <a:pt x="100322" y="117215"/>
                    <a:pt x="100961" y="115300"/>
                    <a:pt x="102239" y="114023"/>
                  </a:cubicBezTo>
                  <a:cubicBezTo>
                    <a:pt x="104156" y="113385"/>
                    <a:pt x="106712" y="113385"/>
                    <a:pt x="108629" y="113385"/>
                  </a:cubicBezTo>
                  <a:cubicBezTo>
                    <a:pt x="116297" y="115938"/>
                    <a:pt x="124604" y="111470"/>
                    <a:pt x="126521" y="103170"/>
                  </a:cubicBezTo>
                  <a:cubicBezTo>
                    <a:pt x="127799" y="99340"/>
                    <a:pt x="127160" y="94871"/>
                    <a:pt x="124604" y="91041"/>
                  </a:cubicBezTo>
                  <a:cubicBezTo>
                    <a:pt x="123965" y="89126"/>
                    <a:pt x="123326" y="87210"/>
                    <a:pt x="123326" y="85295"/>
                  </a:cubicBezTo>
                  <a:cubicBezTo>
                    <a:pt x="124604" y="84018"/>
                    <a:pt x="125882" y="82742"/>
                    <a:pt x="127160" y="81465"/>
                  </a:cubicBezTo>
                  <a:cubicBezTo>
                    <a:pt x="131633" y="78273"/>
                    <a:pt x="136745" y="74442"/>
                    <a:pt x="136745" y="68058"/>
                  </a:cubicBezTo>
                  <a:cubicBezTo>
                    <a:pt x="136745" y="61674"/>
                    <a:pt x="131633" y="57206"/>
                    <a:pt x="127160" y="54014"/>
                  </a:cubicBezTo>
                  <a:close/>
                  <a:moveTo>
                    <a:pt x="119492" y="71250"/>
                  </a:moveTo>
                  <a:cubicBezTo>
                    <a:pt x="115658" y="73804"/>
                    <a:pt x="112463" y="76996"/>
                    <a:pt x="110546" y="81465"/>
                  </a:cubicBezTo>
                  <a:cubicBezTo>
                    <a:pt x="109268" y="85934"/>
                    <a:pt x="109907" y="91041"/>
                    <a:pt x="111824" y="94871"/>
                  </a:cubicBezTo>
                  <a:cubicBezTo>
                    <a:pt x="112463" y="96786"/>
                    <a:pt x="112463" y="98702"/>
                    <a:pt x="113102" y="99978"/>
                  </a:cubicBezTo>
                  <a:cubicBezTo>
                    <a:pt x="111185" y="99978"/>
                    <a:pt x="109268" y="100617"/>
                    <a:pt x="107351" y="100617"/>
                  </a:cubicBezTo>
                  <a:cubicBezTo>
                    <a:pt x="102878" y="99978"/>
                    <a:pt x="97766" y="101255"/>
                    <a:pt x="93932" y="103809"/>
                  </a:cubicBezTo>
                  <a:cubicBezTo>
                    <a:pt x="90737" y="107001"/>
                    <a:pt x="88181" y="110831"/>
                    <a:pt x="86903" y="115300"/>
                  </a:cubicBezTo>
                  <a:cubicBezTo>
                    <a:pt x="86264" y="117215"/>
                    <a:pt x="85625" y="119130"/>
                    <a:pt x="84347" y="121046"/>
                  </a:cubicBezTo>
                  <a:cubicBezTo>
                    <a:pt x="82430" y="120407"/>
                    <a:pt x="81152" y="119130"/>
                    <a:pt x="79235" y="117854"/>
                  </a:cubicBezTo>
                  <a:cubicBezTo>
                    <a:pt x="76040" y="114662"/>
                    <a:pt x="71567" y="112746"/>
                    <a:pt x="67094" y="112108"/>
                  </a:cubicBezTo>
                  <a:lnTo>
                    <a:pt x="67094" y="112108"/>
                  </a:lnTo>
                  <a:cubicBezTo>
                    <a:pt x="62621" y="112746"/>
                    <a:pt x="58148" y="114662"/>
                    <a:pt x="54314" y="117215"/>
                  </a:cubicBezTo>
                  <a:cubicBezTo>
                    <a:pt x="53036" y="118492"/>
                    <a:pt x="51119" y="119130"/>
                    <a:pt x="49841" y="119769"/>
                  </a:cubicBezTo>
                  <a:cubicBezTo>
                    <a:pt x="49202" y="117854"/>
                    <a:pt x="48563" y="116577"/>
                    <a:pt x="47925" y="114662"/>
                  </a:cubicBezTo>
                  <a:cubicBezTo>
                    <a:pt x="46646" y="110193"/>
                    <a:pt x="44730" y="105724"/>
                    <a:pt x="40896" y="102532"/>
                  </a:cubicBezTo>
                  <a:cubicBezTo>
                    <a:pt x="37062" y="99978"/>
                    <a:pt x="32589" y="99340"/>
                    <a:pt x="27477" y="99340"/>
                  </a:cubicBezTo>
                  <a:cubicBezTo>
                    <a:pt x="25560" y="99340"/>
                    <a:pt x="23004" y="99340"/>
                    <a:pt x="21726" y="99340"/>
                  </a:cubicBezTo>
                  <a:cubicBezTo>
                    <a:pt x="22365" y="97425"/>
                    <a:pt x="22365" y="95510"/>
                    <a:pt x="23004" y="94233"/>
                  </a:cubicBezTo>
                  <a:cubicBezTo>
                    <a:pt x="27477" y="85934"/>
                    <a:pt x="24921" y="75081"/>
                    <a:pt x="15975" y="69974"/>
                  </a:cubicBezTo>
                  <a:cubicBezTo>
                    <a:pt x="15975" y="69974"/>
                    <a:pt x="15336" y="69974"/>
                    <a:pt x="15336" y="69335"/>
                  </a:cubicBezTo>
                  <a:cubicBezTo>
                    <a:pt x="14058" y="68058"/>
                    <a:pt x="12780" y="66782"/>
                    <a:pt x="11502" y="65505"/>
                  </a:cubicBezTo>
                  <a:cubicBezTo>
                    <a:pt x="12780" y="64228"/>
                    <a:pt x="14058" y="62951"/>
                    <a:pt x="15975" y="61674"/>
                  </a:cubicBezTo>
                  <a:cubicBezTo>
                    <a:pt x="19809" y="59121"/>
                    <a:pt x="23004" y="55929"/>
                    <a:pt x="24921" y="51460"/>
                  </a:cubicBezTo>
                  <a:cubicBezTo>
                    <a:pt x="26199" y="46991"/>
                    <a:pt x="25560" y="41884"/>
                    <a:pt x="23643" y="38054"/>
                  </a:cubicBezTo>
                  <a:cubicBezTo>
                    <a:pt x="23004" y="36139"/>
                    <a:pt x="22365" y="34223"/>
                    <a:pt x="22365" y="32308"/>
                  </a:cubicBezTo>
                  <a:cubicBezTo>
                    <a:pt x="24282" y="32308"/>
                    <a:pt x="26199" y="32308"/>
                    <a:pt x="28116" y="31670"/>
                  </a:cubicBezTo>
                  <a:cubicBezTo>
                    <a:pt x="32589" y="32308"/>
                    <a:pt x="37701" y="31031"/>
                    <a:pt x="41535" y="29116"/>
                  </a:cubicBezTo>
                  <a:cubicBezTo>
                    <a:pt x="44730" y="25924"/>
                    <a:pt x="47285" y="22094"/>
                    <a:pt x="48563" y="17625"/>
                  </a:cubicBezTo>
                  <a:cubicBezTo>
                    <a:pt x="49202" y="15710"/>
                    <a:pt x="49841" y="13795"/>
                    <a:pt x="51119" y="11879"/>
                  </a:cubicBezTo>
                  <a:cubicBezTo>
                    <a:pt x="53036" y="12518"/>
                    <a:pt x="54314" y="13795"/>
                    <a:pt x="56231" y="15071"/>
                  </a:cubicBezTo>
                  <a:cubicBezTo>
                    <a:pt x="59426" y="18263"/>
                    <a:pt x="63899" y="20179"/>
                    <a:pt x="68372" y="20817"/>
                  </a:cubicBezTo>
                  <a:cubicBezTo>
                    <a:pt x="72845" y="20179"/>
                    <a:pt x="77318" y="18263"/>
                    <a:pt x="81152" y="15710"/>
                  </a:cubicBezTo>
                  <a:cubicBezTo>
                    <a:pt x="82430" y="14433"/>
                    <a:pt x="84347" y="13795"/>
                    <a:pt x="85625" y="13156"/>
                  </a:cubicBezTo>
                  <a:cubicBezTo>
                    <a:pt x="86264" y="15071"/>
                    <a:pt x="86903" y="16348"/>
                    <a:pt x="87542" y="18263"/>
                  </a:cubicBezTo>
                  <a:cubicBezTo>
                    <a:pt x="88820" y="22732"/>
                    <a:pt x="90737" y="27201"/>
                    <a:pt x="94571" y="30393"/>
                  </a:cubicBezTo>
                  <a:cubicBezTo>
                    <a:pt x="98405" y="32947"/>
                    <a:pt x="102878" y="33585"/>
                    <a:pt x="107990" y="33585"/>
                  </a:cubicBezTo>
                  <a:cubicBezTo>
                    <a:pt x="109907" y="33585"/>
                    <a:pt x="112463" y="33585"/>
                    <a:pt x="113741" y="34223"/>
                  </a:cubicBezTo>
                  <a:cubicBezTo>
                    <a:pt x="113102" y="36139"/>
                    <a:pt x="113102" y="38054"/>
                    <a:pt x="112463" y="39331"/>
                  </a:cubicBezTo>
                  <a:cubicBezTo>
                    <a:pt x="110546" y="43799"/>
                    <a:pt x="109907" y="48268"/>
                    <a:pt x="111185" y="53375"/>
                  </a:cubicBezTo>
                  <a:cubicBezTo>
                    <a:pt x="113102" y="57844"/>
                    <a:pt x="116297" y="61674"/>
                    <a:pt x="120131" y="64228"/>
                  </a:cubicBezTo>
                  <a:cubicBezTo>
                    <a:pt x="121409" y="65505"/>
                    <a:pt x="123326" y="66782"/>
                    <a:pt x="123965" y="68058"/>
                  </a:cubicBezTo>
                  <a:cubicBezTo>
                    <a:pt x="122048" y="68697"/>
                    <a:pt x="120770" y="69974"/>
                    <a:pt x="119492" y="71250"/>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45" name="Graphic 4">
              <a:extLst>
                <a:ext uri="{FF2B5EF4-FFF2-40B4-BE49-F238E27FC236}">
                  <a16:creationId xmlns:a16="http://schemas.microsoft.com/office/drawing/2014/main" id="{CC32E752-EF9C-10F6-A2CD-5BB14775BD21}"/>
                </a:ext>
              </a:extLst>
            </p:cNvPr>
            <p:cNvSpPr/>
            <p:nvPr/>
          </p:nvSpPr>
          <p:spPr>
            <a:xfrm>
              <a:off x="2662886" y="1611148"/>
              <a:ext cx="50682" cy="50765"/>
            </a:xfrm>
            <a:custGeom>
              <a:avLst/>
              <a:gdLst>
                <a:gd name="connsiteX0" fmla="*/ 37501 w 50682"/>
                <a:gd name="connsiteY0" fmla="*/ 2885 h 50765"/>
                <a:gd name="connsiteX1" fmla="*/ 2995 w 50682"/>
                <a:gd name="connsiteY1" fmla="*/ 13738 h 50765"/>
                <a:gd name="connsiteX2" fmla="*/ 1078 w 50682"/>
                <a:gd name="connsiteY2" fmla="*/ 32890 h 50765"/>
                <a:gd name="connsiteX3" fmla="*/ 25360 w 50682"/>
                <a:gd name="connsiteY3" fmla="*/ 50765 h 50765"/>
                <a:gd name="connsiteX4" fmla="*/ 33028 w 50682"/>
                <a:gd name="connsiteY4" fmla="*/ 49488 h 50765"/>
                <a:gd name="connsiteX5" fmla="*/ 49642 w 50682"/>
                <a:gd name="connsiteY5" fmla="*/ 17568 h 50765"/>
                <a:gd name="connsiteX6" fmla="*/ 37501 w 50682"/>
                <a:gd name="connsiteY6" fmla="*/ 2885 h 50765"/>
                <a:gd name="connsiteX7" fmla="*/ 37501 w 50682"/>
                <a:gd name="connsiteY7" fmla="*/ 2885 h 50765"/>
                <a:gd name="connsiteX8" fmla="*/ 29194 w 50682"/>
                <a:gd name="connsiteY8" fmla="*/ 37359 h 50765"/>
                <a:gd name="connsiteX9" fmla="*/ 13219 w 50682"/>
                <a:gd name="connsiteY9" fmla="*/ 29059 h 50765"/>
                <a:gd name="connsiteX10" fmla="*/ 22165 w 50682"/>
                <a:gd name="connsiteY10" fmla="*/ 13099 h 50765"/>
                <a:gd name="connsiteX11" fmla="*/ 25360 w 50682"/>
                <a:gd name="connsiteY11" fmla="*/ 12461 h 50765"/>
                <a:gd name="connsiteX12" fmla="*/ 37501 w 50682"/>
                <a:gd name="connsiteY12" fmla="*/ 21399 h 50765"/>
                <a:gd name="connsiteX13" fmla="*/ 29194 w 50682"/>
                <a:gd name="connsiteY13" fmla="*/ 37359 h 50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0682" h="50765">
                  <a:moveTo>
                    <a:pt x="37501" y="2885"/>
                  </a:moveTo>
                  <a:cubicBezTo>
                    <a:pt x="25360" y="-3499"/>
                    <a:pt x="10024" y="970"/>
                    <a:pt x="2995" y="13738"/>
                  </a:cubicBezTo>
                  <a:cubicBezTo>
                    <a:pt x="-200" y="19483"/>
                    <a:pt x="-839" y="26506"/>
                    <a:pt x="1078" y="32890"/>
                  </a:cubicBezTo>
                  <a:cubicBezTo>
                    <a:pt x="4273" y="43743"/>
                    <a:pt x="14497" y="50765"/>
                    <a:pt x="25360" y="50765"/>
                  </a:cubicBezTo>
                  <a:cubicBezTo>
                    <a:pt x="27916" y="50765"/>
                    <a:pt x="30472" y="50127"/>
                    <a:pt x="33028" y="49488"/>
                  </a:cubicBezTo>
                  <a:cubicBezTo>
                    <a:pt x="46447" y="45019"/>
                    <a:pt x="53476" y="30975"/>
                    <a:pt x="49642" y="17568"/>
                  </a:cubicBezTo>
                  <a:cubicBezTo>
                    <a:pt x="47725" y="10546"/>
                    <a:pt x="43252" y="5439"/>
                    <a:pt x="37501" y="2885"/>
                  </a:cubicBezTo>
                  <a:lnTo>
                    <a:pt x="37501" y="2885"/>
                  </a:lnTo>
                  <a:close/>
                  <a:moveTo>
                    <a:pt x="29194" y="37359"/>
                  </a:moveTo>
                  <a:cubicBezTo>
                    <a:pt x="22804" y="39274"/>
                    <a:pt x="15775" y="35443"/>
                    <a:pt x="13219" y="29059"/>
                  </a:cubicBezTo>
                  <a:cubicBezTo>
                    <a:pt x="11302" y="22037"/>
                    <a:pt x="15136" y="15015"/>
                    <a:pt x="22165" y="13099"/>
                  </a:cubicBezTo>
                  <a:cubicBezTo>
                    <a:pt x="23443" y="12461"/>
                    <a:pt x="24721" y="12461"/>
                    <a:pt x="25360" y="12461"/>
                  </a:cubicBezTo>
                  <a:cubicBezTo>
                    <a:pt x="31111" y="12461"/>
                    <a:pt x="35584" y="16291"/>
                    <a:pt x="37501" y="21399"/>
                  </a:cubicBezTo>
                  <a:cubicBezTo>
                    <a:pt x="39418" y="27783"/>
                    <a:pt x="36223" y="34805"/>
                    <a:pt x="29194" y="37359"/>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46" name="Graphic 4">
              <a:extLst>
                <a:ext uri="{FF2B5EF4-FFF2-40B4-BE49-F238E27FC236}">
                  <a16:creationId xmlns:a16="http://schemas.microsoft.com/office/drawing/2014/main" id="{AD1E6608-1D56-428E-399E-7E08C7682912}"/>
                </a:ext>
              </a:extLst>
            </p:cNvPr>
            <p:cNvSpPr/>
            <p:nvPr/>
          </p:nvSpPr>
          <p:spPr>
            <a:xfrm>
              <a:off x="2725947" y="1463621"/>
              <a:ext cx="138022" cy="133175"/>
            </a:xfrm>
            <a:custGeom>
              <a:avLst/>
              <a:gdLst>
                <a:gd name="connsiteX0" fmla="*/ 128438 w 138022"/>
                <a:gd name="connsiteY0" fmla="*/ 54014 h 133175"/>
                <a:gd name="connsiteX1" fmla="*/ 123326 w 138022"/>
                <a:gd name="connsiteY1" fmla="*/ 49545 h 133175"/>
                <a:gd name="connsiteX2" fmla="*/ 124604 w 138022"/>
                <a:gd name="connsiteY2" fmla="*/ 43161 h 133175"/>
                <a:gd name="connsiteX3" fmla="*/ 120770 w 138022"/>
                <a:gd name="connsiteY3" fmla="*/ 22732 h 133175"/>
                <a:gd name="connsiteX4" fmla="*/ 108629 w 138022"/>
                <a:gd name="connsiteY4" fmla="*/ 20817 h 133175"/>
                <a:gd name="connsiteX5" fmla="*/ 102878 w 138022"/>
                <a:gd name="connsiteY5" fmla="*/ 20179 h 133175"/>
                <a:gd name="connsiteX6" fmla="*/ 100322 w 138022"/>
                <a:gd name="connsiteY6" fmla="*/ 14433 h 133175"/>
                <a:gd name="connsiteX7" fmla="*/ 90737 w 138022"/>
                <a:gd name="connsiteY7" fmla="*/ 1027 h 133175"/>
                <a:gd name="connsiteX8" fmla="*/ 74762 w 138022"/>
                <a:gd name="connsiteY8" fmla="*/ 5495 h 133175"/>
                <a:gd name="connsiteX9" fmla="*/ 66455 w 138022"/>
                <a:gd name="connsiteY9" fmla="*/ 8049 h 133175"/>
                <a:gd name="connsiteX10" fmla="*/ 63899 w 138022"/>
                <a:gd name="connsiteY10" fmla="*/ 5495 h 133175"/>
                <a:gd name="connsiteX11" fmla="*/ 47925 w 138022"/>
                <a:gd name="connsiteY11" fmla="*/ 388 h 133175"/>
                <a:gd name="connsiteX12" fmla="*/ 37701 w 138022"/>
                <a:gd name="connsiteY12" fmla="*/ 13795 h 133175"/>
                <a:gd name="connsiteX13" fmla="*/ 35145 w 138022"/>
                <a:gd name="connsiteY13" fmla="*/ 19540 h 133175"/>
                <a:gd name="connsiteX14" fmla="*/ 28755 w 138022"/>
                <a:gd name="connsiteY14" fmla="*/ 20179 h 133175"/>
                <a:gd name="connsiteX15" fmla="*/ 10863 w 138022"/>
                <a:gd name="connsiteY15" fmla="*/ 30393 h 133175"/>
                <a:gd name="connsiteX16" fmla="*/ 12780 w 138022"/>
                <a:gd name="connsiteY16" fmla="*/ 42523 h 133175"/>
                <a:gd name="connsiteX17" fmla="*/ 14058 w 138022"/>
                <a:gd name="connsiteY17" fmla="*/ 48268 h 133175"/>
                <a:gd name="connsiteX18" fmla="*/ 9585 w 138022"/>
                <a:gd name="connsiteY18" fmla="*/ 52099 h 133175"/>
                <a:gd name="connsiteX19" fmla="*/ 0 w 138022"/>
                <a:gd name="connsiteY19" fmla="*/ 65505 h 133175"/>
                <a:gd name="connsiteX20" fmla="*/ 9585 w 138022"/>
                <a:gd name="connsiteY20" fmla="*/ 78911 h 133175"/>
                <a:gd name="connsiteX21" fmla="*/ 14697 w 138022"/>
                <a:gd name="connsiteY21" fmla="*/ 83380 h 133175"/>
                <a:gd name="connsiteX22" fmla="*/ 13419 w 138022"/>
                <a:gd name="connsiteY22" fmla="*/ 89764 h 133175"/>
                <a:gd name="connsiteX23" fmla="*/ 17253 w 138022"/>
                <a:gd name="connsiteY23" fmla="*/ 110193 h 133175"/>
                <a:gd name="connsiteX24" fmla="*/ 29394 w 138022"/>
                <a:gd name="connsiteY24" fmla="*/ 112108 h 133175"/>
                <a:gd name="connsiteX25" fmla="*/ 35145 w 138022"/>
                <a:gd name="connsiteY25" fmla="*/ 112746 h 133175"/>
                <a:gd name="connsiteX26" fmla="*/ 37701 w 138022"/>
                <a:gd name="connsiteY26" fmla="*/ 118492 h 133175"/>
                <a:gd name="connsiteX27" fmla="*/ 47285 w 138022"/>
                <a:gd name="connsiteY27" fmla="*/ 131898 h 133175"/>
                <a:gd name="connsiteX28" fmla="*/ 63260 w 138022"/>
                <a:gd name="connsiteY28" fmla="*/ 127430 h 133175"/>
                <a:gd name="connsiteX29" fmla="*/ 68372 w 138022"/>
                <a:gd name="connsiteY29" fmla="*/ 124238 h 133175"/>
                <a:gd name="connsiteX30" fmla="*/ 73484 w 138022"/>
                <a:gd name="connsiteY30" fmla="*/ 127430 h 133175"/>
                <a:gd name="connsiteX31" fmla="*/ 86264 w 138022"/>
                <a:gd name="connsiteY31" fmla="*/ 133175 h 133175"/>
                <a:gd name="connsiteX32" fmla="*/ 89459 w 138022"/>
                <a:gd name="connsiteY32" fmla="*/ 132537 h 133175"/>
                <a:gd name="connsiteX33" fmla="*/ 99683 w 138022"/>
                <a:gd name="connsiteY33" fmla="*/ 119130 h 133175"/>
                <a:gd name="connsiteX34" fmla="*/ 102239 w 138022"/>
                <a:gd name="connsiteY34" fmla="*/ 114023 h 133175"/>
                <a:gd name="connsiteX35" fmla="*/ 108629 w 138022"/>
                <a:gd name="connsiteY35" fmla="*/ 113385 h 133175"/>
                <a:gd name="connsiteX36" fmla="*/ 126521 w 138022"/>
                <a:gd name="connsiteY36" fmla="*/ 103170 h 133175"/>
                <a:gd name="connsiteX37" fmla="*/ 125243 w 138022"/>
                <a:gd name="connsiteY37" fmla="*/ 91679 h 133175"/>
                <a:gd name="connsiteX38" fmla="*/ 123965 w 138022"/>
                <a:gd name="connsiteY38" fmla="*/ 85934 h 133175"/>
                <a:gd name="connsiteX39" fmla="*/ 128438 w 138022"/>
                <a:gd name="connsiteY39" fmla="*/ 82103 h 133175"/>
                <a:gd name="connsiteX40" fmla="*/ 138023 w 138022"/>
                <a:gd name="connsiteY40" fmla="*/ 68697 h 133175"/>
                <a:gd name="connsiteX41" fmla="*/ 128438 w 138022"/>
                <a:gd name="connsiteY41" fmla="*/ 54014 h 133175"/>
                <a:gd name="connsiteX42" fmla="*/ 120131 w 138022"/>
                <a:gd name="connsiteY42" fmla="*/ 71251 h 133175"/>
                <a:gd name="connsiteX43" fmla="*/ 111824 w 138022"/>
                <a:gd name="connsiteY43" fmla="*/ 94233 h 133175"/>
                <a:gd name="connsiteX44" fmla="*/ 112463 w 138022"/>
                <a:gd name="connsiteY44" fmla="*/ 94871 h 133175"/>
                <a:gd name="connsiteX45" fmla="*/ 113741 w 138022"/>
                <a:gd name="connsiteY45" fmla="*/ 100617 h 133175"/>
                <a:gd name="connsiteX46" fmla="*/ 107990 w 138022"/>
                <a:gd name="connsiteY46" fmla="*/ 101255 h 133175"/>
                <a:gd name="connsiteX47" fmla="*/ 94571 w 138022"/>
                <a:gd name="connsiteY47" fmla="*/ 103809 h 133175"/>
                <a:gd name="connsiteX48" fmla="*/ 87542 w 138022"/>
                <a:gd name="connsiteY48" fmla="*/ 115300 h 133175"/>
                <a:gd name="connsiteX49" fmla="*/ 84986 w 138022"/>
                <a:gd name="connsiteY49" fmla="*/ 120407 h 133175"/>
                <a:gd name="connsiteX50" fmla="*/ 79874 w 138022"/>
                <a:gd name="connsiteY50" fmla="*/ 117215 h 133175"/>
                <a:gd name="connsiteX51" fmla="*/ 67733 w 138022"/>
                <a:gd name="connsiteY51" fmla="*/ 111470 h 133175"/>
                <a:gd name="connsiteX52" fmla="*/ 67733 w 138022"/>
                <a:gd name="connsiteY52" fmla="*/ 111470 h 133175"/>
                <a:gd name="connsiteX53" fmla="*/ 54954 w 138022"/>
                <a:gd name="connsiteY53" fmla="*/ 116577 h 133175"/>
                <a:gd name="connsiteX54" fmla="*/ 50480 w 138022"/>
                <a:gd name="connsiteY54" fmla="*/ 119130 h 133175"/>
                <a:gd name="connsiteX55" fmla="*/ 48564 w 138022"/>
                <a:gd name="connsiteY55" fmla="*/ 114023 h 133175"/>
                <a:gd name="connsiteX56" fmla="*/ 29394 w 138022"/>
                <a:gd name="connsiteY56" fmla="*/ 98702 h 133175"/>
                <a:gd name="connsiteX57" fmla="*/ 28116 w 138022"/>
                <a:gd name="connsiteY57" fmla="*/ 98702 h 133175"/>
                <a:gd name="connsiteX58" fmla="*/ 22365 w 138022"/>
                <a:gd name="connsiteY58" fmla="*/ 98702 h 133175"/>
                <a:gd name="connsiteX59" fmla="*/ 23643 w 138022"/>
                <a:gd name="connsiteY59" fmla="*/ 92956 h 133175"/>
                <a:gd name="connsiteX60" fmla="*/ 16614 w 138022"/>
                <a:gd name="connsiteY60" fmla="*/ 68697 h 133175"/>
                <a:gd name="connsiteX61" fmla="*/ 15975 w 138022"/>
                <a:gd name="connsiteY61" fmla="*/ 68059 h 133175"/>
                <a:gd name="connsiteX62" fmla="*/ 12141 w 138022"/>
                <a:gd name="connsiteY62" fmla="*/ 64228 h 133175"/>
                <a:gd name="connsiteX63" fmla="*/ 16614 w 138022"/>
                <a:gd name="connsiteY63" fmla="*/ 60398 h 133175"/>
                <a:gd name="connsiteX64" fmla="*/ 25560 w 138022"/>
                <a:gd name="connsiteY64" fmla="*/ 50183 h 133175"/>
                <a:gd name="connsiteX65" fmla="*/ 24282 w 138022"/>
                <a:gd name="connsiteY65" fmla="*/ 36777 h 133175"/>
                <a:gd name="connsiteX66" fmla="*/ 23004 w 138022"/>
                <a:gd name="connsiteY66" fmla="*/ 31031 h 133175"/>
                <a:gd name="connsiteX67" fmla="*/ 28755 w 138022"/>
                <a:gd name="connsiteY67" fmla="*/ 31031 h 133175"/>
                <a:gd name="connsiteX68" fmla="*/ 42174 w 138022"/>
                <a:gd name="connsiteY68" fmla="*/ 28478 h 133175"/>
                <a:gd name="connsiteX69" fmla="*/ 49202 w 138022"/>
                <a:gd name="connsiteY69" fmla="*/ 16987 h 133175"/>
                <a:gd name="connsiteX70" fmla="*/ 51759 w 138022"/>
                <a:gd name="connsiteY70" fmla="*/ 11879 h 133175"/>
                <a:gd name="connsiteX71" fmla="*/ 56870 w 138022"/>
                <a:gd name="connsiteY71" fmla="*/ 15071 h 133175"/>
                <a:gd name="connsiteX72" fmla="*/ 69011 w 138022"/>
                <a:gd name="connsiteY72" fmla="*/ 20817 h 133175"/>
                <a:gd name="connsiteX73" fmla="*/ 81791 w 138022"/>
                <a:gd name="connsiteY73" fmla="*/ 15710 h 133175"/>
                <a:gd name="connsiteX74" fmla="*/ 86264 w 138022"/>
                <a:gd name="connsiteY74" fmla="*/ 13156 h 133175"/>
                <a:gd name="connsiteX75" fmla="*/ 88181 w 138022"/>
                <a:gd name="connsiteY75" fmla="*/ 18263 h 133175"/>
                <a:gd name="connsiteX76" fmla="*/ 107351 w 138022"/>
                <a:gd name="connsiteY76" fmla="*/ 33585 h 133175"/>
                <a:gd name="connsiteX77" fmla="*/ 107990 w 138022"/>
                <a:gd name="connsiteY77" fmla="*/ 33585 h 133175"/>
                <a:gd name="connsiteX78" fmla="*/ 113741 w 138022"/>
                <a:gd name="connsiteY78" fmla="*/ 33585 h 133175"/>
                <a:gd name="connsiteX79" fmla="*/ 112463 w 138022"/>
                <a:gd name="connsiteY79" fmla="*/ 38692 h 133175"/>
                <a:gd name="connsiteX80" fmla="*/ 119492 w 138022"/>
                <a:gd name="connsiteY80" fmla="*/ 62951 h 133175"/>
                <a:gd name="connsiteX81" fmla="*/ 120131 w 138022"/>
                <a:gd name="connsiteY81" fmla="*/ 63590 h 133175"/>
                <a:gd name="connsiteX82" fmla="*/ 123965 w 138022"/>
                <a:gd name="connsiteY82" fmla="*/ 67420 h 133175"/>
                <a:gd name="connsiteX83" fmla="*/ 120131 w 138022"/>
                <a:gd name="connsiteY83" fmla="*/ 71251 h 133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Lst>
              <a:rect l="l" t="t" r="r" b="b"/>
              <a:pathLst>
                <a:path w="138022" h="133175">
                  <a:moveTo>
                    <a:pt x="128438" y="54014"/>
                  </a:moveTo>
                  <a:cubicBezTo>
                    <a:pt x="126521" y="52737"/>
                    <a:pt x="125243" y="51460"/>
                    <a:pt x="123326" y="49545"/>
                  </a:cubicBezTo>
                  <a:cubicBezTo>
                    <a:pt x="123326" y="47630"/>
                    <a:pt x="123965" y="45076"/>
                    <a:pt x="124604" y="43161"/>
                  </a:cubicBezTo>
                  <a:cubicBezTo>
                    <a:pt x="129077" y="36777"/>
                    <a:pt x="127160" y="27201"/>
                    <a:pt x="120770" y="22732"/>
                  </a:cubicBezTo>
                  <a:cubicBezTo>
                    <a:pt x="116936" y="20179"/>
                    <a:pt x="112463" y="19540"/>
                    <a:pt x="108629" y="20817"/>
                  </a:cubicBezTo>
                  <a:cubicBezTo>
                    <a:pt x="106712" y="20817"/>
                    <a:pt x="104795" y="20817"/>
                    <a:pt x="102878" y="20179"/>
                  </a:cubicBezTo>
                  <a:cubicBezTo>
                    <a:pt x="101600" y="18263"/>
                    <a:pt x="100961" y="16348"/>
                    <a:pt x="100322" y="14433"/>
                  </a:cubicBezTo>
                  <a:cubicBezTo>
                    <a:pt x="98405" y="9326"/>
                    <a:pt x="96488" y="2942"/>
                    <a:pt x="90737" y="1027"/>
                  </a:cubicBezTo>
                  <a:cubicBezTo>
                    <a:pt x="84986" y="-250"/>
                    <a:pt x="79235" y="1665"/>
                    <a:pt x="74762" y="5495"/>
                  </a:cubicBezTo>
                  <a:cubicBezTo>
                    <a:pt x="73484" y="8687"/>
                    <a:pt x="69650" y="9326"/>
                    <a:pt x="66455" y="8049"/>
                  </a:cubicBezTo>
                  <a:cubicBezTo>
                    <a:pt x="65177" y="7411"/>
                    <a:pt x="64538" y="6772"/>
                    <a:pt x="63899" y="5495"/>
                  </a:cubicBezTo>
                  <a:cubicBezTo>
                    <a:pt x="59426" y="1027"/>
                    <a:pt x="53675" y="-888"/>
                    <a:pt x="47925" y="388"/>
                  </a:cubicBezTo>
                  <a:cubicBezTo>
                    <a:pt x="41535" y="2304"/>
                    <a:pt x="38979" y="8687"/>
                    <a:pt x="37701" y="13795"/>
                  </a:cubicBezTo>
                  <a:cubicBezTo>
                    <a:pt x="37062" y="15710"/>
                    <a:pt x="36423" y="17625"/>
                    <a:pt x="35145" y="19540"/>
                  </a:cubicBezTo>
                  <a:cubicBezTo>
                    <a:pt x="33228" y="20179"/>
                    <a:pt x="30672" y="20179"/>
                    <a:pt x="28755" y="20179"/>
                  </a:cubicBezTo>
                  <a:cubicBezTo>
                    <a:pt x="21087" y="17625"/>
                    <a:pt x="12780" y="22732"/>
                    <a:pt x="10863" y="30393"/>
                  </a:cubicBezTo>
                  <a:cubicBezTo>
                    <a:pt x="9585" y="34223"/>
                    <a:pt x="10224" y="38692"/>
                    <a:pt x="12780" y="42523"/>
                  </a:cubicBezTo>
                  <a:cubicBezTo>
                    <a:pt x="13419" y="44438"/>
                    <a:pt x="14058" y="46353"/>
                    <a:pt x="14058" y="48268"/>
                  </a:cubicBezTo>
                  <a:cubicBezTo>
                    <a:pt x="12780" y="49545"/>
                    <a:pt x="10863" y="50822"/>
                    <a:pt x="9585" y="52099"/>
                  </a:cubicBezTo>
                  <a:cubicBezTo>
                    <a:pt x="5112" y="55291"/>
                    <a:pt x="0" y="59121"/>
                    <a:pt x="0" y="65505"/>
                  </a:cubicBezTo>
                  <a:cubicBezTo>
                    <a:pt x="0" y="71889"/>
                    <a:pt x="5112" y="75719"/>
                    <a:pt x="9585" y="78911"/>
                  </a:cubicBezTo>
                  <a:cubicBezTo>
                    <a:pt x="11502" y="80188"/>
                    <a:pt x="12780" y="81465"/>
                    <a:pt x="14697" y="83380"/>
                  </a:cubicBezTo>
                  <a:cubicBezTo>
                    <a:pt x="14697" y="85295"/>
                    <a:pt x="14058" y="87849"/>
                    <a:pt x="13419" y="89764"/>
                  </a:cubicBezTo>
                  <a:cubicBezTo>
                    <a:pt x="8946" y="96786"/>
                    <a:pt x="10863" y="105724"/>
                    <a:pt x="17253" y="110193"/>
                  </a:cubicBezTo>
                  <a:cubicBezTo>
                    <a:pt x="20448" y="112746"/>
                    <a:pt x="24921" y="113385"/>
                    <a:pt x="29394" y="112108"/>
                  </a:cubicBezTo>
                  <a:cubicBezTo>
                    <a:pt x="31311" y="112108"/>
                    <a:pt x="33228" y="112108"/>
                    <a:pt x="35145" y="112746"/>
                  </a:cubicBezTo>
                  <a:cubicBezTo>
                    <a:pt x="36423" y="114662"/>
                    <a:pt x="37062" y="116577"/>
                    <a:pt x="37701" y="118492"/>
                  </a:cubicBezTo>
                  <a:cubicBezTo>
                    <a:pt x="39617" y="123599"/>
                    <a:pt x="41535" y="129983"/>
                    <a:pt x="47285" y="131898"/>
                  </a:cubicBezTo>
                  <a:cubicBezTo>
                    <a:pt x="53036" y="133175"/>
                    <a:pt x="58787" y="131260"/>
                    <a:pt x="63260" y="127430"/>
                  </a:cubicBezTo>
                  <a:cubicBezTo>
                    <a:pt x="65177" y="126153"/>
                    <a:pt x="66455" y="124876"/>
                    <a:pt x="68372" y="124238"/>
                  </a:cubicBezTo>
                  <a:cubicBezTo>
                    <a:pt x="70289" y="124876"/>
                    <a:pt x="72206" y="126153"/>
                    <a:pt x="73484" y="127430"/>
                  </a:cubicBezTo>
                  <a:cubicBezTo>
                    <a:pt x="77318" y="130622"/>
                    <a:pt x="81791" y="132537"/>
                    <a:pt x="86264" y="133175"/>
                  </a:cubicBezTo>
                  <a:cubicBezTo>
                    <a:pt x="87542" y="133175"/>
                    <a:pt x="88820" y="133175"/>
                    <a:pt x="89459" y="132537"/>
                  </a:cubicBezTo>
                  <a:cubicBezTo>
                    <a:pt x="95849" y="130622"/>
                    <a:pt x="97766" y="124238"/>
                    <a:pt x="99683" y="119130"/>
                  </a:cubicBezTo>
                  <a:cubicBezTo>
                    <a:pt x="100322" y="117215"/>
                    <a:pt x="100961" y="115300"/>
                    <a:pt x="102239" y="114023"/>
                  </a:cubicBezTo>
                  <a:cubicBezTo>
                    <a:pt x="104156" y="113385"/>
                    <a:pt x="106712" y="113385"/>
                    <a:pt x="108629" y="113385"/>
                  </a:cubicBezTo>
                  <a:cubicBezTo>
                    <a:pt x="116297" y="115300"/>
                    <a:pt x="124604" y="110831"/>
                    <a:pt x="126521" y="103170"/>
                  </a:cubicBezTo>
                  <a:cubicBezTo>
                    <a:pt x="127799" y="99340"/>
                    <a:pt x="127160" y="94871"/>
                    <a:pt x="125243" y="91679"/>
                  </a:cubicBezTo>
                  <a:cubicBezTo>
                    <a:pt x="124604" y="89764"/>
                    <a:pt x="123965" y="87849"/>
                    <a:pt x="123965" y="85934"/>
                  </a:cubicBezTo>
                  <a:cubicBezTo>
                    <a:pt x="125243" y="84657"/>
                    <a:pt x="127160" y="83380"/>
                    <a:pt x="128438" y="82103"/>
                  </a:cubicBezTo>
                  <a:cubicBezTo>
                    <a:pt x="133550" y="79550"/>
                    <a:pt x="137384" y="74443"/>
                    <a:pt x="138023" y="68697"/>
                  </a:cubicBezTo>
                  <a:cubicBezTo>
                    <a:pt x="138023" y="61675"/>
                    <a:pt x="132911" y="57206"/>
                    <a:pt x="128438" y="54014"/>
                  </a:cubicBezTo>
                  <a:close/>
                  <a:moveTo>
                    <a:pt x="120131" y="71251"/>
                  </a:moveTo>
                  <a:cubicBezTo>
                    <a:pt x="111185" y="75081"/>
                    <a:pt x="107990" y="85934"/>
                    <a:pt x="111824" y="94233"/>
                  </a:cubicBezTo>
                  <a:cubicBezTo>
                    <a:pt x="111824" y="94233"/>
                    <a:pt x="111824" y="94871"/>
                    <a:pt x="112463" y="94871"/>
                  </a:cubicBezTo>
                  <a:cubicBezTo>
                    <a:pt x="113102" y="96786"/>
                    <a:pt x="113741" y="98702"/>
                    <a:pt x="113741" y="100617"/>
                  </a:cubicBezTo>
                  <a:cubicBezTo>
                    <a:pt x="111824" y="100617"/>
                    <a:pt x="109907" y="101255"/>
                    <a:pt x="107990" y="101255"/>
                  </a:cubicBezTo>
                  <a:cubicBezTo>
                    <a:pt x="103517" y="100617"/>
                    <a:pt x="98405" y="101894"/>
                    <a:pt x="94571" y="103809"/>
                  </a:cubicBezTo>
                  <a:cubicBezTo>
                    <a:pt x="91376" y="107001"/>
                    <a:pt x="88820" y="110831"/>
                    <a:pt x="87542" y="115300"/>
                  </a:cubicBezTo>
                  <a:cubicBezTo>
                    <a:pt x="86903" y="117215"/>
                    <a:pt x="86264" y="119130"/>
                    <a:pt x="84986" y="120407"/>
                  </a:cubicBezTo>
                  <a:cubicBezTo>
                    <a:pt x="83069" y="119769"/>
                    <a:pt x="81791" y="118492"/>
                    <a:pt x="79874" y="117215"/>
                  </a:cubicBezTo>
                  <a:cubicBezTo>
                    <a:pt x="76679" y="114023"/>
                    <a:pt x="72206" y="112108"/>
                    <a:pt x="67733" y="111470"/>
                  </a:cubicBezTo>
                  <a:lnTo>
                    <a:pt x="67733" y="111470"/>
                  </a:lnTo>
                  <a:cubicBezTo>
                    <a:pt x="63260" y="112108"/>
                    <a:pt x="58787" y="114023"/>
                    <a:pt x="54954" y="116577"/>
                  </a:cubicBezTo>
                  <a:cubicBezTo>
                    <a:pt x="53675" y="117854"/>
                    <a:pt x="51759" y="118492"/>
                    <a:pt x="50480" y="119130"/>
                  </a:cubicBezTo>
                  <a:cubicBezTo>
                    <a:pt x="49841" y="117215"/>
                    <a:pt x="49202" y="115938"/>
                    <a:pt x="48564" y="114023"/>
                  </a:cubicBezTo>
                  <a:cubicBezTo>
                    <a:pt x="47285" y="104447"/>
                    <a:pt x="38979" y="98063"/>
                    <a:pt x="29394" y="98702"/>
                  </a:cubicBezTo>
                  <a:cubicBezTo>
                    <a:pt x="28755" y="98702"/>
                    <a:pt x="28755" y="98702"/>
                    <a:pt x="28116" y="98702"/>
                  </a:cubicBezTo>
                  <a:lnTo>
                    <a:pt x="22365" y="98702"/>
                  </a:lnTo>
                  <a:cubicBezTo>
                    <a:pt x="22365" y="96786"/>
                    <a:pt x="23004" y="94871"/>
                    <a:pt x="23643" y="92956"/>
                  </a:cubicBezTo>
                  <a:cubicBezTo>
                    <a:pt x="28116" y="84657"/>
                    <a:pt x="25560" y="73804"/>
                    <a:pt x="16614" y="68697"/>
                  </a:cubicBezTo>
                  <a:cubicBezTo>
                    <a:pt x="16614" y="68697"/>
                    <a:pt x="15975" y="68697"/>
                    <a:pt x="15975" y="68059"/>
                  </a:cubicBezTo>
                  <a:cubicBezTo>
                    <a:pt x="14697" y="66782"/>
                    <a:pt x="13419" y="65505"/>
                    <a:pt x="12141" y="64228"/>
                  </a:cubicBezTo>
                  <a:cubicBezTo>
                    <a:pt x="13419" y="62951"/>
                    <a:pt x="14697" y="61675"/>
                    <a:pt x="16614" y="60398"/>
                  </a:cubicBezTo>
                  <a:cubicBezTo>
                    <a:pt x="20448" y="57844"/>
                    <a:pt x="23643" y="54652"/>
                    <a:pt x="25560" y="50183"/>
                  </a:cubicBezTo>
                  <a:cubicBezTo>
                    <a:pt x="26838" y="45715"/>
                    <a:pt x="26199" y="40607"/>
                    <a:pt x="24282" y="36777"/>
                  </a:cubicBezTo>
                  <a:cubicBezTo>
                    <a:pt x="23643" y="34862"/>
                    <a:pt x="23004" y="32947"/>
                    <a:pt x="23004" y="31031"/>
                  </a:cubicBezTo>
                  <a:cubicBezTo>
                    <a:pt x="24921" y="31031"/>
                    <a:pt x="26838" y="31031"/>
                    <a:pt x="28755" y="31031"/>
                  </a:cubicBezTo>
                  <a:cubicBezTo>
                    <a:pt x="33228" y="31670"/>
                    <a:pt x="38340" y="30393"/>
                    <a:pt x="42174" y="28478"/>
                  </a:cubicBezTo>
                  <a:cubicBezTo>
                    <a:pt x="45369" y="25286"/>
                    <a:pt x="47925" y="21455"/>
                    <a:pt x="49202" y="16987"/>
                  </a:cubicBezTo>
                  <a:cubicBezTo>
                    <a:pt x="49841" y="15071"/>
                    <a:pt x="50480" y="13156"/>
                    <a:pt x="51759" y="11879"/>
                  </a:cubicBezTo>
                  <a:cubicBezTo>
                    <a:pt x="53675" y="12518"/>
                    <a:pt x="54954" y="13795"/>
                    <a:pt x="56870" y="15071"/>
                  </a:cubicBezTo>
                  <a:cubicBezTo>
                    <a:pt x="60065" y="18263"/>
                    <a:pt x="64538" y="20179"/>
                    <a:pt x="69011" y="20817"/>
                  </a:cubicBezTo>
                  <a:cubicBezTo>
                    <a:pt x="73484" y="20179"/>
                    <a:pt x="77957" y="18263"/>
                    <a:pt x="81791" y="15710"/>
                  </a:cubicBezTo>
                  <a:cubicBezTo>
                    <a:pt x="83069" y="14433"/>
                    <a:pt x="84986" y="13795"/>
                    <a:pt x="86264" y="13156"/>
                  </a:cubicBezTo>
                  <a:cubicBezTo>
                    <a:pt x="86903" y="15071"/>
                    <a:pt x="87542" y="16348"/>
                    <a:pt x="88181" y="18263"/>
                  </a:cubicBezTo>
                  <a:cubicBezTo>
                    <a:pt x="89459" y="27839"/>
                    <a:pt x="97766" y="34862"/>
                    <a:pt x="107351" y="33585"/>
                  </a:cubicBezTo>
                  <a:cubicBezTo>
                    <a:pt x="107351" y="33585"/>
                    <a:pt x="107990" y="33585"/>
                    <a:pt x="107990" y="33585"/>
                  </a:cubicBezTo>
                  <a:cubicBezTo>
                    <a:pt x="109907" y="33585"/>
                    <a:pt x="112463" y="33585"/>
                    <a:pt x="113741" y="33585"/>
                  </a:cubicBezTo>
                  <a:cubicBezTo>
                    <a:pt x="113102" y="35500"/>
                    <a:pt x="113102" y="37415"/>
                    <a:pt x="112463" y="38692"/>
                  </a:cubicBezTo>
                  <a:cubicBezTo>
                    <a:pt x="107990" y="46991"/>
                    <a:pt x="110546" y="57844"/>
                    <a:pt x="119492" y="62951"/>
                  </a:cubicBezTo>
                  <a:cubicBezTo>
                    <a:pt x="119492" y="62951"/>
                    <a:pt x="120131" y="62951"/>
                    <a:pt x="120131" y="63590"/>
                  </a:cubicBezTo>
                  <a:cubicBezTo>
                    <a:pt x="121409" y="64867"/>
                    <a:pt x="122687" y="66143"/>
                    <a:pt x="123965" y="67420"/>
                  </a:cubicBezTo>
                  <a:cubicBezTo>
                    <a:pt x="123326" y="69335"/>
                    <a:pt x="122048" y="69974"/>
                    <a:pt x="120131" y="71251"/>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47" name="Graphic 4">
              <a:extLst>
                <a:ext uri="{FF2B5EF4-FFF2-40B4-BE49-F238E27FC236}">
                  <a16:creationId xmlns:a16="http://schemas.microsoft.com/office/drawing/2014/main" id="{66303F28-1A1D-CFBE-9E5A-C387F2F6EB17}"/>
                </a:ext>
              </a:extLst>
            </p:cNvPr>
            <p:cNvSpPr/>
            <p:nvPr/>
          </p:nvSpPr>
          <p:spPr>
            <a:xfrm>
              <a:off x="2769705" y="1505030"/>
              <a:ext cx="51144" cy="50601"/>
            </a:xfrm>
            <a:custGeom>
              <a:avLst/>
              <a:gdLst>
                <a:gd name="connsiteX0" fmla="*/ 17585 w 51144"/>
                <a:gd name="connsiteY0" fmla="*/ 1114 h 50601"/>
                <a:gd name="connsiteX1" fmla="*/ 2888 w 51144"/>
                <a:gd name="connsiteY1" fmla="*/ 13243 h 50601"/>
                <a:gd name="connsiteX2" fmla="*/ 13751 w 51144"/>
                <a:gd name="connsiteY2" fmla="*/ 47717 h 50601"/>
                <a:gd name="connsiteX3" fmla="*/ 48256 w 51144"/>
                <a:gd name="connsiteY3" fmla="*/ 36864 h 50601"/>
                <a:gd name="connsiteX4" fmla="*/ 37393 w 51144"/>
                <a:gd name="connsiteY4" fmla="*/ 2390 h 50601"/>
                <a:gd name="connsiteX5" fmla="*/ 17585 w 51144"/>
                <a:gd name="connsiteY5" fmla="*/ 1114 h 50601"/>
                <a:gd name="connsiteX6" fmla="*/ 28447 w 51144"/>
                <a:gd name="connsiteY6" fmla="*/ 37502 h 50601"/>
                <a:gd name="connsiteX7" fmla="*/ 13751 w 51144"/>
                <a:gd name="connsiteY7" fmla="*/ 26650 h 50601"/>
                <a:gd name="connsiteX8" fmla="*/ 20780 w 51144"/>
                <a:gd name="connsiteY8" fmla="*/ 13243 h 50601"/>
                <a:gd name="connsiteX9" fmla="*/ 24613 w 51144"/>
                <a:gd name="connsiteY9" fmla="*/ 12605 h 50601"/>
                <a:gd name="connsiteX10" fmla="*/ 36755 w 51144"/>
                <a:gd name="connsiteY10" fmla="*/ 26011 h 50601"/>
                <a:gd name="connsiteX11" fmla="*/ 28447 w 51144"/>
                <a:gd name="connsiteY11" fmla="*/ 37502 h 50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1144" h="50601">
                  <a:moveTo>
                    <a:pt x="17585" y="1114"/>
                  </a:moveTo>
                  <a:cubicBezTo>
                    <a:pt x="11195" y="3029"/>
                    <a:pt x="5444" y="7498"/>
                    <a:pt x="2888" y="13243"/>
                  </a:cubicBezTo>
                  <a:cubicBezTo>
                    <a:pt x="-3502" y="26011"/>
                    <a:pt x="971" y="41333"/>
                    <a:pt x="13751" y="47717"/>
                  </a:cubicBezTo>
                  <a:cubicBezTo>
                    <a:pt x="26531" y="54101"/>
                    <a:pt x="41866" y="49632"/>
                    <a:pt x="48256" y="36864"/>
                  </a:cubicBezTo>
                  <a:cubicBezTo>
                    <a:pt x="54646" y="24096"/>
                    <a:pt x="50173" y="8774"/>
                    <a:pt x="37393" y="2390"/>
                  </a:cubicBezTo>
                  <a:cubicBezTo>
                    <a:pt x="31003" y="-163"/>
                    <a:pt x="23975" y="-802"/>
                    <a:pt x="17585" y="1114"/>
                  </a:cubicBezTo>
                  <a:close/>
                  <a:moveTo>
                    <a:pt x="28447" y="37502"/>
                  </a:moveTo>
                  <a:cubicBezTo>
                    <a:pt x="21419" y="38779"/>
                    <a:pt x="15029" y="33672"/>
                    <a:pt x="13751" y="26650"/>
                  </a:cubicBezTo>
                  <a:cubicBezTo>
                    <a:pt x="13112" y="20904"/>
                    <a:pt x="15668" y="15797"/>
                    <a:pt x="20780" y="13243"/>
                  </a:cubicBezTo>
                  <a:cubicBezTo>
                    <a:pt x="22058" y="12605"/>
                    <a:pt x="23336" y="12605"/>
                    <a:pt x="24613" y="12605"/>
                  </a:cubicBezTo>
                  <a:cubicBezTo>
                    <a:pt x="31642" y="13243"/>
                    <a:pt x="36755" y="18989"/>
                    <a:pt x="36755" y="26011"/>
                  </a:cubicBezTo>
                  <a:cubicBezTo>
                    <a:pt x="36755" y="31118"/>
                    <a:pt x="33560" y="35587"/>
                    <a:pt x="28447" y="37502"/>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grpSp>
      <p:grpSp>
        <p:nvGrpSpPr>
          <p:cNvPr id="48" name="Graphic 4">
            <a:extLst>
              <a:ext uri="{FF2B5EF4-FFF2-40B4-BE49-F238E27FC236}">
                <a16:creationId xmlns:a16="http://schemas.microsoft.com/office/drawing/2014/main" id="{C02DF4A0-08F0-C4DF-5081-1D345E024E42}"/>
              </a:ext>
            </a:extLst>
          </p:cNvPr>
          <p:cNvGrpSpPr/>
          <p:nvPr/>
        </p:nvGrpSpPr>
        <p:grpSpPr>
          <a:xfrm>
            <a:off x="5579335" y="2961193"/>
            <a:ext cx="362309" cy="361971"/>
            <a:chOff x="1515054" y="3339623"/>
            <a:chExt cx="362309" cy="361971"/>
          </a:xfrm>
          <a:solidFill>
            <a:schemeClr val="accent6"/>
          </a:solidFill>
        </p:grpSpPr>
        <p:sp>
          <p:nvSpPr>
            <p:cNvPr id="49" name="Graphic 4">
              <a:extLst>
                <a:ext uri="{FF2B5EF4-FFF2-40B4-BE49-F238E27FC236}">
                  <a16:creationId xmlns:a16="http://schemas.microsoft.com/office/drawing/2014/main" id="{7BD36D95-07E0-CB8E-55CB-53E2201A9F76}"/>
                </a:ext>
              </a:extLst>
            </p:cNvPr>
            <p:cNvSpPr/>
            <p:nvPr/>
          </p:nvSpPr>
          <p:spPr>
            <a:xfrm>
              <a:off x="1515054" y="3339623"/>
              <a:ext cx="362309" cy="361971"/>
            </a:xfrm>
            <a:custGeom>
              <a:avLst/>
              <a:gdLst>
                <a:gd name="connsiteX0" fmla="*/ 180835 w 362309"/>
                <a:gd name="connsiteY0" fmla="*/ 0 h 361971"/>
                <a:gd name="connsiteX1" fmla="*/ 0 w 362309"/>
                <a:gd name="connsiteY1" fmla="*/ 180667 h 361971"/>
                <a:gd name="connsiteX2" fmla="*/ 180835 w 362309"/>
                <a:gd name="connsiteY2" fmla="*/ 361972 h 361971"/>
                <a:gd name="connsiteX3" fmla="*/ 362309 w 362309"/>
                <a:gd name="connsiteY3" fmla="*/ 180667 h 361971"/>
                <a:gd name="connsiteX4" fmla="*/ 362309 w 362309"/>
                <a:gd name="connsiteY4" fmla="*/ 180667 h 361971"/>
                <a:gd name="connsiteX5" fmla="*/ 180835 w 362309"/>
                <a:gd name="connsiteY5" fmla="*/ 0 h 361971"/>
                <a:gd name="connsiteX6" fmla="*/ 180835 w 362309"/>
                <a:gd name="connsiteY6" fmla="*/ 349204 h 361971"/>
                <a:gd name="connsiteX7" fmla="*/ 12780 w 362309"/>
                <a:gd name="connsiteY7" fmla="*/ 180667 h 361971"/>
                <a:gd name="connsiteX8" fmla="*/ 180835 w 362309"/>
                <a:gd name="connsiteY8" fmla="*/ 12768 h 361971"/>
                <a:gd name="connsiteX9" fmla="*/ 349529 w 362309"/>
                <a:gd name="connsiteY9" fmla="*/ 181305 h 361971"/>
                <a:gd name="connsiteX10" fmla="*/ 349529 w 362309"/>
                <a:gd name="connsiteY10" fmla="*/ 181305 h 361971"/>
                <a:gd name="connsiteX11" fmla="*/ 180835 w 362309"/>
                <a:gd name="connsiteY11" fmla="*/ 349204 h 361971"/>
                <a:gd name="connsiteX12" fmla="*/ 180835 w 362309"/>
                <a:gd name="connsiteY12" fmla="*/ 349204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2309" h="361971">
                  <a:moveTo>
                    <a:pt x="180835" y="0"/>
                  </a:moveTo>
                  <a:cubicBezTo>
                    <a:pt x="80513" y="0"/>
                    <a:pt x="0" y="81077"/>
                    <a:pt x="0" y="180667"/>
                  </a:cubicBezTo>
                  <a:cubicBezTo>
                    <a:pt x="0" y="280895"/>
                    <a:pt x="81152" y="361972"/>
                    <a:pt x="180835" y="361972"/>
                  </a:cubicBezTo>
                  <a:cubicBezTo>
                    <a:pt x="280518" y="361972"/>
                    <a:pt x="362309" y="280895"/>
                    <a:pt x="362309" y="180667"/>
                  </a:cubicBezTo>
                  <a:lnTo>
                    <a:pt x="362309" y="180667"/>
                  </a:lnTo>
                  <a:cubicBezTo>
                    <a:pt x="361670" y="81077"/>
                    <a:pt x="280518" y="0"/>
                    <a:pt x="180835" y="0"/>
                  </a:cubicBezTo>
                  <a:close/>
                  <a:moveTo>
                    <a:pt x="180835" y="349204"/>
                  </a:moveTo>
                  <a:cubicBezTo>
                    <a:pt x="87542" y="349204"/>
                    <a:pt x="12780" y="273873"/>
                    <a:pt x="12780" y="180667"/>
                  </a:cubicBezTo>
                  <a:cubicBezTo>
                    <a:pt x="12780" y="87461"/>
                    <a:pt x="88181" y="12768"/>
                    <a:pt x="180835" y="12768"/>
                  </a:cubicBezTo>
                  <a:cubicBezTo>
                    <a:pt x="274128" y="12768"/>
                    <a:pt x="349529" y="88099"/>
                    <a:pt x="349529" y="181305"/>
                  </a:cubicBezTo>
                  <a:lnTo>
                    <a:pt x="349529" y="181305"/>
                  </a:lnTo>
                  <a:cubicBezTo>
                    <a:pt x="348891" y="273873"/>
                    <a:pt x="273489" y="349204"/>
                    <a:pt x="180835" y="349204"/>
                  </a:cubicBezTo>
                  <a:lnTo>
                    <a:pt x="180835" y="349204"/>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50" name="Graphic 4">
              <a:extLst>
                <a:ext uri="{FF2B5EF4-FFF2-40B4-BE49-F238E27FC236}">
                  <a16:creationId xmlns:a16="http://schemas.microsoft.com/office/drawing/2014/main" id="{DDB36494-51A1-8B86-676A-64B6496F91BE}"/>
                </a:ext>
              </a:extLst>
            </p:cNvPr>
            <p:cNvSpPr/>
            <p:nvPr/>
          </p:nvSpPr>
          <p:spPr>
            <a:xfrm>
              <a:off x="1655387" y="3442979"/>
              <a:ext cx="81466" cy="93909"/>
            </a:xfrm>
            <a:custGeom>
              <a:avLst/>
              <a:gdLst>
                <a:gd name="connsiteX0" fmla="*/ 9191 w 81466"/>
                <a:gd name="connsiteY0" fmla="*/ 65819 h 93909"/>
                <a:gd name="connsiteX1" fmla="*/ 16859 w 81466"/>
                <a:gd name="connsiteY1" fmla="*/ 87525 h 93909"/>
                <a:gd name="connsiteX2" fmla="*/ 23249 w 81466"/>
                <a:gd name="connsiteY2" fmla="*/ 93909 h 93909"/>
                <a:gd name="connsiteX3" fmla="*/ 57754 w 81466"/>
                <a:gd name="connsiteY3" fmla="*/ 93909 h 93909"/>
                <a:gd name="connsiteX4" fmla="*/ 64144 w 81466"/>
                <a:gd name="connsiteY4" fmla="*/ 87525 h 93909"/>
                <a:gd name="connsiteX5" fmla="*/ 71812 w 81466"/>
                <a:gd name="connsiteY5" fmla="*/ 65819 h 93909"/>
                <a:gd name="connsiteX6" fmla="*/ 81397 w 81466"/>
                <a:gd name="connsiteY6" fmla="*/ 39007 h 93909"/>
                <a:gd name="connsiteX7" fmla="*/ 39224 w 81466"/>
                <a:gd name="connsiteY7" fmla="*/ 64 h 93909"/>
                <a:gd name="connsiteX8" fmla="*/ 245 w 81466"/>
                <a:gd name="connsiteY8" fmla="*/ 39007 h 93909"/>
                <a:gd name="connsiteX9" fmla="*/ 9191 w 81466"/>
                <a:gd name="connsiteY9" fmla="*/ 65819 h 93909"/>
                <a:gd name="connsiteX10" fmla="*/ 40501 w 81466"/>
                <a:gd name="connsiteY10" fmla="*/ 11555 h 93909"/>
                <a:gd name="connsiteX11" fmla="*/ 68617 w 81466"/>
                <a:gd name="connsiteY11" fmla="*/ 37730 h 93909"/>
                <a:gd name="connsiteX12" fmla="*/ 68617 w 81466"/>
                <a:gd name="connsiteY12" fmla="*/ 39007 h 93909"/>
                <a:gd name="connsiteX13" fmla="*/ 61588 w 81466"/>
                <a:gd name="connsiteY13" fmla="*/ 58158 h 93909"/>
                <a:gd name="connsiteX14" fmla="*/ 51364 w 81466"/>
                <a:gd name="connsiteY14" fmla="*/ 81141 h 93909"/>
                <a:gd name="connsiteX15" fmla="*/ 29000 w 81466"/>
                <a:gd name="connsiteY15" fmla="*/ 81141 h 93909"/>
                <a:gd name="connsiteX16" fmla="*/ 18776 w 81466"/>
                <a:gd name="connsiteY16" fmla="*/ 58158 h 93909"/>
                <a:gd name="connsiteX17" fmla="*/ 11747 w 81466"/>
                <a:gd name="connsiteY17" fmla="*/ 39007 h 93909"/>
                <a:gd name="connsiteX18" fmla="*/ 38585 w 81466"/>
                <a:gd name="connsiteY18" fmla="*/ 12194 h 93909"/>
                <a:gd name="connsiteX19" fmla="*/ 40501 w 81466"/>
                <a:gd name="connsiteY19" fmla="*/ 11555 h 93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1466" h="93909">
                  <a:moveTo>
                    <a:pt x="9191" y="65819"/>
                  </a:moveTo>
                  <a:cubicBezTo>
                    <a:pt x="14303" y="71565"/>
                    <a:pt x="17498" y="79864"/>
                    <a:pt x="16859" y="87525"/>
                  </a:cubicBezTo>
                  <a:cubicBezTo>
                    <a:pt x="16859" y="91355"/>
                    <a:pt x="19415" y="93909"/>
                    <a:pt x="23249" y="93909"/>
                  </a:cubicBezTo>
                  <a:lnTo>
                    <a:pt x="57754" y="93909"/>
                  </a:lnTo>
                  <a:cubicBezTo>
                    <a:pt x="61588" y="93909"/>
                    <a:pt x="64144" y="91355"/>
                    <a:pt x="64144" y="87525"/>
                  </a:cubicBezTo>
                  <a:cubicBezTo>
                    <a:pt x="63505" y="79226"/>
                    <a:pt x="66700" y="71565"/>
                    <a:pt x="71812" y="65819"/>
                  </a:cubicBezTo>
                  <a:cubicBezTo>
                    <a:pt x="78202" y="58158"/>
                    <a:pt x="82036" y="48583"/>
                    <a:pt x="81397" y="39007"/>
                  </a:cubicBezTo>
                  <a:cubicBezTo>
                    <a:pt x="80758" y="16663"/>
                    <a:pt x="61588" y="-1212"/>
                    <a:pt x="39224" y="64"/>
                  </a:cubicBezTo>
                  <a:cubicBezTo>
                    <a:pt x="18137" y="703"/>
                    <a:pt x="884" y="17939"/>
                    <a:pt x="245" y="39007"/>
                  </a:cubicBezTo>
                  <a:cubicBezTo>
                    <a:pt x="-1033" y="48583"/>
                    <a:pt x="2801" y="58158"/>
                    <a:pt x="9191" y="65819"/>
                  </a:cubicBezTo>
                  <a:close/>
                  <a:moveTo>
                    <a:pt x="40501" y="11555"/>
                  </a:moveTo>
                  <a:cubicBezTo>
                    <a:pt x="55198" y="10917"/>
                    <a:pt x="67978" y="22408"/>
                    <a:pt x="68617" y="37730"/>
                  </a:cubicBezTo>
                  <a:cubicBezTo>
                    <a:pt x="68617" y="38368"/>
                    <a:pt x="68617" y="38368"/>
                    <a:pt x="68617" y="39007"/>
                  </a:cubicBezTo>
                  <a:cubicBezTo>
                    <a:pt x="69256" y="46029"/>
                    <a:pt x="66700" y="53051"/>
                    <a:pt x="61588" y="58158"/>
                  </a:cubicBezTo>
                  <a:cubicBezTo>
                    <a:pt x="55837" y="64542"/>
                    <a:pt x="52642" y="72842"/>
                    <a:pt x="51364" y="81141"/>
                  </a:cubicBezTo>
                  <a:lnTo>
                    <a:pt x="29000" y="81141"/>
                  </a:lnTo>
                  <a:cubicBezTo>
                    <a:pt x="28361" y="72842"/>
                    <a:pt x="24527" y="64542"/>
                    <a:pt x="18776" y="58158"/>
                  </a:cubicBezTo>
                  <a:cubicBezTo>
                    <a:pt x="13664" y="53051"/>
                    <a:pt x="11747" y="46029"/>
                    <a:pt x="11747" y="39007"/>
                  </a:cubicBezTo>
                  <a:cubicBezTo>
                    <a:pt x="11747" y="24323"/>
                    <a:pt x="23888" y="12194"/>
                    <a:pt x="38585" y="12194"/>
                  </a:cubicBezTo>
                  <a:cubicBezTo>
                    <a:pt x="39862" y="11555"/>
                    <a:pt x="39862" y="11555"/>
                    <a:pt x="40501" y="11555"/>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51" name="Graphic 4">
              <a:extLst>
                <a:ext uri="{FF2B5EF4-FFF2-40B4-BE49-F238E27FC236}">
                  <a16:creationId xmlns:a16="http://schemas.microsoft.com/office/drawing/2014/main" id="{F3E86252-1B8F-3D55-2C34-296DBE405A5D}"/>
                </a:ext>
              </a:extLst>
            </p:cNvPr>
            <p:cNvSpPr/>
            <p:nvPr/>
          </p:nvSpPr>
          <p:spPr>
            <a:xfrm>
              <a:off x="1672885" y="3542634"/>
              <a:ext cx="45368" cy="12767"/>
            </a:xfrm>
            <a:custGeom>
              <a:avLst/>
              <a:gdLst>
                <a:gd name="connsiteX0" fmla="*/ 38979 w 45368"/>
                <a:gd name="connsiteY0" fmla="*/ 0 h 12767"/>
                <a:gd name="connsiteX1" fmla="*/ 6390 w 45368"/>
                <a:gd name="connsiteY1" fmla="*/ 0 h 12767"/>
                <a:gd name="connsiteX2" fmla="*/ 0 w 45368"/>
                <a:gd name="connsiteY2" fmla="*/ 6384 h 12767"/>
                <a:gd name="connsiteX3" fmla="*/ 6390 w 45368"/>
                <a:gd name="connsiteY3" fmla="*/ 12768 h 12767"/>
                <a:gd name="connsiteX4" fmla="*/ 38979 w 45368"/>
                <a:gd name="connsiteY4" fmla="*/ 12768 h 12767"/>
                <a:gd name="connsiteX5" fmla="*/ 45369 w 45368"/>
                <a:gd name="connsiteY5" fmla="*/ 6384 h 12767"/>
                <a:gd name="connsiteX6" fmla="*/ 38979 w 45368"/>
                <a:gd name="connsiteY6" fmla="*/ 0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368" h="12767">
                  <a:moveTo>
                    <a:pt x="38979" y="0"/>
                  </a:moveTo>
                  <a:lnTo>
                    <a:pt x="6390" y="0"/>
                  </a:lnTo>
                  <a:cubicBezTo>
                    <a:pt x="2556" y="0"/>
                    <a:pt x="0" y="2554"/>
                    <a:pt x="0" y="6384"/>
                  </a:cubicBezTo>
                  <a:cubicBezTo>
                    <a:pt x="0" y="10215"/>
                    <a:pt x="2556" y="12768"/>
                    <a:pt x="6390" y="12768"/>
                  </a:cubicBezTo>
                  <a:lnTo>
                    <a:pt x="38979" y="12768"/>
                  </a:lnTo>
                  <a:cubicBezTo>
                    <a:pt x="42813" y="12768"/>
                    <a:pt x="45369" y="10215"/>
                    <a:pt x="45369" y="6384"/>
                  </a:cubicBezTo>
                  <a:cubicBezTo>
                    <a:pt x="45369" y="2554"/>
                    <a:pt x="42813" y="0"/>
                    <a:pt x="38979" y="0"/>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52" name="Graphic 4">
              <a:extLst>
                <a:ext uri="{FF2B5EF4-FFF2-40B4-BE49-F238E27FC236}">
                  <a16:creationId xmlns:a16="http://schemas.microsoft.com/office/drawing/2014/main" id="{51FD8862-2580-C2D0-1562-1D3CEFC8653B}"/>
                </a:ext>
              </a:extLst>
            </p:cNvPr>
            <p:cNvSpPr/>
            <p:nvPr/>
          </p:nvSpPr>
          <p:spPr>
            <a:xfrm>
              <a:off x="1689499" y="3399633"/>
              <a:ext cx="12779" cy="26812"/>
            </a:xfrm>
            <a:custGeom>
              <a:avLst/>
              <a:gdLst>
                <a:gd name="connsiteX0" fmla="*/ 6390 w 12779"/>
                <a:gd name="connsiteY0" fmla="*/ 26812 h 26812"/>
                <a:gd name="connsiteX1" fmla="*/ 12780 w 12779"/>
                <a:gd name="connsiteY1" fmla="*/ 20428 h 26812"/>
                <a:gd name="connsiteX2" fmla="*/ 12780 w 12779"/>
                <a:gd name="connsiteY2" fmla="*/ 6384 h 26812"/>
                <a:gd name="connsiteX3" fmla="*/ 6390 w 12779"/>
                <a:gd name="connsiteY3" fmla="*/ 0 h 26812"/>
                <a:gd name="connsiteX4" fmla="*/ 0 w 12779"/>
                <a:gd name="connsiteY4" fmla="*/ 6384 h 26812"/>
                <a:gd name="connsiteX5" fmla="*/ 0 w 12779"/>
                <a:gd name="connsiteY5" fmla="*/ 20428 h 26812"/>
                <a:gd name="connsiteX6" fmla="*/ 6390 w 12779"/>
                <a:gd name="connsiteY6" fmla="*/ 26812 h 268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779" h="26812">
                  <a:moveTo>
                    <a:pt x="6390" y="26812"/>
                  </a:moveTo>
                  <a:cubicBezTo>
                    <a:pt x="10224" y="26812"/>
                    <a:pt x="12780" y="24259"/>
                    <a:pt x="12780" y="20428"/>
                  </a:cubicBezTo>
                  <a:lnTo>
                    <a:pt x="12780" y="6384"/>
                  </a:lnTo>
                  <a:cubicBezTo>
                    <a:pt x="12780" y="2553"/>
                    <a:pt x="10224" y="0"/>
                    <a:pt x="6390" y="0"/>
                  </a:cubicBezTo>
                  <a:cubicBezTo>
                    <a:pt x="2556" y="0"/>
                    <a:pt x="0" y="2553"/>
                    <a:pt x="0" y="6384"/>
                  </a:cubicBezTo>
                  <a:lnTo>
                    <a:pt x="0" y="20428"/>
                  </a:lnTo>
                  <a:cubicBezTo>
                    <a:pt x="0" y="24259"/>
                    <a:pt x="2556" y="26812"/>
                    <a:pt x="6390" y="26812"/>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53" name="Graphic 4">
              <a:extLst>
                <a:ext uri="{FF2B5EF4-FFF2-40B4-BE49-F238E27FC236}">
                  <a16:creationId xmlns:a16="http://schemas.microsoft.com/office/drawing/2014/main" id="{8D018EFE-533E-B430-EB2F-761537356FC0}"/>
                </a:ext>
              </a:extLst>
            </p:cNvPr>
            <p:cNvSpPr/>
            <p:nvPr/>
          </p:nvSpPr>
          <p:spPr>
            <a:xfrm>
              <a:off x="1628994" y="3431752"/>
              <a:ext cx="25999" cy="21505"/>
            </a:xfrm>
            <a:custGeom>
              <a:avLst/>
              <a:gdLst>
                <a:gd name="connsiteX0" fmla="*/ 16414 w 25999"/>
                <a:gd name="connsiteY0" fmla="*/ 20229 h 21505"/>
                <a:gd name="connsiteX1" fmla="*/ 19609 w 25999"/>
                <a:gd name="connsiteY1" fmla="*/ 21506 h 21505"/>
                <a:gd name="connsiteX2" fmla="*/ 25999 w 25999"/>
                <a:gd name="connsiteY2" fmla="*/ 15122 h 21505"/>
                <a:gd name="connsiteX3" fmla="*/ 22804 w 25999"/>
                <a:gd name="connsiteY3" fmla="*/ 9377 h 21505"/>
                <a:gd name="connsiteX4" fmla="*/ 10024 w 25999"/>
                <a:gd name="connsiteY4" fmla="*/ 1077 h 21505"/>
                <a:gd name="connsiteX5" fmla="*/ 1078 w 25999"/>
                <a:gd name="connsiteY5" fmla="*/ 2993 h 21505"/>
                <a:gd name="connsiteX6" fmla="*/ 2995 w 25999"/>
                <a:gd name="connsiteY6" fmla="*/ 11930 h 21505"/>
                <a:gd name="connsiteX7" fmla="*/ 2995 w 25999"/>
                <a:gd name="connsiteY7" fmla="*/ 11930 h 21505"/>
                <a:gd name="connsiteX8" fmla="*/ 16414 w 25999"/>
                <a:gd name="connsiteY8" fmla="*/ 20229 h 215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999" h="21505">
                  <a:moveTo>
                    <a:pt x="16414" y="20229"/>
                  </a:moveTo>
                  <a:cubicBezTo>
                    <a:pt x="17692" y="20868"/>
                    <a:pt x="18970" y="21506"/>
                    <a:pt x="19609" y="21506"/>
                  </a:cubicBezTo>
                  <a:cubicBezTo>
                    <a:pt x="23443" y="21506"/>
                    <a:pt x="25999" y="18953"/>
                    <a:pt x="25999" y="15122"/>
                  </a:cubicBezTo>
                  <a:cubicBezTo>
                    <a:pt x="25999" y="13207"/>
                    <a:pt x="24721" y="10653"/>
                    <a:pt x="22804" y="9377"/>
                  </a:cubicBezTo>
                  <a:lnTo>
                    <a:pt x="10024" y="1077"/>
                  </a:lnTo>
                  <a:cubicBezTo>
                    <a:pt x="6829" y="-838"/>
                    <a:pt x="2995" y="-199"/>
                    <a:pt x="1078" y="2993"/>
                  </a:cubicBezTo>
                  <a:cubicBezTo>
                    <a:pt x="-839" y="6185"/>
                    <a:pt x="-200" y="10015"/>
                    <a:pt x="2995" y="11930"/>
                  </a:cubicBezTo>
                  <a:lnTo>
                    <a:pt x="2995" y="11930"/>
                  </a:lnTo>
                  <a:lnTo>
                    <a:pt x="16414" y="20229"/>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54" name="Graphic 4">
              <a:extLst>
                <a:ext uri="{FF2B5EF4-FFF2-40B4-BE49-F238E27FC236}">
                  <a16:creationId xmlns:a16="http://schemas.microsoft.com/office/drawing/2014/main" id="{F495EAEA-DEBF-A59B-0060-A51DF9511640}"/>
                </a:ext>
              </a:extLst>
            </p:cNvPr>
            <p:cNvSpPr/>
            <p:nvPr/>
          </p:nvSpPr>
          <p:spPr>
            <a:xfrm>
              <a:off x="1617932" y="3490924"/>
              <a:ext cx="28115" cy="12767"/>
            </a:xfrm>
            <a:custGeom>
              <a:avLst/>
              <a:gdLst>
                <a:gd name="connsiteX0" fmla="*/ 21726 w 28115"/>
                <a:gd name="connsiteY0" fmla="*/ 12768 h 12767"/>
                <a:gd name="connsiteX1" fmla="*/ 28116 w 28115"/>
                <a:gd name="connsiteY1" fmla="*/ 6384 h 12767"/>
                <a:gd name="connsiteX2" fmla="*/ 21726 w 28115"/>
                <a:gd name="connsiteY2" fmla="*/ 0 h 12767"/>
                <a:gd name="connsiteX3" fmla="*/ 6390 w 28115"/>
                <a:gd name="connsiteY3" fmla="*/ 0 h 12767"/>
                <a:gd name="connsiteX4" fmla="*/ 0 w 28115"/>
                <a:gd name="connsiteY4" fmla="*/ 6384 h 12767"/>
                <a:gd name="connsiteX5" fmla="*/ 6390 w 28115"/>
                <a:gd name="connsiteY5" fmla="*/ 12768 h 12767"/>
                <a:gd name="connsiteX6" fmla="*/ 21726 w 28115"/>
                <a:gd name="connsiteY6" fmla="*/ 12768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115" h="12767">
                  <a:moveTo>
                    <a:pt x="21726" y="12768"/>
                  </a:moveTo>
                  <a:cubicBezTo>
                    <a:pt x="25560" y="12768"/>
                    <a:pt x="28116" y="10214"/>
                    <a:pt x="28116" y="6384"/>
                  </a:cubicBezTo>
                  <a:cubicBezTo>
                    <a:pt x="28116" y="2553"/>
                    <a:pt x="25560" y="0"/>
                    <a:pt x="21726" y="0"/>
                  </a:cubicBezTo>
                  <a:lnTo>
                    <a:pt x="6390" y="0"/>
                  </a:lnTo>
                  <a:cubicBezTo>
                    <a:pt x="2556" y="0"/>
                    <a:pt x="0" y="2553"/>
                    <a:pt x="0" y="6384"/>
                  </a:cubicBezTo>
                  <a:cubicBezTo>
                    <a:pt x="0" y="10214"/>
                    <a:pt x="2556" y="12768"/>
                    <a:pt x="6390" y="12768"/>
                  </a:cubicBezTo>
                  <a:lnTo>
                    <a:pt x="21726" y="12768"/>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55" name="Graphic 4">
              <a:extLst>
                <a:ext uri="{FF2B5EF4-FFF2-40B4-BE49-F238E27FC236}">
                  <a16:creationId xmlns:a16="http://schemas.microsoft.com/office/drawing/2014/main" id="{771A5087-EC3D-B91B-FB19-0775116291A1}"/>
                </a:ext>
              </a:extLst>
            </p:cNvPr>
            <p:cNvSpPr/>
            <p:nvPr/>
          </p:nvSpPr>
          <p:spPr>
            <a:xfrm>
              <a:off x="1735706" y="3431752"/>
              <a:ext cx="25799" cy="21505"/>
            </a:xfrm>
            <a:custGeom>
              <a:avLst/>
              <a:gdLst>
                <a:gd name="connsiteX0" fmla="*/ 6829 w 25799"/>
                <a:gd name="connsiteY0" fmla="*/ 21506 h 21505"/>
                <a:gd name="connsiteX1" fmla="*/ 10024 w 25799"/>
                <a:gd name="connsiteY1" fmla="*/ 20229 h 21505"/>
                <a:gd name="connsiteX2" fmla="*/ 22804 w 25799"/>
                <a:gd name="connsiteY2" fmla="*/ 11930 h 21505"/>
                <a:gd name="connsiteX3" fmla="*/ 24721 w 25799"/>
                <a:gd name="connsiteY3" fmla="*/ 2993 h 21505"/>
                <a:gd name="connsiteX4" fmla="*/ 15775 w 25799"/>
                <a:gd name="connsiteY4" fmla="*/ 1077 h 21505"/>
                <a:gd name="connsiteX5" fmla="*/ 2995 w 25799"/>
                <a:gd name="connsiteY5" fmla="*/ 9377 h 21505"/>
                <a:gd name="connsiteX6" fmla="*/ 1078 w 25799"/>
                <a:gd name="connsiteY6" fmla="*/ 18314 h 21505"/>
                <a:gd name="connsiteX7" fmla="*/ 6829 w 25799"/>
                <a:gd name="connsiteY7" fmla="*/ 21506 h 21505"/>
                <a:gd name="connsiteX8" fmla="*/ 6829 w 25799"/>
                <a:gd name="connsiteY8" fmla="*/ 21506 h 215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799" h="21505">
                  <a:moveTo>
                    <a:pt x="6829" y="21506"/>
                  </a:moveTo>
                  <a:cubicBezTo>
                    <a:pt x="8107" y="21506"/>
                    <a:pt x="9385" y="20868"/>
                    <a:pt x="10024" y="20229"/>
                  </a:cubicBezTo>
                  <a:lnTo>
                    <a:pt x="22804" y="11930"/>
                  </a:lnTo>
                  <a:cubicBezTo>
                    <a:pt x="25999" y="10015"/>
                    <a:pt x="26638" y="6185"/>
                    <a:pt x="24721" y="2993"/>
                  </a:cubicBezTo>
                  <a:cubicBezTo>
                    <a:pt x="22804" y="-199"/>
                    <a:pt x="18970" y="-838"/>
                    <a:pt x="15775" y="1077"/>
                  </a:cubicBezTo>
                  <a:lnTo>
                    <a:pt x="2995" y="9377"/>
                  </a:lnTo>
                  <a:cubicBezTo>
                    <a:pt x="-200" y="11292"/>
                    <a:pt x="-839" y="15122"/>
                    <a:pt x="1078" y="18314"/>
                  </a:cubicBezTo>
                  <a:cubicBezTo>
                    <a:pt x="2356" y="20229"/>
                    <a:pt x="4912" y="21506"/>
                    <a:pt x="6829" y="21506"/>
                  </a:cubicBezTo>
                  <a:lnTo>
                    <a:pt x="6829" y="21506"/>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56" name="Graphic 4">
              <a:extLst>
                <a:ext uri="{FF2B5EF4-FFF2-40B4-BE49-F238E27FC236}">
                  <a16:creationId xmlns:a16="http://schemas.microsoft.com/office/drawing/2014/main" id="{2BD9B0B5-8847-2863-8B42-CA75966CF180}"/>
                </a:ext>
              </a:extLst>
            </p:cNvPr>
            <p:cNvSpPr/>
            <p:nvPr/>
          </p:nvSpPr>
          <p:spPr>
            <a:xfrm>
              <a:off x="1745091" y="3490924"/>
              <a:ext cx="28115" cy="12767"/>
            </a:xfrm>
            <a:custGeom>
              <a:avLst/>
              <a:gdLst>
                <a:gd name="connsiteX0" fmla="*/ 21726 w 28115"/>
                <a:gd name="connsiteY0" fmla="*/ 0 h 12767"/>
                <a:gd name="connsiteX1" fmla="*/ 6390 w 28115"/>
                <a:gd name="connsiteY1" fmla="*/ 0 h 12767"/>
                <a:gd name="connsiteX2" fmla="*/ 0 w 28115"/>
                <a:gd name="connsiteY2" fmla="*/ 6384 h 12767"/>
                <a:gd name="connsiteX3" fmla="*/ 6390 w 28115"/>
                <a:gd name="connsiteY3" fmla="*/ 12768 h 12767"/>
                <a:gd name="connsiteX4" fmla="*/ 21726 w 28115"/>
                <a:gd name="connsiteY4" fmla="*/ 12768 h 12767"/>
                <a:gd name="connsiteX5" fmla="*/ 28116 w 28115"/>
                <a:gd name="connsiteY5" fmla="*/ 6384 h 12767"/>
                <a:gd name="connsiteX6" fmla="*/ 21726 w 28115"/>
                <a:gd name="connsiteY6" fmla="*/ 0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115" h="12767">
                  <a:moveTo>
                    <a:pt x="21726" y="0"/>
                  </a:moveTo>
                  <a:lnTo>
                    <a:pt x="6390" y="0"/>
                  </a:lnTo>
                  <a:cubicBezTo>
                    <a:pt x="2556" y="0"/>
                    <a:pt x="0" y="2553"/>
                    <a:pt x="0" y="6384"/>
                  </a:cubicBezTo>
                  <a:cubicBezTo>
                    <a:pt x="0" y="10214"/>
                    <a:pt x="2556" y="12768"/>
                    <a:pt x="6390" y="12768"/>
                  </a:cubicBezTo>
                  <a:lnTo>
                    <a:pt x="21726" y="12768"/>
                  </a:lnTo>
                  <a:cubicBezTo>
                    <a:pt x="25560" y="12768"/>
                    <a:pt x="28116" y="10214"/>
                    <a:pt x="28116" y="6384"/>
                  </a:cubicBezTo>
                  <a:cubicBezTo>
                    <a:pt x="28116" y="2553"/>
                    <a:pt x="25560" y="0"/>
                    <a:pt x="21726" y="0"/>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57" name="Graphic 4">
              <a:extLst>
                <a:ext uri="{FF2B5EF4-FFF2-40B4-BE49-F238E27FC236}">
                  <a16:creationId xmlns:a16="http://schemas.microsoft.com/office/drawing/2014/main" id="{E8A49D33-B442-750F-E92C-5BDE5273C37B}"/>
                </a:ext>
              </a:extLst>
            </p:cNvPr>
            <p:cNvSpPr/>
            <p:nvPr/>
          </p:nvSpPr>
          <p:spPr>
            <a:xfrm>
              <a:off x="1620488" y="3563701"/>
              <a:ext cx="150802" cy="77884"/>
            </a:xfrm>
            <a:custGeom>
              <a:avLst/>
              <a:gdLst>
                <a:gd name="connsiteX0" fmla="*/ 94571 w 150802"/>
                <a:gd name="connsiteY0" fmla="*/ 0 h 77884"/>
                <a:gd name="connsiteX1" fmla="*/ 56231 w 150802"/>
                <a:gd name="connsiteY1" fmla="*/ 0 h 77884"/>
                <a:gd name="connsiteX2" fmla="*/ 0 w 150802"/>
                <a:gd name="connsiteY2" fmla="*/ 60010 h 77884"/>
                <a:gd name="connsiteX3" fmla="*/ 0 w 150802"/>
                <a:gd name="connsiteY3" fmla="*/ 71501 h 77884"/>
                <a:gd name="connsiteX4" fmla="*/ 6390 w 150802"/>
                <a:gd name="connsiteY4" fmla="*/ 77885 h 77884"/>
                <a:gd name="connsiteX5" fmla="*/ 12780 w 150802"/>
                <a:gd name="connsiteY5" fmla="*/ 71501 h 77884"/>
                <a:gd name="connsiteX6" fmla="*/ 12780 w 150802"/>
                <a:gd name="connsiteY6" fmla="*/ 60010 h 77884"/>
                <a:gd name="connsiteX7" fmla="*/ 56231 w 150802"/>
                <a:gd name="connsiteY7" fmla="*/ 12768 h 77884"/>
                <a:gd name="connsiteX8" fmla="*/ 94571 w 150802"/>
                <a:gd name="connsiteY8" fmla="*/ 12768 h 77884"/>
                <a:gd name="connsiteX9" fmla="*/ 138023 w 150802"/>
                <a:gd name="connsiteY9" fmla="*/ 60010 h 77884"/>
                <a:gd name="connsiteX10" fmla="*/ 138023 w 150802"/>
                <a:gd name="connsiteY10" fmla="*/ 71501 h 77884"/>
                <a:gd name="connsiteX11" fmla="*/ 144413 w 150802"/>
                <a:gd name="connsiteY11" fmla="*/ 77885 h 77884"/>
                <a:gd name="connsiteX12" fmla="*/ 150803 w 150802"/>
                <a:gd name="connsiteY12" fmla="*/ 71501 h 77884"/>
                <a:gd name="connsiteX13" fmla="*/ 150803 w 150802"/>
                <a:gd name="connsiteY13" fmla="*/ 60010 h 77884"/>
                <a:gd name="connsiteX14" fmla="*/ 94571 w 150802"/>
                <a:gd name="connsiteY14" fmla="*/ 0 h 77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50802" h="77884">
                  <a:moveTo>
                    <a:pt x="94571" y="0"/>
                  </a:moveTo>
                  <a:lnTo>
                    <a:pt x="56231" y="0"/>
                  </a:lnTo>
                  <a:cubicBezTo>
                    <a:pt x="24921" y="0"/>
                    <a:pt x="0" y="26813"/>
                    <a:pt x="0" y="60010"/>
                  </a:cubicBezTo>
                  <a:lnTo>
                    <a:pt x="0" y="71501"/>
                  </a:lnTo>
                  <a:cubicBezTo>
                    <a:pt x="0" y="75331"/>
                    <a:pt x="2556" y="77885"/>
                    <a:pt x="6390" y="77885"/>
                  </a:cubicBezTo>
                  <a:cubicBezTo>
                    <a:pt x="10224" y="77885"/>
                    <a:pt x="12780" y="75331"/>
                    <a:pt x="12780" y="71501"/>
                  </a:cubicBezTo>
                  <a:lnTo>
                    <a:pt x="12780" y="60010"/>
                  </a:lnTo>
                  <a:cubicBezTo>
                    <a:pt x="12780" y="33835"/>
                    <a:pt x="31950" y="12768"/>
                    <a:pt x="56231" y="12768"/>
                  </a:cubicBezTo>
                  <a:lnTo>
                    <a:pt x="94571" y="12768"/>
                  </a:lnTo>
                  <a:cubicBezTo>
                    <a:pt x="118853" y="12768"/>
                    <a:pt x="138023" y="33835"/>
                    <a:pt x="138023" y="60010"/>
                  </a:cubicBezTo>
                  <a:lnTo>
                    <a:pt x="138023" y="71501"/>
                  </a:lnTo>
                  <a:cubicBezTo>
                    <a:pt x="138023" y="75331"/>
                    <a:pt x="140579" y="77885"/>
                    <a:pt x="144413" y="77885"/>
                  </a:cubicBezTo>
                  <a:cubicBezTo>
                    <a:pt x="148246" y="77885"/>
                    <a:pt x="150803" y="75331"/>
                    <a:pt x="150803" y="71501"/>
                  </a:cubicBezTo>
                  <a:lnTo>
                    <a:pt x="150803" y="60010"/>
                  </a:lnTo>
                  <a:cubicBezTo>
                    <a:pt x="150803" y="26813"/>
                    <a:pt x="125243" y="0"/>
                    <a:pt x="94571" y="0"/>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grpSp>
      <p:grpSp>
        <p:nvGrpSpPr>
          <p:cNvPr id="58" name="Graphic 4">
            <a:extLst>
              <a:ext uri="{FF2B5EF4-FFF2-40B4-BE49-F238E27FC236}">
                <a16:creationId xmlns:a16="http://schemas.microsoft.com/office/drawing/2014/main" id="{DC2276F9-A523-2959-3BC3-8BECA2D99017}"/>
              </a:ext>
            </a:extLst>
          </p:cNvPr>
          <p:cNvGrpSpPr/>
          <p:nvPr/>
        </p:nvGrpSpPr>
        <p:grpSpPr>
          <a:xfrm>
            <a:off x="643631" y="1514073"/>
            <a:ext cx="731520" cy="731520"/>
            <a:chOff x="4660820" y="918179"/>
            <a:chExt cx="362312" cy="361971"/>
          </a:xfrm>
          <a:solidFill>
            <a:schemeClr val="accent6"/>
          </a:solidFill>
        </p:grpSpPr>
        <p:sp>
          <p:nvSpPr>
            <p:cNvPr id="59" name="Graphic 4">
              <a:extLst>
                <a:ext uri="{FF2B5EF4-FFF2-40B4-BE49-F238E27FC236}">
                  <a16:creationId xmlns:a16="http://schemas.microsoft.com/office/drawing/2014/main" id="{C83506BA-C0D7-60D6-EE8E-7477C6336C3E}"/>
                </a:ext>
              </a:extLst>
            </p:cNvPr>
            <p:cNvSpPr/>
            <p:nvPr/>
          </p:nvSpPr>
          <p:spPr>
            <a:xfrm>
              <a:off x="4660820" y="918179"/>
              <a:ext cx="362312" cy="361971"/>
            </a:xfrm>
            <a:custGeom>
              <a:avLst/>
              <a:gdLst>
                <a:gd name="connsiteX0" fmla="*/ 181474 w 362312"/>
                <a:gd name="connsiteY0" fmla="*/ 0 h 361971"/>
                <a:gd name="connsiteX1" fmla="*/ 0 w 362312"/>
                <a:gd name="connsiteY1" fmla="*/ 180667 h 361971"/>
                <a:gd name="connsiteX2" fmla="*/ 180835 w 362312"/>
                <a:gd name="connsiteY2" fmla="*/ 361972 h 361971"/>
                <a:gd name="connsiteX3" fmla="*/ 362309 w 362312"/>
                <a:gd name="connsiteY3" fmla="*/ 181305 h 361971"/>
                <a:gd name="connsiteX4" fmla="*/ 362309 w 362312"/>
                <a:gd name="connsiteY4" fmla="*/ 181305 h 361971"/>
                <a:gd name="connsiteX5" fmla="*/ 181474 w 362312"/>
                <a:gd name="connsiteY5" fmla="*/ 0 h 361971"/>
                <a:gd name="connsiteX6" fmla="*/ 181474 w 362312"/>
                <a:gd name="connsiteY6" fmla="*/ 349204 h 361971"/>
                <a:gd name="connsiteX7" fmla="*/ 12780 w 362312"/>
                <a:gd name="connsiteY7" fmla="*/ 181305 h 361971"/>
                <a:gd name="connsiteX8" fmla="*/ 180835 w 362312"/>
                <a:gd name="connsiteY8" fmla="*/ 12768 h 361971"/>
                <a:gd name="connsiteX9" fmla="*/ 349529 w 362312"/>
                <a:gd name="connsiteY9" fmla="*/ 180667 h 361971"/>
                <a:gd name="connsiteX10" fmla="*/ 349529 w 362312"/>
                <a:gd name="connsiteY10" fmla="*/ 180667 h 361971"/>
                <a:gd name="connsiteX11" fmla="*/ 181474 w 362312"/>
                <a:gd name="connsiteY11" fmla="*/ 349204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62312" h="361971">
                  <a:moveTo>
                    <a:pt x="181474" y="0"/>
                  </a:moveTo>
                  <a:cubicBezTo>
                    <a:pt x="81152" y="0"/>
                    <a:pt x="0" y="81077"/>
                    <a:pt x="0" y="180667"/>
                  </a:cubicBezTo>
                  <a:cubicBezTo>
                    <a:pt x="0" y="280257"/>
                    <a:pt x="81152" y="361972"/>
                    <a:pt x="180835" y="361972"/>
                  </a:cubicBezTo>
                  <a:cubicBezTo>
                    <a:pt x="280518" y="361972"/>
                    <a:pt x="362309" y="280895"/>
                    <a:pt x="362309" y="181305"/>
                  </a:cubicBezTo>
                  <a:cubicBezTo>
                    <a:pt x="362309" y="181305"/>
                    <a:pt x="362309" y="181305"/>
                    <a:pt x="362309" y="181305"/>
                  </a:cubicBezTo>
                  <a:cubicBezTo>
                    <a:pt x="362948" y="81077"/>
                    <a:pt x="281796" y="0"/>
                    <a:pt x="181474" y="0"/>
                  </a:cubicBezTo>
                  <a:close/>
                  <a:moveTo>
                    <a:pt x="181474" y="349204"/>
                  </a:moveTo>
                  <a:cubicBezTo>
                    <a:pt x="88181" y="349204"/>
                    <a:pt x="12780" y="273873"/>
                    <a:pt x="12780" y="181305"/>
                  </a:cubicBezTo>
                  <a:cubicBezTo>
                    <a:pt x="12780" y="88737"/>
                    <a:pt x="88181" y="12768"/>
                    <a:pt x="180835" y="12768"/>
                  </a:cubicBezTo>
                  <a:cubicBezTo>
                    <a:pt x="274128" y="12768"/>
                    <a:pt x="349529" y="88099"/>
                    <a:pt x="349529" y="180667"/>
                  </a:cubicBezTo>
                  <a:cubicBezTo>
                    <a:pt x="349529" y="180667"/>
                    <a:pt x="349529" y="180667"/>
                    <a:pt x="349529" y="180667"/>
                  </a:cubicBezTo>
                  <a:cubicBezTo>
                    <a:pt x="349529" y="273873"/>
                    <a:pt x="274767" y="348565"/>
                    <a:pt x="181474" y="349204"/>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60" name="Graphic 4">
              <a:extLst>
                <a:ext uri="{FF2B5EF4-FFF2-40B4-BE49-F238E27FC236}">
                  <a16:creationId xmlns:a16="http://schemas.microsoft.com/office/drawing/2014/main" id="{F898F77C-9DAA-828F-7CDE-6C00E16F2F4D}"/>
                </a:ext>
              </a:extLst>
            </p:cNvPr>
            <p:cNvSpPr/>
            <p:nvPr/>
          </p:nvSpPr>
          <p:spPr>
            <a:xfrm>
              <a:off x="4723441" y="980103"/>
              <a:ext cx="237705" cy="237484"/>
            </a:xfrm>
            <a:custGeom>
              <a:avLst/>
              <a:gdLst>
                <a:gd name="connsiteX0" fmla="*/ 231316 w 237705"/>
                <a:gd name="connsiteY0" fmla="*/ 112358 h 237484"/>
                <a:gd name="connsiteX1" fmla="*/ 213424 w 237705"/>
                <a:gd name="connsiteY1" fmla="*/ 112358 h 237484"/>
                <a:gd name="connsiteX2" fmla="*/ 125243 w 237705"/>
                <a:gd name="connsiteY2" fmla="*/ 24259 h 237484"/>
                <a:gd name="connsiteX3" fmla="*/ 125243 w 237705"/>
                <a:gd name="connsiteY3" fmla="*/ 6384 h 237484"/>
                <a:gd name="connsiteX4" fmla="*/ 118853 w 237705"/>
                <a:gd name="connsiteY4" fmla="*/ 0 h 237484"/>
                <a:gd name="connsiteX5" fmla="*/ 112463 w 237705"/>
                <a:gd name="connsiteY5" fmla="*/ 6384 h 237484"/>
                <a:gd name="connsiteX6" fmla="*/ 112463 w 237705"/>
                <a:gd name="connsiteY6" fmla="*/ 24259 h 237484"/>
                <a:gd name="connsiteX7" fmla="*/ 24282 w 237705"/>
                <a:gd name="connsiteY7" fmla="*/ 112358 h 237484"/>
                <a:gd name="connsiteX8" fmla="*/ 6390 w 237705"/>
                <a:gd name="connsiteY8" fmla="*/ 112358 h 237484"/>
                <a:gd name="connsiteX9" fmla="*/ 0 w 237705"/>
                <a:gd name="connsiteY9" fmla="*/ 118742 h 237484"/>
                <a:gd name="connsiteX10" fmla="*/ 6390 w 237705"/>
                <a:gd name="connsiteY10" fmla="*/ 125126 h 237484"/>
                <a:gd name="connsiteX11" fmla="*/ 24282 w 237705"/>
                <a:gd name="connsiteY11" fmla="*/ 125126 h 237484"/>
                <a:gd name="connsiteX12" fmla="*/ 112463 w 237705"/>
                <a:gd name="connsiteY12" fmla="*/ 213225 h 237484"/>
                <a:gd name="connsiteX13" fmla="*/ 112463 w 237705"/>
                <a:gd name="connsiteY13" fmla="*/ 231100 h 237484"/>
                <a:gd name="connsiteX14" fmla="*/ 118853 w 237705"/>
                <a:gd name="connsiteY14" fmla="*/ 237484 h 237484"/>
                <a:gd name="connsiteX15" fmla="*/ 125243 w 237705"/>
                <a:gd name="connsiteY15" fmla="*/ 231100 h 237484"/>
                <a:gd name="connsiteX16" fmla="*/ 125243 w 237705"/>
                <a:gd name="connsiteY16" fmla="*/ 213225 h 237484"/>
                <a:gd name="connsiteX17" fmla="*/ 213424 w 237705"/>
                <a:gd name="connsiteY17" fmla="*/ 125126 h 237484"/>
                <a:gd name="connsiteX18" fmla="*/ 231316 w 237705"/>
                <a:gd name="connsiteY18" fmla="*/ 125126 h 237484"/>
                <a:gd name="connsiteX19" fmla="*/ 237706 w 237705"/>
                <a:gd name="connsiteY19" fmla="*/ 118742 h 237484"/>
                <a:gd name="connsiteX20" fmla="*/ 231316 w 237705"/>
                <a:gd name="connsiteY20" fmla="*/ 112358 h 237484"/>
                <a:gd name="connsiteX21" fmla="*/ 231316 w 237705"/>
                <a:gd name="connsiteY21" fmla="*/ 112358 h 237484"/>
                <a:gd name="connsiteX22" fmla="*/ 200644 w 237705"/>
                <a:gd name="connsiteY22" fmla="*/ 112358 h 237484"/>
                <a:gd name="connsiteX23" fmla="*/ 173167 w 237705"/>
                <a:gd name="connsiteY23" fmla="*/ 112358 h 237484"/>
                <a:gd name="connsiteX24" fmla="*/ 125243 w 237705"/>
                <a:gd name="connsiteY24" fmla="*/ 64478 h 237484"/>
                <a:gd name="connsiteX25" fmla="*/ 125243 w 237705"/>
                <a:gd name="connsiteY25" fmla="*/ 37027 h 237484"/>
                <a:gd name="connsiteX26" fmla="*/ 200644 w 237705"/>
                <a:gd name="connsiteY26" fmla="*/ 112358 h 237484"/>
                <a:gd name="connsiteX27" fmla="*/ 112463 w 237705"/>
                <a:gd name="connsiteY27" fmla="*/ 112358 h 237484"/>
                <a:gd name="connsiteX28" fmla="*/ 77318 w 237705"/>
                <a:gd name="connsiteY28" fmla="*/ 112358 h 237484"/>
                <a:gd name="connsiteX29" fmla="*/ 112463 w 237705"/>
                <a:gd name="connsiteY29" fmla="*/ 77246 h 237484"/>
                <a:gd name="connsiteX30" fmla="*/ 112463 w 237705"/>
                <a:gd name="connsiteY30" fmla="*/ 112358 h 237484"/>
                <a:gd name="connsiteX31" fmla="*/ 112463 w 237705"/>
                <a:gd name="connsiteY31" fmla="*/ 125126 h 237484"/>
                <a:gd name="connsiteX32" fmla="*/ 112463 w 237705"/>
                <a:gd name="connsiteY32" fmla="*/ 160238 h 237484"/>
                <a:gd name="connsiteX33" fmla="*/ 77318 w 237705"/>
                <a:gd name="connsiteY33" fmla="*/ 125126 h 237484"/>
                <a:gd name="connsiteX34" fmla="*/ 112463 w 237705"/>
                <a:gd name="connsiteY34" fmla="*/ 125126 h 237484"/>
                <a:gd name="connsiteX35" fmla="*/ 125243 w 237705"/>
                <a:gd name="connsiteY35" fmla="*/ 125126 h 237484"/>
                <a:gd name="connsiteX36" fmla="*/ 160387 w 237705"/>
                <a:gd name="connsiteY36" fmla="*/ 125126 h 237484"/>
                <a:gd name="connsiteX37" fmla="*/ 125243 w 237705"/>
                <a:gd name="connsiteY37" fmla="*/ 160238 h 237484"/>
                <a:gd name="connsiteX38" fmla="*/ 125243 w 237705"/>
                <a:gd name="connsiteY38" fmla="*/ 125126 h 237484"/>
                <a:gd name="connsiteX39" fmla="*/ 125243 w 237705"/>
                <a:gd name="connsiteY39" fmla="*/ 112358 h 237484"/>
                <a:gd name="connsiteX40" fmla="*/ 125243 w 237705"/>
                <a:gd name="connsiteY40" fmla="*/ 77246 h 237484"/>
                <a:gd name="connsiteX41" fmla="*/ 160387 w 237705"/>
                <a:gd name="connsiteY41" fmla="*/ 112358 h 237484"/>
                <a:gd name="connsiteX42" fmla="*/ 125243 w 237705"/>
                <a:gd name="connsiteY42" fmla="*/ 112358 h 237484"/>
                <a:gd name="connsiteX43" fmla="*/ 112463 w 237705"/>
                <a:gd name="connsiteY43" fmla="*/ 37027 h 237484"/>
                <a:gd name="connsiteX44" fmla="*/ 112463 w 237705"/>
                <a:gd name="connsiteY44" fmla="*/ 64478 h 237484"/>
                <a:gd name="connsiteX45" fmla="*/ 64538 w 237705"/>
                <a:gd name="connsiteY45" fmla="*/ 112358 h 237484"/>
                <a:gd name="connsiteX46" fmla="*/ 37062 w 237705"/>
                <a:gd name="connsiteY46" fmla="*/ 112358 h 237484"/>
                <a:gd name="connsiteX47" fmla="*/ 112463 w 237705"/>
                <a:gd name="connsiteY47" fmla="*/ 37027 h 237484"/>
                <a:gd name="connsiteX48" fmla="*/ 112463 w 237705"/>
                <a:gd name="connsiteY48" fmla="*/ 37027 h 237484"/>
                <a:gd name="connsiteX49" fmla="*/ 37062 w 237705"/>
                <a:gd name="connsiteY49" fmla="*/ 125126 h 237484"/>
                <a:gd name="connsiteX50" fmla="*/ 64538 w 237705"/>
                <a:gd name="connsiteY50" fmla="*/ 125126 h 237484"/>
                <a:gd name="connsiteX51" fmla="*/ 112463 w 237705"/>
                <a:gd name="connsiteY51" fmla="*/ 173006 h 237484"/>
                <a:gd name="connsiteX52" fmla="*/ 112463 w 237705"/>
                <a:gd name="connsiteY52" fmla="*/ 200457 h 237484"/>
                <a:gd name="connsiteX53" fmla="*/ 37062 w 237705"/>
                <a:gd name="connsiteY53" fmla="*/ 125126 h 237484"/>
                <a:gd name="connsiteX54" fmla="*/ 125243 w 237705"/>
                <a:gd name="connsiteY54" fmla="*/ 200457 h 237484"/>
                <a:gd name="connsiteX55" fmla="*/ 125243 w 237705"/>
                <a:gd name="connsiteY55" fmla="*/ 173006 h 237484"/>
                <a:gd name="connsiteX56" fmla="*/ 173167 w 237705"/>
                <a:gd name="connsiteY56" fmla="*/ 125126 h 237484"/>
                <a:gd name="connsiteX57" fmla="*/ 200644 w 237705"/>
                <a:gd name="connsiteY57" fmla="*/ 125126 h 237484"/>
                <a:gd name="connsiteX58" fmla="*/ 125243 w 237705"/>
                <a:gd name="connsiteY58" fmla="*/ 200457 h 237484"/>
                <a:gd name="connsiteX59" fmla="*/ 125243 w 237705"/>
                <a:gd name="connsiteY59" fmla="*/ 200457 h 237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237705" h="237484">
                  <a:moveTo>
                    <a:pt x="231316" y="112358"/>
                  </a:moveTo>
                  <a:lnTo>
                    <a:pt x="213424" y="112358"/>
                  </a:lnTo>
                  <a:cubicBezTo>
                    <a:pt x="210229" y="65117"/>
                    <a:pt x="172528" y="27451"/>
                    <a:pt x="125243" y="24259"/>
                  </a:cubicBezTo>
                  <a:lnTo>
                    <a:pt x="125243" y="6384"/>
                  </a:lnTo>
                  <a:cubicBezTo>
                    <a:pt x="125243" y="2554"/>
                    <a:pt x="122687" y="0"/>
                    <a:pt x="118853" y="0"/>
                  </a:cubicBezTo>
                  <a:cubicBezTo>
                    <a:pt x="115019" y="0"/>
                    <a:pt x="112463" y="2554"/>
                    <a:pt x="112463" y="6384"/>
                  </a:cubicBezTo>
                  <a:lnTo>
                    <a:pt x="112463" y="24259"/>
                  </a:lnTo>
                  <a:cubicBezTo>
                    <a:pt x="65177" y="27451"/>
                    <a:pt x="27477" y="65117"/>
                    <a:pt x="24282" y="112358"/>
                  </a:cubicBezTo>
                  <a:lnTo>
                    <a:pt x="6390" y="112358"/>
                  </a:lnTo>
                  <a:cubicBezTo>
                    <a:pt x="2556" y="112358"/>
                    <a:pt x="0" y="114912"/>
                    <a:pt x="0" y="118742"/>
                  </a:cubicBezTo>
                  <a:cubicBezTo>
                    <a:pt x="0" y="122573"/>
                    <a:pt x="2556" y="125126"/>
                    <a:pt x="6390" y="125126"/>
                  </a:cubicBezTo>
                  <a:lnTo>
                    <a:pt x="24282" y="125126"/>
                  </a:lnTo>
                  <a:cubicBezTo>
                    <a:pt x="27477" y="172368"/>
                    <a:pt x="65177" y="210033"/>
                    <a:pt x="112463" y="213225"/>
                  </a:cubicBezTo>
                  <a:lnTo>
                    <a:pt x="112463" y="231100"/>
                  </a:lnTo>
                  <a:cubicBezTo>
                    <a:pt x="112463" y="234931"/>
                    <a:pt x="115019" y="237484"/>
                    <a:pt x="118853" y="237484"/>
                  </a:cubicBezTo>
                  <a:cubicBezTo>
                    <a:pt x="122687" y="237484"/>
                    <a:pt x="125243" y="234931"/>
                    <a:pt x="125243" y="231100"/>
                  </a:cubicBezTo>
                  <a:lnTo>
                    <a:pt x="125243" y="213225"/>
                  </a:lnTo>
                  <a:cubicBezTo>
                    <a:pt x="172528" y="210033"/>
                    <a:pt x="210229" y="172368"/>
                    <a:pt x="213424" y="125126"/>
                  </a:cubicBezTo>
                  <a:lnTo>
                    <a:pt x="231316" y="125126"/>
                  </a:lnTo>
                  <a:cubicBezTo>
                    <a:pt x="235150" y="125126"/>
                    <a:pt x="237706" y="122573"/>
                    <a:pt x="237706" y="118742"/>
                  </a:cubicBezTo>
                  <a:cubicBezTo>
                    <a:pt x="237706" y="114912"/>
                    <a:pt x="234511" y="112358"/>
                    <a:pt x="231316" y="112358"/>
                  </a:cubicBezTo>
                  <a:lnTo>
                    <a:pt x="231316" y="112358"/>
                  </a:lnTo>
                  <a:close/>
                  <a:moveTo>
                    <a:pt x="200644" y="112358"/>
                  </a:moveTo>
                  <a:lnTo>
                    <a:pt x="173167" y="112358"/>
                  </a:lnTo>
                  <a:cubicBezTo>
                    <a:pt x="169972" y="87461"/>
                    <a:pt x="150164" y="67670"/>
                    <a:pt x="125243" y="64478"/>
                  </a:cubicBezTo>
                  <a:lnTo>
                    <a:pt x="125243" y="37027"/>
                  </a:lnTo>
                  <a:cubicBezTo>
                    <a:pt x="165499" y="40219"/>
                    <a:pt x="197449" y="72139"/>
                    <a:pt x="200644" y="112358"/>
                  </a:cubicBezTo>
                  <a:close/>
                  <a:moveTo>
                    <a:pt x="112463" y="112358"/>
                  </a:moveTo>
                  <a:lnTo>
                    <a:pt x="77318" y="112358"/>
                  </a:lnTo>
                  <a:cubicBezTo>
                    <a:pt x="79874" y="94483"/>
                    <a:pt x="93932" y="80438"/>
                    <a:pt x="112463" y="77246"/>
                  </a:cubicBezTo>
                  <a:lnTo>
                    <a:pt x="112463" y="112358"/>
                  </a:lnTo>
                  <a:close/>
                  <a:moveTo>
                    <a:pt x="112463" y="125126"/>
                  </a:moveTo>
                  <a:lnTo>
                    <a:pt x="112463" y="160238"/>
                  </a:lnTo>
                  <a:cubicBezTo>
                    <a:pt x="94571" y="157684"/>
                    <a:pt x="80513" y="143640"/>
                    <a:pt x="77318" y="125126"/>
                  </a:cubicBezTo>
                  <a:lnTo>
                    <a:pt x="112463" y="125126"/>
                  </a:lnTo>
                  <a:close/>
                  <a:moveTo>
                    <a:pt x="125243" y="125126"/>
                  </a:moveTo>
                  <a:lnTo>
                    <a:pt x="160387" y="125126"/>
                  </a:lnTo>
                  <a:cubicBezTo>
                    <a:pt x="157832" y="143001"/>
                    <a:pt x="143774" y="157046"/>
                    <a:pt x="125243" y="160238"/>
                  </a:cubicBezTo>
                  <a:lnTo>
                    <a:pt x="125243" y="125126"/>
                  </a:lnTo>
                  <a:close/>
                  <a:moveTo>
                    <a:pt x="125243" y="112358"/>
                  </a:moveTo>
                  <a:lnTo>
                    <a:pt x="125243" y="77246"/>
                  </a:lnTo>
                  <a:cubicBezTo>
                    <a:pt x="143134" y="79800"/>
                    <a:pt x="157192" y="93845"/>
                    <a:pt x="160387" y="112358"/>
                  </a:cubicBezTo>
                  <a:lnTo>
                    <a:pt x="125243" y="112358"/>
                  </a:lnTo>
                  <a:close/>
                  <a:moveTo>
                    <a:pt x="112463" y="37027"/>
                  </a:moveTo>
                  <a:lnTo>
                    <a:pt x="112463" y="64478"/>
                  </a:lnTo>
                  <a:cubicBezTo>
                    <a:pt x="87542" y="67670"/>
                    <a:pt x="67733" y="87461"/>
                    <a:pt x="64538" y="112358"/>
                  </a:cubicBezTo>
                  <a:lnTo>
                    <a:pt x="37062" y="112358"/>
                  </a:lnTo>
                  <a:cubicBezTo>
                    <a:pt x="40257" y="72139"/>
                    <a:pt x="72206" y="40219"/>
                    <a:pt x="112463" y="37027"/>
                  </a:cubicBezTo>
                  <a:lnTo>
                    <a:pt x="112463" y="37027"/>
                  </a:lnTo>
                  <a:close/>
                  <a:moveTo>
                    <a:pt x="37062" y="125126"/>
                  </a:moveTo>
                  <a:lnTo>
                    <a:pt x="64538" y="125126"/>
                  </a:lnTo>
                  <a:cubicBezTo>
                    <a:pt x="67733" y="150024"/>
                    <a:pt x="87542" y="169814"/>
                    <a:pt x="112463" y="173006"/>
                  </a:cubicBezTo>
                  <a:lnTo>
                    <a:pt x="112463" y="200457"/>
                  </a:lnTo>
                  <a:cubicBezTo>
                    <a:pt x="72206" y="197265"/>
                    <a:pt x="40257" y="165345"/>
                    <a:pt x="37062" y="125126"/>
                  </a:cubicBezTo>
                  <a:close/>
                  <a:moveTo>
                    <a:pt x="125243" y="200457"/>
                  </a:moveTo>
                  <a:lnTo>
                    <a:pt x="125243" y="173006"/>
                  </a:lnTo>
                  <a:cubicBezTo>
                    <a:pt x="150164" y="169814"/>
                    <a:pt x="169972" y="150024"/>
                    <a:pt x="173167" y="125126"/>
                  </a:cubicBezTo>
                  <a:lnTo>
                    <a:pt x="200644" y="125126"/>
                  </a:lnTo>
                  <a:cubicBezTo>
                    <a:pt x="197449" y="165345"/>
                    <a:pt x="165499" y="197265"/>
                    <a:pt x="125243" y="200457"/>
                  </a:cubicBezTo>
                  <a:lnTo>
                    <a:pt x="125243" y="200457"/>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grpSp>
      <p:sp>
        <p:nvSpPr>
          <p:cNvPr id="9" name="Rectangle 8">
            <a:extLst>
              <a:ext uri="{FF2B5EF4-FFF2-40B4-BE49-F238E27FC236}">
                <a16:creationId xmlns:a16="http://schemas.microsoft.com/office/drawing/2014/main" id="{195AF229-4CC0-279E-DF85-1DE9BA59F92E}"/>
              </a:ext>
            </a:extLst>
          </p:cNvPr>
          <p:cNvSpPr/>
          <p:nvPr/>
        </p:nvSpPr>
        <p:spPr bwMode="gray">
          <a:xfrm>
            <a:off x="6782766" y="106318"/>
            <a:ext cx="2893670" cy="334099"/>
          </a:xfrm>
          <a:prstGeom prst="rect">
            <a:avLst/>
          </a:prstGeom>
          <a:solidFill>
            <a:srgbClr val="ED8B0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b="1" dirty="0">
                <a:solidFill>
                  <a:schemeClr val="bg1"/>
                </a:solidFill>
              </a:rPr>
              <a:t>Target client: &lt; Professional Services Provider #9&gt;</a:t>
            </a:r>
          </a:p>
        </p:txBody>
      </p:sp>
      <p:sp>
        <p:nvSpPr>
          <p:cNvPr id="11" name="Text Placeholder 3">
            <a:extLst>
              <a:ext uri="{FF2B5EF4-FFF2-40B4-BE49-F238E27FC236}">
                <a16:creationId xmlns:a16="http://schemas.microsoft.com/office/drawing/2014/main" id="{85E3D85A-6DFD-9CE5-2AA1-39FFFDE00C9B}"/>
              </a:ext>
            </a:extLst>
          </p:cNvPr>
          <p:cNvSpPr txBox="1">
            <a:spLocks/>
          </p:cNvSpPr>
          <p:nvPr/>
        </p:nvSpPr>
        <p:spPr>
          <a:xfrm>
            <a:off x="568678" y="5102026"/>
            <a:ext cx="1969973" cy="430887"/>
          </a:xfrm>
          <a:prstGeom prst="rect">
            <a:avLst/>
          </a:prstGeom>
        </p:spPr>
        <p:txBody>
          <a:bodyPr wrap="square" lIns="0" tIns="91440" rIns="0" bIns="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1" algn="ctr" defTabSz="1217613" rtl="0" eaLnBrk="0" fontAlgn="base" latinLnBrk="0" hangingPunct="0">
              <a:lnSpc>
                <a:spcPct val="100000"/>
              </a:lnSpc>
              <a:spcBef>
                <a:spcPct val="0"/>
              </a:spcBef>
              <a:spcAft>
                <a:spcPts val="600"/>
              </a:spcAft>
              <a:buClrTx/>
              <a:buSzPct val="100000"/>
              <a:tabLst/>
              <a:defRPr/>
            </a:pPr>
            <a:r>
              <a:rPr kumimoji="0" lang="en-US" sz="1100" b="0" i="1" u="none" strike="noStrike" kern="1200" cap="none" spc="0" normalizeH="0" baseline="0" noProof="0">
                <a:ln>
                  <a:noFill/>
                </a:ln>
                <a:solidFill>
                  <a:prstClr val="black"/>
                </a:solidFill>
                <a:effectLst/>
                <a:uLnTx/>
                <a:uFillTx/>
                <a:latin typeface="Open Sans"/>
                <a:ea typeface="Open Sans" panose="020B0606030504020204" pitchFamily="34" charset="0"/>
                <a:cs typeface="Open Sans" panose="020B0606030504020204" pitchFamily="34" charset="0"/>
              </a:rPr>
              <a:t>Earliest available environment in Deloitte (6/19)</a:t>
            </a:r>
            <a:endParaRPr kumimoji="0" lang="en-US" sz="1400" b="0" i="1" u="none" strike="noStrike" kern="1200" cap="none" spc="0" normalizeH="0" baseline="0" noProof="0">
              <a:ln>
                <a:noFill/>
              </a:ln>
              <a:solidFill>
                <a:srgbClr val="FF0000"/>
              </a:solidFill>
              <a:effectLst/>
              <a:uLnTx/>
              <a:uFillTx/>
              <a:latin typeface="Open Sans"/>
              <a:ea typeface="Open Sans" panose="020B0606030504020204" pitchFamily="34" charset="0"/>
              <a:cs typeface="Open Sans" panose="020B0606030504020204" pitchFamily="34" charset="0"/>
            </a:endParaRPr>
          </a:p>
        </p:txBody>
      </p:sp>
      <p:sp>
        <p:nvSpPr>
          <p:cNvPr id="12" name="Rectangle 11">
            <a:extLst>
              <a:ext uri="{FF2B5EF4-FFF2-40B4-BE49-F238E27FC236}">
                <a16:creationId xmlns:a16="http://schemas.microsoft.com/office/drawing/2014/main" id="{B2966246-4FFC-749C-816F-FAC6EE68611D}"/>
              </a:ext>
            </a:extLst>
          </p:cNvPr>
          <p:cNvSpPr/>
          <p:nvPr/>
        </p:nvSpPr>
        <p:spPr bwMode="gray">
          <a:xfrm>
            <a:off x="9555481" y="106318"/>
            <a:ext cx="2505075" cy="334099"/>
          </a:xfrm>
          <a:prstGeom prst="rect">
            <a:avLst/>
          </a:prstGeom>
          <a:solidFill>
            <a:schemeClr val="accent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a:solidFill>
                  <a:schemeClr val="bg1"/>
                </a:solidFill>
              </a:rPr>
              <a:t>Team: Mike Capozzi | Ankur Ch.</a:t>
            </a:r>
          </a:p>
        </p:txBody>
      </p:sp>
    </p:spTree>
    <p:extLst>
      <p:ext uri="{BB962C8B-B14F-4D97-AF65-F5344CB8AC3E}">
        <p14:creationId xmlns:p14="http://schemas.microsoft.com/office/powerpoint/2010/main" val="10661209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picture containing font, graphics, logo, white&#10;&#10;Description automatically generated">
            <a:extLst>
              <a:ext uri="{FF2B5EF4-FFF2-40B4-BE49-F238E27FC236}">
                <a16:creationId xmlns:a16="http://schemas.microsoft.com/office/drawing/2014/main" id="{19D98F4F-35BC-8A07-7480-DDEBC27E816D}"/>
              </a:ext>
            </a:extLst>
          </p:cNvPr>
          <p:cNvPicPr>
            <a:picLocks/>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314704" y="4358877"/>
            <a:ext cx="1699870" cy="1106424"/>
          </a:xfrm>
          <a:prstGeom prst="rect">
            <a:avLst/>
          </a:prstGeom>
        </p:spPr>
      </p:pic>
      <p:graphicFrame>
        <p:nvGraphicFramePr>
          <p:cNvPr id="115" name="think-cell data - do not delete" hidden="1">
            <a:extLst>
              <a:ext uri="{FF2B5EF4-FFF2-40B4-BE49-F238E27FC236}">
                <a16:creationId xmlns:a16="http://schemas.microsoft.com/office/drawing/2014/main" id="{C2FCB5B3-8446-99F8-E6E9-27C12D2969B4}"/>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95" imgH="394" progId="TCLayout.ActiveDocument.1">
                  <p:embed/>
                </p:oleObj>
              </mc:Choice>
              <mc:Fallback>
                <p:oleObj name="think-cell Slide" r:id="rId5" imgW="395" imgH="394" progId="TCLayout.ActiveDocument.1">
                  <p:embed/>
                  <p:pic>
                    <p:nvPicPr>
                      <p:cNvPr id="115" name="think-cell data - do not delete" hidden="1">
                        <a:extLst>
                          <a:ext uri="{FF2B5EF4-FFF2-40B4-BE49-F238E27FC236}">
                            <a16:creationId xmlns:a16="http://schemas.microsoft.com/office/drawing/2014/main" id="{C2FCB5B3-8446-99F8-E6E9-27C12D2969B4}"/>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Text Placeholder 1">
            <a:extLst>
              <a:ext uri="{FF2B5EF4-FFF2-40B4-BE49-F238E27FC236}">
                <a16:creationId xmlns:a16="http://schemas.microsoft.com/office/drawing/2014/main" id="{735FE4D4-4716-D56F-6604-53D2192B6AD7}"/>
              </a:ext>
            </a:extLst>
          </p:cNvPr>
          <p:cNvSpPr>
            <a:spLocks noGrp="1"/>
          </p:cNvSpPr>
          <p:nvPr>
            <p:ph type="body" sz="quarter" idx="22"/>
          </p:nvPr>
        </p:nvSpPr>
        <p:spPr/>
        <p:txBody>
          <a:bodyPr/>
          <a:lstStyle/>
          <a:p>
            <a:r>
              <a:rPr lang="en-US" sz="1600">
                <a:solidFill>
                  <a:schemeClr val="tx2">
                    <a:lumMod val="75000"/>
                  </a:schemeClr>
                </a:solidFill>
                <a:latin typeface="Open Sans" panose="020B0606030504020204" pitchFamily="34" charset="0"/>
                <a:ea typeface="Open Sans" panose="020B0606030504020204" pitchFamily="34" charset="0"/>
                <a:cs typeface="Open Sans" panose="020B0606030504020204" pitchFamily="34" charset="0"/>
              </a:rPr>
              <a:t>Produce management reporting &amp; analysis (</a:t>
            </a:r>
            <a:r>
              <a:rPr lang="en-US" sz="1600" i="1">
                <a:solidFill>
                  <a:schemeClr val="tx2">
                    <a:lumMod val="75000"/>
                  </a:schemeClr>
                </a:solidFill>
                <a:latin typeface="Open Sans" panose="020B0606030504020204" pitchFamily="34" charset="0"/>
                <a:ea typeface="Open Sans" panose="020B0606030504020204" pitchFamily="34" charset="0"/>
                <a:cs typeface="Open Sans" panose="020B0606030504020204" pitchFamily="34" charset="0"/>
              </a:rPr>
              <a:t>Version 1</a:t>
            </a:r>
            <a:r>
              <a:rPr lang="en-US" sz="1600">
                <a:solidFill>
                  <a:schemeClr val="tx2">
                    <a:lumMod val="75000"/>
                  </a:schemeClr>
                </a:solidFill>
                <a:latin typeface="Open Sans" panose="020B0606030504020204" pitchFamily="34" charset="0"/>
                <a:ea typeface="Open Sans" panose="020B0606030504020204" pitchFamily="34" charset="0"/>
                <a:cs typeface="Open Sans" panose="020B0606030504020204" pitchFamily="34" charset="0"/>
              </a:rPr>
              <a:t>) on demand in any medium including insights and commentary</a:t>
            </a:r>
          </a:p>
        </p:txBody>
      </p:sp>
      <p:sp>
        <p:nvSpPr>
          <p:cNvPr id="3" name="Title 2">
            <a:extLst>
              <a:ext uri="{FF2B5EF4-FFF2-40B4-BE49-F238E27FC236}">
                <a16:creationId xmlns:a16="http://schemas.microsoft.com/office/drawing/2014/main" id="{CA46A0B9-3BE7-8D64-18C1-659ADEDFF908}"/>
              </a:ext>
            </a:extLst>
          </p:cNvPr>
          <p:cNvSpPr>
            <a:spLocks noGrp="1"/>
          </p:cNvSpPr>
          <p:nvPr>
            <p:ph type="title"/>
          </p:nvPr>
        </p:nvSpPr>
        <p:spPr/>
        <p:txBody>
          <a:bodyPr vert="horz"/>
          <a:lstStyle/>
          <a:p>
            <a:r>
              <a:rPr lang="en-US"/>
              <a:t>Proof of Concept | </a:t>
            </a:r>
            <a:r>
              <a:rPr lang="en-US" err="1"/>
              <a:t>Mgmt</a:t>
            </a:r>
            <a:r>
              <a:rPr lang="en-US"/>
              <a:t> Reporting – Actuals, Plan, Variance + Commentary production</a:t>
            </a:r>
          </a:p>
        </p:txBody>
      </p:sp>
      <p:sp>
        <p:nvSpPr>
          <p:cNvPr id="23" name="Rectangle 22">
            <a:extLst>
              <a:ext uri="{FF2B5EF4-FFF2-40B4-BE49-F238E27FC236}">
                <a16:creationId xmlns:a16="http://schemas.microsoft.com/office/drawing/2014/main" id="{DFABE56A-E6D4-7A0F-863E-1ED90E1162FA}"/>
              </a:ext>
            </a:extLst>
          </p:cNvPr>
          <p:cNvSpPr/>
          <p:nvPr/>
        </p:nvSpPr>
        <p:spPr bwMode="gray">
          <a:xfrm>
            <a:off x="6096000" y="2933291"/>
            <a:ext cx="3018481" cy="3250038"/>
          </a:xfrm>
          <a:prstGeom prst="rect">
            <a:avLst/>
          </a:prstGeom>
          <a:solidFill>
            <a:srgbClr val="FFFFFF">
              <a:lumMod val="95000"/>
              <a:alpha val="50000"/>
            </a:srgbClr>
          </a:solidFill>
          <a:ln w="19050" algn="ctr">
            <a:noFill/>
            <a:miter lim="800000"/>
            <a:headEnd/>
            <a:tailEnd/>
          </a:ln>
        </p:spPr>
        <p:txBody>
          <a:bodyPr wrap="square" lIns="91440" tIns="91440" rIns="91440" bIns="91440" rtlCol="0" anchor="t">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9525" marR="0" lvl="1" indent="-9525" algn="l" defTabSz="1217613" rtl="0" eaLnBrk="0" fontAlgn="base" latinLnBrk="0" hangingPunct="0">
              <a:lnSpc>
                <a:spcPct val="100000"/>
              </a:lnSpc>
              <a:spcBef>
                <a:spcPct val="0"/>
              </a:spcBef>
              <a:spcAft>
                <a:spcPts val="600"/>
              </a:spcAft>
              <a:buClrTx/>
              <a:buSzTx/>
              <a:buFontTx/>
              <a:buNone/>
              <a:tabLst/>
              <a:defRPr/>
            </a:pPr>
            <a:r>
              <a:rPr kumimoji="0" lang="en-GB" sz="1500" b="1" i="0" u="none" strike="noStrike" kern="1200" cap="none" spc="0" normalizeH="0" baseline="0" noProof="0">
                <a:ln>
                  <a:noFill/>
                </a:ln>
                <a:solidFill>
                  <a:schemeClr val="accent5"/>
                </a:solidFill>
                <a:effectLst/>
                <a:uLnTx/>
                <a:uFillTx/>
                <a:latin typeface="Open Sans"/>
                <a:ea typeface="Open Sans" panose="020B0606030504020204" pitchFamily="34" charset="0"/>
                <a:cs typeface="Open Sans" panose="020B0606030504020204" pitchFamily="34" charset="0"/>
              </a:rPr>
              <a:t>Solution Approach</a:t>
            </a:r>
            <a:endParaRPr kumimoji="0" lang="en-US" sz="1500" b="0" i="0" u="none" strike="noStrike" kern="1200" cap="none" spc="0" normalizeH="0" baseline="0" noProof="0">
              <a:ln>
                <a:noFill/>
              </a:ln>
              <a:solidFill>
                <a:schemeClr val="accent5"/>
              </a:solidFill>
              <a:effectLst/>
              <a:uLnTx/>
              <a:uFillTx/>
              <a:latin typeface="Open Sans"/>
              <a:ea typeface="Open Sans" panose="020B0606030504020204" pitchFamily="34" charset="0"/>
              <a:cs typeface="Open Sans" panose="020B0606030504020204" pitchFamily="34" charset="0"/>
            </a:endParaRPr>
          </a:p>
          <a:p>
            <a:pPr marL="171450" marR="0" lvl="1" indent="-171450" algn="l" defTabSz="1217613" rtl="0" eaLnBrk="0" fontAlgn="base" latinLnBrk="0" hangingPunct="0">
              <a:lnSpc>
                <a:spcPct val="100000"/>
              </a:lnSpc>
              <a:spcBef>
                <a:spcPct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a:ln>
                  <a:noFill/>
                </a:ln>
                <a:effectLst/>
                <a:uLnTx/>
                <a:uFillTx/>
                <a:latin typeface="Open Sans"/>
                <a:ea typeface="Open Sans" panose="020B0606030504020204" pitchFamily="34" charset="0"/>
                <a:cs typeface="Open Sans" panose="020B0606030504020204" pitchFamily="34" charset="0"/>
              </a:rPr>
              <a:t>Gather integrated financial/operational datasets from known data sources</a:t>
            </a:r>
          </a:p>
          <a:p>
            <a:pPr marL="171450" lvl="1" indent="-171450" defTabSz="1217613" eaLnBrk="0" fontAlgn="base" hangingPunct="0">
              <a:spcBef>
                <a:spcPct val="0"/>
              </a:spcBef>
              <a:spcAft>
                <a:spcPts val="600"/>
              </a:spcAft>
              <a:buFont typeface="Arial" panose="020B0604020202020204" pitchFamily="34" charset="0"/>
              <a:buChar char="•"/>
              <a:defRPr/>
            </a:pPr>
            <a:r>
              <a:rPr lang="en-US" sz="1100">
                <a:latin typeface="Open Sans"/>
                <a:ea typeface="Open Sans" panose="020B0606030504020204" pitchFamily="34" charset="0"/>
                <a:cs typeface="Open Sans" panose="020B0606030504020204" pitchFamily="34" charset="0"/>
              </a:rPr>
              <a:t>Connect data sources and LLM to an orchestration layer</a:t>
            </a:r>
            <a:endParaRPr kumimoji="0" lang="en-US" sz="1100" b="0" i="0" u="none" strike="noStrike" kern="1200" cap="none" spc="0" normalizeH="0" baseline="0" noProof="0">
              <a:ln>
                <a:noFill/>
              </a:ln>
              <a:effectLst/>
              <a:uLnTx/>
              <a:uFillTx/>
              <a:latin typeface="Open Sans"/>
              <a:ea typeface="Open Sans" panose="020B0606030504020204" pitchFamily="34" charset="0"/>
              <a:cs typeface="Open Sans" panose="020B0606030504020204" pitchFamily="34" charset="0"/>
            </a:endParaRPr>
          </a:p>
          <a:p>
            <a:pPr marL="171450" marR="0" lvl="1" indent="-171450" algn="l" defTabSz="1217613" rtl="0" eaLnBrk="0" fontAlgn="base" latinLnBrk="0" hangingPunct="0">
              <a:lnSpc>
                <a:spcPct val="100000"/>
              </a:lnSpc>
              <a:spcBef>
                <a:spcPct val="0"/>
              </a:spcBef>
              <a:spcAft>
                <a:spcPts val="600"/>
              </a:spcAft>
              <a:buClrTx/>
              <a:buSzTx/>
              <a:buFont typeface="Arial" panose="020B0604020202020204" pitchFamily="34" charset="0"/>
              <a:buChar char="•"/>
              <a:tabLst/>
              <a:defRPr/>
            </a:pPr>
            <a:r>
              <a:rPr lang="en-US" sz="1100">
                <a:latin typeface="Open Sans"/>
                <a:ea typeface="Open Sans" panose="020B0606030504020204" pitchFamily="34" charset="0"/>
                <a:cs typeface="Open Sans" panose="020B0606030504020204" pitchFamily="34" charset="0"/>
              </a:rPr>
              <a:t>Define terminology necessary for LLM to understand the datasets</a:t>
            </a:r>
          </a:p>
          <a:p>
            <a:pPr marL="171450" marR="0" lvl="1" indent="-171450" algn="l" defTabSz="1217613" rtl="0" eaLnBrk="0" fontAlgn="base" latinLnBrk="0" hangingPunct="0">
              <a:lnSpc>
                <a:spcPct val="100000"/>
              </a:lnSpc>
              <a:spcBef>
                <a:spcPct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a:ln>
                  <a:noFill/>
                </a:ln>
                <a:effectLst/>
                <a:uLnTx/>
                <a:uFillTx/>
                <a:latin typeface="Open Sans"/>
                <a:ea typeface="Open Sans" panose="020B0606030504020204" pitchFamily="34" charset="0"/>
                <a:cs typeface="Open Sans" panose="020B0606030504020204" pitchFamily="34" charset="0"/>
              </a:rPr>
              <a:t>Train model on correct terminology and update</a:t>
            </a:r>
          </a:p>
          <a:p>
            <a:pPr marL="171450" marR="0" lvl="1" indent="-171450" algn="l" defTabSz="1217613" rtl="0" eaLnBrk="0" fontAlgn="base" latinLnBrk="0" hangingPunct="0">
              <a:lnSpc>
                <a:spcPct val="100000"/>
              </a:lnSpc>
              <a:spcBef>
                <a:spcPct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a:ln>
                  <a:noFill/>
                </a:ln>
                <a:effectLst/>
                <a:uLnTx/>
                <a:uFillTx/>
                <a:latin typeface="Open Sans"/>
                <a:ea typeface="Open Sans" panose="020B0606030504020204" pitchFamily="34" charset="0"/>
                <a:cs typeface="Open Sans" panose="020B0606030504020204" pitchFamily="34" charset="0"/>
              </a:rPr>
              <a:t>Generate data visualizations and corresponding commentary from the orchestration layer</a:t>
            </a:r>
          </a:p>
          <a:p>
            <a:pPr marL="171450" marR="0" lvl="1" indent="-171450" algn="l" defTabSz="1217613" rtl="0" eaLnBrk="0" fontAlgn="base" latinLnBrk="0" hangingPunct="0">
              <a:lnSpc>
                <a:spcPct val="100000"/>
              </a:lnSpc>
              <a:spcBef>
                <a:spcPct val="0"/>
              </a:spcBef>
              <a:spcAft>
                <a:spcPts val="600"/>
              </a:spcAft>
              <a:buClrTx/>
              <a:buSzTx/>
              <a:buFont typeface="Arial" panose="020B0604020202020204" pitchFamily="34" charset="0"/>
              <a:buChar char="•"/>
              <a:tabLst/>
              <a:defRPr/>
            </a:pPr>
            <a:r>
              <a:rPr lang="en-US" sz="1100">
                <a:latin typeface="Open Sans"/>
                <a:ea typeface="Open Sans" panose="020B0606030504020204" pitchFamily="34" charset="0"/>
                <a:cs typeface="Open Sans" panose="020B0606030504020204" pitchFamily="34" charset="0"/>
              </a:rPr>
              <a:t>Highly dependent on client data maturity, common financial language, and standardization</a:t>
            </a:r>
            <a:endParaRPr kumimoji="0" lang="en-US" sz="1100" b="0" i="0" u="none" strike="noStrike" kern="1200" cap="none" spc="0" normalizeH="0" baseline="0" noProof="0">
              <a:ln>
                <a:noFill/>
              </a:ln>
              <a:effectLst/>
              <a:uLnTx/>
              <a:uFillTx/>
              <a:latin typeface="Open Sans"/>
              <a:ea typeface="Open Sans" panose="020B0606030504020204" pitchFamily="34" charset="0"/>
              <a:cs typeface="Open Sans" panose="020B0606030504020204" pitchFamily="34" charset="0"/>
            </a:endParaRPr>
          </a:p>
        </p:txBody>
      </p:sp>
      <p:sp>
        <p:nvSpPr>
          <p:cNvPr id="24" name="Rectangle 23">
            <a:extLst>
              <a:ext uri="{FF2B5EF4-FFF2-40B4-BE49-F238E27FC236}">
                <a16:creationId xmlns:a16="http://schemas.microsoft.com/office/drawing/2014/main" id="{6737D673-B84D-7246-637F-A2B1AEDF5A14}"/>
              </a:ext>
            </a:extLst>
          </p:cNvPr>
          <p:cNvSpPr/>
          <p:nvPr/>
        </p:nvSpPr>
        <p:spPr bwMode="gray">
          <a:xfrm>
            <a:off x="3350039" y="1403039"/>
            <a:ext cx="5500082" cy="1333698"/>
          </a:xfrm>
          <a:prstGeom prst="rect">
            <a:avLst/>
          </a:prstGeom>
          <a:noFill/>
          <a:ln w="19050" algn="ctr">
            <a:noFill/>
            <a:miter lim="800000"/>
            <a:headEnd/>
            <a:tailEnd/>
          </a:ln>
        </p:spPr>
        <p:txBody>
          <a:bodyPr wrap="square" lIns="0" tIns="0" rIns="0" bIns="9144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9525" marR="0" lvl="1" indent="-9525" algn="l" defTabSz="1217613" rtl="0" eaLnBrk="0" fontAlgn="base" latinLnBrk="0" hangingPunct="0">
              <a:lnSpc>
                <a:spcPct val="100000"/>
              </a:lnSpc>
              <a:spcBef>
                <a:spcPct val="0"/>
              </a:spcBef>
              <a:spcAft>
                <a:spcPts val="600"/>
              </a:spcAft>
              <a:buClrTx/>
              <a:buSzTx/>
              <a:buFontTx/>
              <a:buNone/>
              <a:tabLst/>
              <a:defRPr/>
            </a:pPr>
            <a:r>
              <a:rPr kumimoji="0" lang="en-GB" sz="1500" b="1" i="0" u="none" strike="noStrike" kern="1200" cap="none" spc="0" normalizeH="0" baseline="0" noProof="0">
                <a:ln>
                  <a:noFill/>
                </a:ln>
                <a:solidFill>
                  <a:schemeClr val="accent5"/>
                </a:solidFill>
                <a:effectLst/>
                <a:uLnTx/>
                <a:uFillTx/>
                <a:latin typeface="Open Sans"/>
                <a:ea typeface="Open Sans" panose="020B0606030504020204" pitchFamily="34" charset="0"/>
                <a:cs typeface="Open Sans" panose="020B0606030504020204" pitchFamily="34" charset="0"/>
              </a:rPr>
              <a:t>Situation</a:t>
            </a:r>
            <a:endParaRPr kumimoji="0" lang="en-US" sz="1500" b="0" i="0" u="none" strike="noStrike" kern="1200" cap="none" spc="0" normalizeH="0" baseline="0" noProof="0">
              <a:ln>
                <a:noFill/>
              </a:ln>
              <a:solidFill>
                <a:schemeClr val="accent5"/>
              </a:solidFill>
              <a:effectLst/>
              <a:uLnTx/>
              <a:uFillTx/>
              <a:latin typeface="Open Sans"/>
              <a:ea typeface="Open Sans" panose="020B0606030504020204" pitchFamily="34" charset="0"/>
              <a:cs typeface="Open Sans" panose="020B0606030504020204" pitchFamily="34" charset="0"/>
            </a:endParaRPr>
          </a:p>
          <a:p>
            <a:pPr marL="171450" marR="0" lvl="1" indent="-171450" algn="l" defTabSz="1217613" rtl="0" eaLnBrk="0" fontAlgn="base" latinLnBrk="0" hangingPunct="0">
              <a:lnSpc>
                <a:spcPct val="100000"/>
              </a:lnSpc>
              <a:spcBef>
                <a:spcPts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000000"/>
                </a:solidFill>
                <a:effectLst/>
                <a:uLnTx/>
                <a:uFillTx/>
                <a:latin typeface="Open Sans"/>
                <a:ea typeface="Open Sans" panose="020B0606030504020204" pitchFamily="34" charset="0"/>
                <a:cs typeface="Open Sans" panose="020B0606030504020204" pitchFamily="34" charset="0"/>
              </a:rPr>
              <a:t>Finance business partners spend more time evaluating data than generating insights</a:t>
            </a:r>
          </a:p>
          <a:p>
            <a:pPr marL="171450" marR="0" lvl="1" indent="-171450" algn="l" defTabSz="1217613" rtl="0" eaLnBrk="0" fontAlgn="base" latinLnBrk="0" hangingPunct="0">
              <a:lnSpc>
                <a:spcPct val="100000"/>
              </a:lnSpc>
              <a:spcBef>
                <a:spcPts val="0"/>
              </a:spcBef>
              <a:spcAft>
                <a:spcPts val="600"/>
              </a:spcAft>
              <a:buClrTx/>
              <a:buSzTx/>
              <a:buFont typeface="Arial" panose="020B0604020202020204" pitchFamily="34" charset="0"/>
              <a:buChar char="•"/>
              <a:tabLst/>
              <a:defRPr/>
            </a:pPr>
            <a:r>
              <a:rPr lang="en-US" sz="1100">
                <a:solidFill>
                  <a:srgbClr val="000000"/>
                </a:solidFill>
                <a:latin typeface="Open Sans"/>
                <a:ea typeface="Open Sans" panose="020B0606030504020204" pitchFamily="34" charset="0"/>
                <a:cs typeface="Open Sans" panose="020B0606030504020204" pitchFamily="34" charset="0"/>
              </a:rPr>
              <a:t>Developing goal seek scenarios is a time consuming and labor-intensive process</a:t>
            </a:r>
          </a:p>
          <a:p>
            <a:pPr marL="171450" marR="0" lvl="1" indent="-171450" algn="l" defTabSz="1217613" rtl="0" eaLnBrk="0" fontAlgn="base" latinLnBrk="0" hangingPunct="0">
              <a:lnSpc>
                <a:spcPct val="100000"/>
              </a:lnSpc>
              <a:spcBef>
                <a:spcPts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000000"/>
                </a:solidFill>
                <a:effectLst/>
                <a:uLnTx/>
                <a:uFillTx/>
                <a:latin typeface="Open Sans"/>
                <a:ea typeface="Open Sans" panose="020B0606030504020204" pitchFamily="34" charset="0"/>
                <a:cs typeface="Open Sans" panose="020B0606030504020204" pitchFamily="34" charset="0"/>
              </a:rPr>
              <a:t>Even for relatively simple level 0 tasks, multiple stakeholders need to be involved in gathering accurate information</a:t>
            </a:r>
          </a:p>
          <a:p>
            <a:pPr marL="0" marR="0" lvl="1" algn="l" defTabSz="1217613" rtl="0" eaLnBrk="0" fontAlgn="base" latinLnBrk="0" hangingPunct="0">
              <a:lnSpc>
                <a:spcPct val="100000"/>
              </a:lnSpc>
              <a:spcBef>
                <a:spcPts val="0"/>
              </a:spcBef>
              <a:spcAft>
                <a:spcPts val="600"/>
              </a:spcAft>
              <a:buClrTx/>
              <a:buSzTx/>
              <a:tabLst/>
              <a:defRPr/>
            </a:pPr>
            <a:endParaRPr kumimoji="0" lang="en-US" sz="1100" b="0" i="0" u="none" strike="noStrike" kern="1200" cap="none" spc="0" normalizeH="0" baseline="0" noProof="0">
              <a:ln>
                <a:noFill/>
              </a:ln>
              <a:solidFill>
                <a:srgbClr val="000000"/>
              </a:solidFill>
              <a:effectLst/>
              <a:highlight>
                <a:srgbClr val="FFFF00"/>
              </a:highlight>
              <a:uLnTx/>
              <a:uFillTx/>
              <a:latin typeface="Open Sans"/>
              <a:ea typeface="Open Sans" panose="020B0606030504020204" pitchFamily="34" charset="0"/>
              <a:cs typeface="Open Sans" panose="020B0606030504020204" pitchFamily="34" charset="0"/>
            </a:endParaRPr>
          </a:p>
          <a:p>
            <a:pPr marL="171450" marR="0" lvl="1" indent="-171450" algn="l" defTabSz="1217613" rtl="0" eaLnBrk="0" fontAlgn="base" latinLnBrk="0" hangingPunct="0">
              <a:lnSpc>
                <a:spcPct val="100000"/>
              </a:lnSpc>
              <a:spcBef>
                <a:spcPts val="0"/>
              </a:spcBef>
              <a:spcAft>
                <a:spcPts val="600"/>
              </a:spcAft>
              <a:buClrTx/>
              <a:buSzTx/>
              <a:buFont typeface="Arial" panose="020B0604020202020204" pitchFamily="34" charset="0"/>
              <a:buChar char="•"/>
              <a:tabLst/>
              <a:defRPr/>
            </a:pPr>
            <a:endParaRPr kumimoji="0" lang="en-US" sz="1100" b="0" i="0" u="none" strike="noStrike" kern="1200" cap="none" spc="0" normalizeH="0" baseline="0" noProof="0">
              <a:ln>
                <a:noFill/>
              </a:ln>
              <a:solidFill>
                <a:srgbClr val="000000"/>
              </a:solidFill>
              <a:effectLst/>
              <a:uLnTx/>
              <a:uFillTx/>
              <a:latin typeface="Open Sans"/>
              <a:ea typeface="Open Sans" panose="020B0606030504020204" pitchFamily="34" charset="0"/>
              <a:cs typeface="Open Sans" panose="020B0606030504020204" pitchFamily="34" charset="0"/>
            </a:endParaRPr>
          </a:p>
          <a:p>
            <a:pPr marL="171450" marR="0" lvl="1" indent="-171450" algn="l" defTabSz="1217613" rtl="0" eaLnBrk="0" fontAlgn="base" latinLnBrk="0" hangingPunct="0">
              <a:lnSpc>
                <a:spcPct val="100000"/>
              </a:lnSpc>
              <a:spcBef>
                <a:spcPts val="0"/>
              </a:spcBef>
              <a:spcAft>
                <a:spcPts val="600"/>
              </a:spcAft>
              <a:buClrTx/>
              <a:buSzTx/>
              <a:buFont typeface="Arial" panose="020B0604020202020204" pitchFamily="34" charset="0"/>
              <a:buChar char="•"/>
              <a:tabLst/>
              <a:defRPr/>
            </a:pPr>
            <a:endParaRPr kumimoji="0" lang="en-US" sz="1100" b="0" i="0" u="none" strike="noStrike" kern="1200" cap="none" spc="0" normalizeH="0" baseline="0" noProof="0">
              <a:ln>
                <a:noFill/>
              </a:ln>
              <a:solidFill>
                <a:srgbClr val="000000"/>
              </a:solidFill>
              <a:effectLst/>
              <a:uLnTx/>
              <a:uFillTx/>
              <a:latin typeface="Open Sans"/>
              <a:ea typeface="Open Sans" panose="020B0606030504020204" pitchFamily="34" charset="0"/>
              <a:cs typeface="Open Sans" panose="020B0606030504020204" pitchFamily="34" charset="0"/>
            </a:endParaRPr>
          </a:p>
        </p:txBody>
      </p:sp>
      <p:sp>
        <p:nvSpPr>
          <p:cNvPr id="25" name="Rectangle 24">
            <a:extLst>
              <a:ext uri="{FF2B5EF4-FFF2-40B4-BE49-F238E27FC236}">
                <a16:creationId xmlns:a16="http://schemas.microsoft.com/office/drawing/2014/main" id="{5018FA1B-BF24-C81F-38EB-4997297F366D}"/>
              </a:ext>
            </a:extLst>
          </p:cNvPr>
          <p:cNvSpPr/>
          <p:nvPr/>
        </p:nvSpPr>
        <p:spPr bwMode="gray">
          <a:xfrm>
            <a:off x="498515" y="1390338"/>
            <a:ext cx="2627615" cy="3016989"/>
          </a:xfrm>
          <a:prstGeom prst="rect">
            <a:avLst/>
          </a:prstGeom>
          <a:solidFill>
            <a:srgbClr val="F9F9F9"/>
          </a:solidFill>
          <a:ln w="19050" algn="ctr">
            <a:noFill/>
            <a:miter lim="800000"/>
            <a:headEnd/>
            <a:tailEnd/>
          </a:ln>
        </p:spPr>
        <p:txBody>
          <a:bodyPr wrap="square" lIns="91440" tIns="91440" rIns="91440" bIns="91440" rtlCol="0" anchor="t">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9525" marR="0" lvl="1" indent="-9525" algn="l" defTabSz="1217613" rtl="0" eaLnBrk="0" fontAlgn="base" latinLnBrk="0" hangingPunct="0">
              <a:lnSpc>
                <a:spcPct val="100000"/>
              </a:lnSpc>
              <a:spcBef>
                <a:spcPct val="0"/>
              </a:spcBef>
              <a:spcAft>
                <a:spcPts val="600"/>
              </a:spcAft>
              <a:buClrTx/>
              <a:buSzTx/>
              <a:buFontTx/>
              <a:buNone/>
              <a:tabLst/>
              <a:defRPr/>
            </a:pPr>
            <a:endParaRPr kumimoji="0" lang="en-GB" sz="1100" b="0" i="0" u="none" strike="noStrike" kern="1200" cap="none" spc="0" normalizeH="0" baseline="0" noProof="0">
              <a:ln>
                <a:noFill/>
              </a:ln>
              <a:solidFill>
                <a:srgbClr val="000000"/>
              </a:solidFill>
              <a:effectLst/>
              <a:uLnTx/>
              <a:uFillTx/>
              <a:latin typeface="Open Sans"/>
              <a:ea typeface="Open Sans" panose="020B0606030504020204" pitchFamily="34" charset="0"/>
              <a:cs typeface="Open Sans" panose="020B0606030504020204" pitchFamily="34" charset="0"/>
            </a:endParaRPr>
          </a:p>
        </p:txBody>
      </p:sp>
      <p:cxnSp>
        <p:nvCxnSpPr>
          <p:cNvPr id="26" name="Straight Connector 25">
            <a:extLst>
              <a:ext uri="{FF2B5EF4-FFF2-40B4-BE49-F238E27FC236}">
                <a16:creationId xmlns:a16="http://schemas.microsoft.com/office/drawing/2014/main" id="{157FA967-469C-8DDD-B43F-FB66273132B3}"/>
              </a:ext>
            </a:extLst>
          </p:cNvPr>
          <p:cNvCxnSpPr/>
          <p:nvPr/>
        </p:nvCxnSpPr>
        <p:spPr>
          <a:xfrm>
            <a:off x="3130166" y="1403037"/>
            <a:ext cx="0" cy="4800600"/>
          </a:xfrm>
          <a:prstGeom prst="line">
            <a:avLst/>
          </a:prstGeom>
          <a:ln w="12700" cap="rnd">
            <a:solidFill>
              <a:schemeClr val="accent1"/>
            </a:solidFill>
          </a:ln>
        </p:spPr>
        <p:style>
          <a:lnRef idx="1">
            <a:schemeClr val="accent1"/>
          </a:lnRef>
          <a:fillRef idx="0">
            <a:schemeClr val="accent1"/>
          </a:fillRef>
          <a:effectRef idx="0">
            <a:schemeClr val="accent1"/>
          </a:effectRef>
          <a:fontRef idx="minor">
            <a:schemeClr val="tx1"/>
          </a:fontRef>
        </p:style>
      </p:cxnSp>
      <p:sp>
        <p:nvSpPr>
          <p:cNvPr id="27" name="Text Placeholder 3">
            <a:extLst>
              <a:ext uri="{FF2B5EF4-FFF2-40B4-BE49-F238E27FC236}">
                <a16:creationId xmlns:a16="http://schemas.microsoft.com/office/drawing/2014/main" id="{87C7230F-23AA-52B0-AA01-A68B5DD51289}"/>
              </a:ext>
            </a:extLst>
          </p:cNvPr>
          <p:cNvSpPr txBox="1">
            <a:spLocks/>
          </p:cNvSpPr>
          <p:nvPr/>
        </p:nvSpPr>
        <p:spPr>
          <a:xfrm>
            <a:off x="617840" y="2294267"/>
            <a:ext cx="2376944" cy="2015936"/>
          </a:xfrm>
          <a:prstGeom prst="rect">
            <a:avLst/>
          </a:prstGeom>
        </p:spPr>
        <p:txBody>
          <a:bodyPr wrap="square" lIns="0" tIns="91440" rIns="0" bIns="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9525" marR="0" lvl="1" indent="-9525" algn="l" defTabSz="1217613" rtl="0" eaLnBrk="0" fontAlgn="base" latinLnBrk="0" hangingPunct="0">
              <a:lnSpc>
                <a:spcPct val="100000"/>
              </a:lnSpc>
              <a:spcBef>
                <a:spcPct val="0"/>
              </a:spcBef>
              <a:spcAft>
                <a:spcPts val="600"/>
              </a:spcAft>
              <a:buClrTx/>
              <a:buSzPct val="100000"/>
              <a:buFont typeface="Arial" panose="020B0604020202020204" pitchFamily="34" charset="0"/>
              <a:buNone/>
              <a:tabLst/>
              <a:defRPr/>
            </a:pPr>
            <a:r>
              <a:rPr kumimoji="0" lang="en-US" sz="1500" b="1" i="0" u="none" strike="noStrike" kern="1200" cap="none" spc="0" normalizeH="0" baseline="0" noProof="0">
                <a:ln>
                  <a:noFill/>
                </a:ln>
                <a:solidFill>
                  <a:schemeClr val="accent5"/>
                </a:solidFill>
                <a:effectLst/>
                <a:uLnTx/>
                <a:uFillTx/>
                <a:latin typeface="Open Sans"/>
                <a:ea typeface="Open Sans" panose="020B0606030504020204" pitchFamily="34" charset="0"/>
                <a:cs typeface="Open Sans" panose="020B0606030504020204" pitchFamily="34" charset="0"/>
              </a:rPr>
              <a:t>Industries:</a:t>
            </a:r>
          </a:p>
          <a:p>
            <a:pPr marL="171450" marR="0" lvl="1" indent="-171450" algn="l" defTabSz="1217613" rtl="0" eaLnBrk="0" fontAlgn="base" latinLnBrk="0" hangingPunct="0">
              <a:lnSpc>
                <a:spcPct val="100000"/>
              </a:lnSpc>
              <a:spcBef>
                <a:spcPct val="0"/>
              </a:spcBef>
              <a:spcAft>
                <a:spcPts val="600"/>
              </a:spcAft>
              <a:buClrTx/>
              <a:buSzPct val="100000"/>
              <a:buFont typeface="Arial" panose="020B0604020202020204" pitchFamily="34" charset="0"/>
              <a:buChar char="•"/>
              <a:tabLst/>
              <a:defRPr/>
            </a:pPr>
            <a:r>
              <a:rPr kumimoji="0" lang="en-US" sz="1100" b="0" i="0" u="none" strike="noStrike" kern="1200" cap="none" spc="0" normalizeH="0" baseline="0" noProof="0">
                <a:ln>
                  <a:noFill/>
                </a:ln>
                <a:solidFill>
                  <a:prstClr val="black"/>
                </a:solidFill>
                <a:effectLst/>
                <a:uLnTx/>
                <a:uFillTx/>
                <a:latin typeface="Open Sans"/>
                <a:ea typeface="Open Sans" panose="020B0606030504020204" pitchFamily="34" charset="0"/>
                <a:cs typeface="Open Sans" panose="020B0606030504020204" pitchFamily="34" charset="0"/>
              </a:rPr>
              <a:t>Life Sciences and Healthcare</a:t>
            </a:r>
          </a:p>
          <a:p>
            <a:pPr marL="171450" marR="0" lvl="1" indent="-171450" algn="l" defTabSz="1217613" rtl="0" eaLnBrk="0" fontAlgn="base" latinLnBrk="0" hangingPunct="0">
              <a:lnSpc>
                <a:spcPct val="100000"/>
              </a:lnSpc>
              <a:spcBef>
                <a:spcPct val="0"/>
              </a:spcBef>
              <a:spcAft>
                <a:spcPts val="600"/>
              </a:spcAft>
              <a:buClrTx/>
              <a:buSzPct val="100000"/>
              <a:buFont typeface="Arial" panose="020B0604020202020204" pitchFamily="34" charset="0"/>
              <a:buChar char="•"/>
              <a:tabLst/>
              <a:defRPr/>
            </a:pPr>
            <a:r>
              <a:rPr kumimoji="0" lang="en-US" sz="1100" b="0" i="0" u="none" strike="noStrike" kern="1200" cap="none" spc="0" normalizeH="0" baseline="0" noProof="0">
                <a:ln>
                  <a:noFill/>
                </a:ln>
                <a:solidFill>
                  <a:prstClr val="black"/>
                </a:solidFill>
                <a:effectLst/>
                <a:uLnTx/>
                <a:uFillTx/>
                <a:latin typeface="Open Sans"/>
                <a:ea typeface="Open Sans" panose="020B0606030504020204" pitchFamily="34" charset="0"/>
                <a:cs typeface="Open Sans" panose="020B0606030504020204" pitchFamily="34" charset="0"/>
              </a:rPr>
              <a:t>Financial Services and Insurance</a:t>
            </a:r>
          </a:p>
          <a:p>
            <a:pPr marL="171450" marR="0" lvl="1" indent="-171450" algn="l" defTabSz="1217613" rtl="0" eaLnBrk="0" fontAlgn="base" latinLnBrk="0" hangingPunct="0">
              <a:lnSpc>
                <a:spcPct val="100000"/>
              </a:lnSpc>
              <a:spcBef>
                <a:spcPct val="0"/>
              </a:spcBef>
              <a:spcAft>
                <a:spcPts val="600"/>
              </a:spcAft>
              <a:buClrTx/>
              <a:buSzPct val="100000"/>
              <a:buFont typeface="Arial" panose="020B0604020202020204" pitchFamily="34" charset="0"/>
              <a:buChar char="•"/>
              <a:tabLst/>
              <a:defRPr/>
            </a:pPr>
            <a:r>
              <a:rPr kumimoji="0" lang="en-US" sz="1100" b="0" i="0" u="none" strike="noStrike" kern="1200" cap="none" spc="0" normalizeH="0" baseline="0" noProof="0">
                <a:ln>
                  <a:noFill/>
                </a:ln>
                <a:solidFill>
                  <a:prstClr val="black"/>
                </a:solidFill>
                <a:effectLst/>
                <a:uLnTx/>
                <a:uFillTx/>
                <a:latin typeface="Open Sans"/>
                <a:ea typeface="Open Sans" panose="020B0606030504020204" pitchFamily="34" charset="0"/>
                <a:cs typeface="Open Sans" panose="020B0606030504020204" pitchFamily="34" charset="0"/>
              </a:rPr>
              <a:t>Tech, Media, and Telecom</a:t>
            </a:r>
          </a:p>
          <a:p>
            <a:pPr marL="171450" marR="0" lvl="1" indent="-171450" algn="l" defTabSz="1217613" rtl="0" eaLnBrk="0" fontAlgn="base" latinLnBrk="0" hangingPunct="0">
              <a:lnSpc>
                <a:spcPct val="100000"/>
              </a:lnSpc>
              <a:spcBef>
                <a:spcPct val="0"/>
              </a:spcBef>
              <a:spcAft>
                <a:spcPts val="600"/>
              </a:spcAft>
              <a:buClrTx/>
              <a:buSzPct val="100000"/>
              <a:buFont typeface="Arial" panose="020B0604020202020204" pitchFamily="34" charset="0"/>
              <a:buChar char="•"/>
              <a:tabLst/>
              <a:defRPr/>
            </a:pPr>
            <a:r>
              <a:rPr kumimoji="0" lang="en-US" sz="1100" b="0" i="0" u="none" strike="noStrike" kern="1200" cap="none" spc="0" normalizeH="0" baseline="0" noProof="0">
                <a:ln>
                  <a:noFill/>
                </a:ln>
                <a:solidFill>
                  <a:prstClr val="black"/>
                </a:solidFill>
                <a:effectLst/>
                <a:uLnTx/>
                <a:uFillTx/>
                <a:latin typeface="Open Sans"/>
                <a:ea typeface="Open Sans" panose="020B0606030504020204" pitchFamily="34" charset="0"/>
                <a:cs typeface="Open Sans" panose="020B0606030504020204" pitchFamily="34" charset="0"/>
              </a:rPr>
              <a:t>Energy, Resources, and Industrials</a:t>
            </a:r>
          </a:p>
          <a:p>
            <a:pPr marL="171450" marR="0" lvl="1" indent="-171450" algn="l" defTabSz="1217613" rtl="0" eaLnBrk="0" fontAlgn="base" latinLnBrk="0" hangingPunct="0">
              <a:lnSpc>
                <a:spcPct val="100000"/>
              </a:lnSpc>
              <a:spcBef>
                <a:spcPct val="0"/>
              </a:spcBef>
              <a:spcAft>
                <a:spcPts val="600"/>
              </a:spcAft>
              <a:buClrTx/>
              <a:buSzPct val="100000"/>
              <a:buFont typeface="Arial" panose="020B0604020202020204" pitchFamily="34" charset="0"/>
              <a:buChar char="•"/>
              <a:tabLst/>
              <a:defRPr/>
            </a:pPr>
            <a:r>
              <a:rPr kumimoji="0" lang="en-US" sz="1100" b="0" i="0" u="none" strike="noStrike" kern="1200" cap="none" spc="0" normalizeH="0" baseline="0" noProof="0">
                <a:ln>
                  <a:noFill/>
                </a:ln>
                <a:solidFill>
                  <a:prstClr val="black"/>
                </a:solidFill>
                <a:effectLst/>
                <a:uLnTx/>
                <a:uFillTx/>
                <a:latin typeface="Open Sans"/>
                <a:ea typeface="Open Sans" panose="020B0606030504020204" pitchFamily="34" charset="0"/>
                <a:cs typeface="Open Sans" panose="020B0606030504020204" pitchFamily="34" charset="0"/>
              </a:rPr>
              <a:t>Consumer</a:t>
            </a:r>
          </a:p>
          <a:p>
            <a:pPr marL="0" marR="0" lvl="1" indent="0" algn="l" defTabSz="914400" rtl="0" eaLnBrk="1" fontAlgn="base" latinLnBrk="0" hangingPunct="1">
              <a:lnSpc>
                <a:spcPct val="100000"/>
              </a:lnSpc>
              <a:spcBef>
                <a:spcPct val="0"/>
              </a:spcBef>
              <a:spcAft>
                <a:spcPts val="1338"/>
              </a:spcAft>
              <a:buClrTx/>
              <a:buSzPct val="100000"/>
              <a:buFont typeface="Arial" panose="020B0604020202020204" pitchFamily="34" charset="0"/>
              <a:buNone/>
              <a:tabLst/>
              <a:defRPr/>
            </a:pPr>
            <a:endParaRPr kumimoji="0" lang="en-US" sz="1400" b="0" i="0" u="none" strike="noStrike" kern="1200" cap="none" spc="0" normalizeH="0" baseline="0" noProof="0">
              <a:ln>
                <a:noFill/>
              </a:ln>
              <a:solidFill>
                <a:srgbClr val="FF0000"/>
              </a:solidFill>
              <a:effectLst/>
              <a:uLnTx/>
              <a:uFillTx/>
              <a:latin typeface="Open Sans"/>
              <a:ea typeface="Open Sans" panose="020B0606030504020204" pitchFamily="34" charset="0"/>
              <a:cs typeface="Open Sans" panose="020B0606030504020204" pitchFamily="34" charset="0"/>
            </a:endParaRPr>
          </a:p>
        </p:txBody>
      </p:sp>
      <p:sp>
        <p:nvSpPr>
          <p:cNvPr id="33" name="Text Placeholder 3">
            <a:extLst>
              <a:ext uri="{FF2B5EF4-FFF2-40B4-BE49-F238E27FC236}">
                <a16:creationId xmlns:a16="http://schemas.microsoft.com/office/drawing/2014/main" id="{C147A7C6-0D93-8377-1945-2A49F8F5DEE4}"/>
              </a:ext>
            </a:extLst>
          </p:cNvPr>
          <p:cNvSpPr txBox="1">
            <a:spLocks/>
          </p:cNvSpPr>
          <p:nvPr/>
        </p:nvSpPr>
        <p:spPr>
          <a:xfrm>
            <a:off x="617840" y="4499652"/>
            <a:ext cx="2376944" cy="153888"/>
          </a:xfrm>
          <a:prstGeom prst="rect">
            <a:avLst/>
          </a:prstGeom>
        </p:spPr>
        <p:txBody>
          <a:bodyPr wrap="square" lIns="0" tIns="0" rIns="0" bIns="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9525" marR="0" lvl="1" indent="-9525" algn="l" defTabSz="1217613" rtl="0" eaLnBrk="0" fontAlgn="base" latinLnBrk="0" hangingPunct="0">
              <a:lnSpc>
                <a:spcPct val="100000"/>
              </a:lnSpc>
              <a:spcBef>
                <a:spcPts val="0"/>
              </a:spcBef>
              <a:spcAft>
                <a:spcPts val="0"/>
              </a:spcAft>
              <a:buClrTx/>
              <a:buSzPct val="100000"/>
              <a:buFont typeface="Arial" panose="020B0604020202020204" pitchFamily="34" charset="0"/>
              <a:buNone/>
              <a:tabLst/>
              <a:defRPr/>
            </a:pPr>
            <a:r>
              <a:rPr kumimoji="0" lang="en-GB" sz="1000" b="1" i="0" u="none" strike="noStrike" kern="1200" cap="none" spc="100" normalizeH="0" baseline="0" noProof="0">
                <a:ln>
                  <a:noFill/>
                </a:ln>
                <a:solidFill>
                  <a:schemeClr val="accent5"/>
                </a:solidFill>
                <a:effectLst/>
                <a:uLnTx/>
                <a:uFillTx/>
                <a:latin typeface="Open Sans"/>
                <a:ea typeface="Open Sans" panose="020B0606030504020204" pitchFamily="34" charset="0"/>
                <a:cs typeface="Open Sans" panose="020B0606030504020204" pitchFamily="34" charset="0"/>
              </a:rPr>
              <a:t>Model</a:t>
            </a:r>
            <a:r>
              <a:rPr kumimoji="0" lang="en-GB" sz="1000" b="1" i="0" u="none" strike="noStrike" kern="1200" cap="none" spc="100" normalizeH="0" baseline="0" noProof="0">
                <a:ln>
                  <a:noFill/>
                </a:ln>
                <a:solidFill>
                  <a:srgbClr val="86BC25"/>
                </a:solidFill>
                <a:effectLst/>
                <a:uLnTx/>
                <a:uFillTx/>
                <a:latin typeface="Open Sans"/>
                <a:ea typeface="Open Sans" panose="020B0606030504020204" pitchFamily="34" charset="0"/>
                <a:cs typeface="Open Sans" panose="020B0606030504020204" pitchFamily="34" charset="0"/>
              </a:rPr>
              <a:t>: </a:t>
            </a:r>
            <a:r>
              <a:rPr kumimoji="0" lang="en-GB" sz="1000" b="1" i="0" u="none" strike="noStrike" kern="1200" cap="none" spc="100" normalizeH="0" baseline="0" noProof="0">
                <a:ln>
                  <a:noFill/>
                </a:ln>
                <a:solidFill>
                  <a:srgbClr val="DA291C"/>
                </a:solidFill>
                <a:effectLst/>
                <a:uLnTx/>
                <a:uFillTx/>
                <a:latin typeface="Open Sans"/>
                <a:ea typeface="Open Sans" panose="020B0606030504020204" pitchFamily="34" charset="0"/>
                <a:cs typeface="Open Sans" panose="020B0606030504020204" pitchFamily="34" charset="0"/>
              </a:rPr>
              <a:t>TBD on client</a:t>
            </a:r>
          </a:p>
        </p:txBody>
      </p:sp>
      <p:sp>
        <p:nvSpPr>
          <p:cNvPr id="39" name="Rectangle 38">
            <a:extLst>
              <a:ext uri="{FF2B5EF4-FFF2-40B4-BE49-F238E27FC236}">
                <a16:creationId xmlns:a16="http://schemas.microsoft.com/office/drawing/2014/main" id="{1C86D75F-0C59-9420-2697-B77B60CA8315}"/>
              </a:ext>
            </a:extLst>
          </p:cNvPr>
          <p:cNvSpPr/>
          <p:nvPr/>
        </p:nvSpPr>
        <p:spPr bwMode="gray">
          <a:xfrm>
            <a:off x="9189093" y="1555465"/>
            <a:ext cx="2627615" cy="4627864"/>
          </a:xfrm>
          <a:prstGeom prst="rect">
            <a:avLst/>
          </a:prstGeom>
          <a:solidFill>
            <a:srgbClr val="FFFFFF">
              <a:lumMod val="95000"/>
              <a:alpha val="50000"/>
            </a:srgbClr>
          </a:solidFill>
          <a:ln w="19050" algn="ctr">
            <a:noFill/>
            <a:miter lim="800000"/>
            <a:headEnd/>
            <a:tailEnd/>
          </a:ln>
        </p:spPr>
        <p:txBody>
          <a:bodyPr wrap="square" lIns="91440" tIns="91440" rIns="91440" bIns="9144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9525" marR="0" lvl="1" indent="-9525" algn="ctr" defTabSz="1217613" rtl="0" eaLnBrk="0" fontAlgn="base" latinLnBrk="0" hangingPunct="0">
              <a:lnSpc>
                <a:spcPct val="100000"/>
              </a:lnSpc>
              <a:spcBef>
                <a:spcPct val="0"/>
              </a:spcBef>
              <a:spcAft>
                <a:spcPts val="600"/>
              </a:spcAft>
              <a:buClrTx/>
              <a:buSzTx/>
              <a:buFontTx/>
              <a:buNone/>
              <a:tabLst/>
              <a:defRPr/>
            </a:pPr>
            <a:r>
              <a:rPr kumimoji="0" lang="en-GB" sz="1500" b="1" i="0" u="none" strike="noStrike" kern="1200" cap="none" spc="0" normalizeH="0" baseline="0" noProof="0">
                <a:ln>
                  <a:noFill/>
                </a:ln>
                <a:solidFill>
                  <a:schemeClr val="accent5"/>
                </a:solidFill>
                <a:effectLst/>
                <a:uLnTx/>
                <a:uFillTx/>
                <a:latin typeface="Open Sans"/>
                <a:ea typeface="Open Sans" panose="020B0606030504020204" pitchFamily="34" charset="0"/>
                <a:cs typeface="Open Sans" panose="020B0606030504020204" pitchFamily="34" charset="0"/>
              </a:rPr>
              <a:t>Potential Benefits</a:t>
            </a:r>
          </a:p>
          <a:p>
            <a:pPr marL="171450" marR="0" lvl="0" indent="-171450" algn="l" defTabSz="914400" rtl="0" eaLnBrk="1" fontAlgn="auto" latinLnBrk="0" hangingPunct="1">
              <a:lnSpc>
                <a:spcPct val="100000"/>
              </a:lnSpc>
              <a:spcBef>
                <a:spcPts val="200"/>
              </a:spcBef>
              <a:spcAft>
                <a:spcPts val="600"/>
              </a:spcAft>
              <a:buClrTx/>
              <a:buSzPct val="100000"/>
              <a:buFont typeface="Arial" panose="020B0604020202020204" pitchFamily="34" charset="0"/>
              <a:buChar char="•"/>
              <a:tabLst/>
              <a:defRPr/>
            </a:pPr>
            <a:r>
              <a:rPr lang="en-US" sz="1100" b="1">
                <a:latin typeface="Open Sans"/>
                <a:ea typeface="Open Sans" panose="020B0606030504020204" pitchFamily="34" charset="0"/>
                <a:cs typeface="Open Sans" panose="020B0606030504020204" pitchFamily="34" charset="0"/>
              </a:rPr>
              <a:t>Enhanced and complete data analysis </a:t>
            </a:r>
            <a:r>
              <a:rPr lang="en-US" sz="1100">
                <a:latin typeface="Open Sans"/>
                <a:ea typeface="Open Sans" panose="020B0606030504020204" pitchFamily="34" charset="0"/>
                <a:cs typeface="Open Sans" panose="020B0606030504020204" pitchFamily="34" charset="0"/>
              </a:rPr>
              <a:t>enabled by generative AI models that can analyze large volumes of data in short timeframes </a:t>
            </a:r>
          </a:p>
          <a:p>
            <a:pPr marL="171450" marR="0" lvl="0" indent="-171450" algn="l" defTabSz="914400" rtl="0" eaLnBrk="1" fontAlgn="auto" latinLnBrk="0" hangingPunct="1">
              <a:lnSpc>
                <a:spcPct val="100000"/>
              </a:lnSpc>
              <a:spcBef>
                <a:spcPts val="200"/>
              </a:spcBef>
              <a:spcAft>
                <a:spcPts val="600"/>
              </a:spcAft>
              <a:buClrTx/>
              <a:buSzPct val="100000"/>
              <a:buFont typeface="Arial" panose="020B0604020202020204" pitchFamily="34" charset="0"/>
              <a:buChar char="•"/>
              <a:tabLst/>
              <a:defRPr/>
            </a:pPr>
            <a:r>
              <a:rPr lang="en-US" sz="1100" b="1">
                <a:latin typeface="Open Sans"/>
                <a:ea typeface="Open Sans" panose="020B0606030504020204" pitchFamily="34" charset="0"/>
                <a:cs typeface="Open Sans" panose="020B0606030504020204" pitchFamily="34" charset="0"/>
              </a:rPr>
              <a:t>Fully-autonomous management reporting </a:t>
            </a:r>
            <a:r>
              <a:rPr lang="en-US" sz="1100">
                <a:latin typeface="Open Sans"/>
                <a:ea typeface="Open Sans" panose="020B0606030504020204" pitchFamily="34" charset="0"/>
                <a:cs typeface="Open Sans" panose="020B0606030504020204" pitchFamily="34" charset="0"/>
              </a:rPr>
              <a:t>from data collation/reconciliation to commentary and insight creation</a:t>
            </a:r>
          </a:p>
          <a:p>
            <a:pPr marL="171450" indent="-171450">
              <a:spcBef>
                <a:spcPts val="200"/>
              </a:spcBef>
              <a:spcAft>
                <a:spcPts val="600"/>
              </a:spcAft>
              <a:buSzPct val="100000"/>
              <a:buFont typeface="Arial" panose="020B0604020202020204" pitchFamily="34" charset="0"/>
              <a:buChar char="•"/>
              <a:defRPr/>
            </a:pPr>
            <a:r>
              <a:rPr lang="en-US" sz="1100" b="1">
                <a:latin typeface="Open Sans"/>
                <a:ea typeface="Open Sans" panose="020B0606030504020204" pitchFamily="34" charset="0"/>
                <a:cs typeface="Open Sans" panose="020B0606030504020204" pitchFamily="34" charset="0"/>
              </a:rPr>
              <a:t>Enhanced decision support </a:t>
            </a:r>
            <a:r>
              <a:rPr lang="en-US" sz="1100">
                <a:latin typeface="Open Sans"/>
                <a:ea typeface="Open Sans" panose="020B0606030504020204" pitchFamily="34" charset="0"/>
                <a:cs typeface="Open Sans" panose="020B0606030504020204" pitchFamily="34" charset="0"/>
              </a:rPr>
              <a:t>leveraging virtual finance assistants to inform managers with data-driven decisions</a:t>
            </a:r>
          </a:p>
          <a:p>
            <a:pPr marL="171450" indent="-171450">
              <a:spcBef>
                <a:spcPts val="200"/>
              </a:spcBef>
              <a:spcAft>
                <a:spcPts val="600"/>
              </a:spcAft>
              <a:buSzPct val="100000"/>
              <a:buFont typeface="Arial" panose="020B0604020202020204" pitchFamily="34" charset="0"/>
              <a:buChar char="•"/>
              <a:defRPr/>
            </a:pPr>
            <a:r>
              <a:rPr kumimoji="0" lang="en-US" sz="1100" b="1" i="0" u="none" strike="noStrike" kern="1200" cap="none" spc="0" normalizeH="0" baseline="0" noProof="0">
                <a:ln>
                  <a:noFill/>
                </a:ln>
                <a:solidFill>
                  <a:srgbClr val="000000"/>
                </a:solidFill>
                <a:effectLst/>
                <a:uLnTx/>
                <a:uFillTx/>
                <a:latin typeface="Open Sans"/>
                <a:ea typeface="Open Sans" panose="020B0606030504020204" pitchFamily="34" charset="0"/>
                <a:cs typeface="Open Sans" panose="020B0606030504020204" pitchFamily="34" charset="0"/>
              </a:rPr>
              <a:t>Reduced headcount </a:t>
            </a:r>
            <a:r>
              <a:rPr kumimoji="0" lang="en-US" sz="1100" b="0" i="0" u="none" strike="noStrike" kern="1200" cap="none" spc="0" normalizeH="0" baseline="0" noProof="0">
                <a:ln>
                  <a:noFill/>
                </a:ln>
                <a:solidFill>
                  <a:srgbClr val="000000"/>
                </a:solidFill>
                <a:effectLst/>
                <a:uLnTx/>
                <a:uFillTx/>
                <a:latin typeface="Open Sans"/>
                <a:ea typeface="Open Sans" panose="020B0606030504020204" pitchFamily="34" charset="0"/>
                <a:cs typeface="Open Sans" panose="020B0606030504020204" pitchFamily="34" charset="0"/>
              </a:rPr>
              <a:t>necessary to create reports and conduct analysis</a:t>
            </a:r>
          </a:p>
        </p:txBody>
      </p:sp>
      <p:sp>
        <p:nvSpPr>
          <p:cNvPr id="40" name="Rectangle 39">
            <a:extLst>
              <a:ext uri="{FF2B5EF4-FFF2-40B4-BE49-F238E27FC236}">
                <a16:creationId xmlns:a16="http://schemas.microsoft.com/office/drawing/2014/main" id="{7EDA44DE-FD51-187A-4B6E-D40347BC7A31}"/>
              </a:ext>
            </a:extLst>
          </p:cNvPr>
          <p:cNvSpPr/>
          <p:nvPr/>
        </p:nvSpPr>
        <p:spPr bwMode="gray">
          <a:xfrm>
            <a:off x="3313978" y="2933291"/>
            <a:ext cx="2718522" cy="3250038"/>
          </a:xfrm>
          <a:prstGeom prst="rect">
            <a:avLst/>
          </a:prstGeom>
          <a:solidFill>
            <a:srgbClr val="FFFFFF">
              <a:lumMod val="95000"/>
              <a:alpha val="50000"/>
            </a:srgbClr>
          </a:solidFill>
          <a:ln w="19050" algn="ctr">
            <a:noFill/>
            <a:miter lim="800000"/>
            <a:headEnd/>
            <a:tailEnd/>
          </a:ln>
        </p:spPr>
        <p:txBody>
          <a:bodyPr wrap="square" lIns="91440" tIns="91440" rIns="91440" bIns="91440" rtlCol="0" anchor="t">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9525" marR="0" lvl="1" indent="-9525" algn="l" defTabSz="1217613" rtl="0" eaLnBrk="0" fontAlgn="base" latinLnBrk="0" hangingPunct="0">
              <a:lnSpc>
                <a:spcPct val="100000"/>
              </a:lnSpc>
              <a:spcBef>
                <a:spcPct val="0"/>
              </a:spcBef>
              <a:spcAft>
                <a:spcPts val="600"/>
              </a:spcAft>
              <a:buClrTx/>
              <a:buSzTx/>
              <a:buFontTx/>
              <a:buNone/>
              <a:tabLst/>
              <a:defRPr/>
            </a:pPr>
            <a:r>
              <a:rPr kumimoji="0" lang="en-GB" sz="1500" b="1" i="0" u="none" strike="noStrike" kern="1200" cap="none" spc="0" normalizeH="0" baseline="0" noProof="0">
                <a:ln>
                  <a:noFill/>
                </a:ln>
                <a:solidFill>
                  <a:schemeClr val="accent5"/>
                </a:solidFill>
                <a:effectLst/>
                <a:uLnTx/>
                <a:uFillTx/>
                <a:latin typeface="Open Sans"/>
                <a:ea typeface="Open Sans" panose="020B0606030504020204" pitchFamily="34" charset="0"/>
                <a:cs typeface="Open Sans" panose="020B0606030504020204" pitchFamily="34" charset="0"/>
              </a:rPr>
              <a:t>Business Objectives</a:t>
            </a:r>
            <a:endParaRPr kumimoji="0" lang="en-US" sz="1500" b="0" i="0" u="none" strike="noStrike" kern="1200" cap="none" spc="0" normalizeH="0" baseline="0" noProof="0">
              <a:ln>
                <a:noFill/>
              </a:ln>
              <a:solidFill>
                <a:schemeClr val="accent5"/>
              </a:solidFill>
              <a:effectLst/>
              <a:uLnTx/>
              <a:uFillTx/>
              <a:latin typeface="Open Sans"/>
              <a:ea typeface="Open Sans" panose="020B0606030504020204" pitchFamily="34" charset="0"/>
              <a:cs typeface="Open Sans" panose="020B0606030504020204" pitchFamily="34" charset="0"/>
            </a:endParaRPr>
          </a:p>
          <a:p>
            <a:pPr marL="171450" marR="0" lvl="1" indent="-171450" algn="l" defTabSz="1217613" rtl="0" eaLnBrk="0" fontAlgn="base" latinLnBrk="0" hangingPunct="0">
              <a:lnSpc>
                <a:spcPct val="100000"/>
              </a:lnSpc>
              <a:spcBef>
                <a:spcPct val="0"/>
              </a:spcBef>
              <a:spcAft>
                <a:spcPts val="600"/>
              </a:spcAft>
              <a:buClrTx/>
              <a:buSzTx/>
              <a:buFont typeface="Arial" panose="020B0604020202020204" pitchFamily="34" charset="0"/>
              <a:buChar char="•"/>
              <a:tabLst/>
              <a:defRPr/>
            </a:pPr>
            <a:endParaRPr kumimoji="0" lang="en-US" sz="100" b="0" i="0" u="none" strike="noStrike" kern="1200" cap="none" spc="0" normalizeH="0" baseline="0" noProof="0">
              <a:ln>
                <a:noFill/>
              </a:ln>
              <a:solidFill>
                <a:srgbClr val="000000"/>
              </a:solidFill>
              <a:effectLst/>
              <a:uLnTx/>
              <a:uFillTx/>
              <a:latin typeface="Open Sans"/>
              <a:ea typeface="Open Sans" panose="020B0606030504020204" pitchFamily="34" charset="0"/>
              <a:cs typeface="Open Sans" panose="020B0606030504020204" pitchFamily="34" charset="0"/>
            </a:endParaRPr>
          </a:p>
          <a:p>
            <a:pPr marL="171450" marR="0" lvl="1" indent="-171450" algn="l" defTabSz="1217613" rtl="0" eaLnBrk="0" fontAlgn="base" latinLnBrk="0" hangingPunct="0">
              <a:lnSpc>
                <a:spcPct val="100000"/>
              </a:lnSpc>
              <a:spcBef>
                <a:spcPct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000000"/>
                </a:solidFill>
                <a:effectLst/>
                <a:uLnTx/>
                <a:uFillTx/>
                <a:latin typeface="Open Sans"/>
                <a:ea typeface="Open Sans" panose="020B0606030504020204" pitchFamily="34" charset="0"/>
                <a:cs typeface="Open Sans" panose="020B0606030504020204" pitchFamily="34" charset="0"/>
              </a:rPr>
              <a:t>Produce first-draft insights and commentary on demand</a:t>
            </a:r>
          </a:p>
          <a:p>
            <a:pPr marL="171450" marR="0" lvl="1" indent="-171450" algn="l" defTabSz="1217613" rtl="0" eaLnBrk="0" fontAlgn="base" latinLnBrk="0" hangingPunct="0">
              <a:lnSpc>
                <a:spcPct val="100000"/>
              </a:lnSpc>
              <a:spcBef>
                <a:spcPct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000000"/>
                </a:solidFill>
                <a:effectLst/>
                <a:uLnTx/>
                <a:uFillTx/>
                <a:latin typeface="Open Sans"/>
                <a:ea typeface="Open Sans" panose="020B0606030504020204" pitchFamily="34" charset="0"/>
                <a:cs typeface="Open Sans" panose="020B0606030504020204" pitchFamily="34" charset="0"/>
              </a:rPr>
              <a:t>Conduct variance analysis and/or data reconciliation between multiple systems automatically </a:t>
            </a:r>
          </a:p>
          <a:p>
            <a:pPr marL="171450" marR="0" lvl="1" indent="-171450" algn="l" defTabSz="1217613" rtl="0" eaLnBrk="0" fontAlgn="base" latinLnBrk="0" hangingPunct="0">
              <a:lnSpc>
                <a:spcPct val="100000"/>
              </a:lnSpc>
              <a:spcBef>
                <a:spcPct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000000"/>
                </a:solidFill>
                <a:effectLst/>
                <a:uLnTx/>
                <a:uFillTx/>
                <a:latin typeface="Open Sans"/>
                <a:ea typeface="Open Sans" panose="020B0606030504020204" pitchFamily="34" charset="0"/>
                <a:cs typeface="Open Sans" panose="020B0606030504020204" pitchFamily="34" charset="0"/>
              </a:rPr>
              <a:t>Generate automated data visualizations with supporting commentary</a:t>
            </a:r>
          </a:p>
          <a:p>
            <a:pPr marL="171450" marR="0" lvl="1" indent="-171450" algn="l" defTabSz="1217613" rtl="0" eaLnBrk="0" fontAlgn="base" latinLnBrk="0" hangingPunct="0">
              <a:lnSpc>
                <a:spcPct val="100000"/>
              </a:lnSpc>
              <a:spcBef>
                <a:spcPct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000000"/>
                </a:solidFill>
                <a:effectLst/>
                <a:uLnTx/>
                <a:uFillTx/>
                <a:latin typeface="Open Sans"/>
                <a:ea typeface="Open Sans" panose="020B0606030504020204" pitchFamily="34" charset="0"/>
                <a:cs typeface="Open Sans" panose="020B0606030504020204" pitchFamily="34" charset="0"/>
              </a:rPr>
              <a:t>Recommend paths for different business management decisions</a:t>
            </a:r>
          </a:p>
          <a:p>
            <a:pPr marL="171450" marR="0" lvl="1" indent="-171450" algn="l" defTabSz="1217613" rtl="0" eaLnBrk="0" fontAlgn="base" latinLnBrk="0" hangingPunct="0">
              <a:lnSpc>
                <a:spcPct val="100000"/>
              </a:lnSpc>
              <a:spcBef>
                <a:spcPct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000000"/>
                </a:solidFill>
                <a:effectLst/>
                <a:uLnTx/>
                <a:uFillTx/>
                <a:latin typeface="Open Sans"/>
                <a:ea typeface="Open Sans" panose="020B0606030504020204" pitchFamily="34" charset="0"/>
                <a:cs typeface="Open Sans" panose="020B0606030504020204" pitchFamily="34" charset="0"/>
              </a:rPr>
              <a:t>Autonomous self-help and user-retrieved information based off prompts</a:t>
            </a:r>
          </a:p>
        </p:txBody>
      </p:sp>
      <p:grpSp>
        <p:nvGrpSpPr>
          <p:cNvPr id="42" name="Graphic 4">
            <a:extLst>
              <a:ext uri="{FF2B5EF4-FFF2-40B4-BE49-F238E27FC236}">
                <a16:creationId xmlns:a16="http://schemas.microsoft.com/office/drawing/2014/main" id="{4CAB4716-20C8-D243-23FE-BB7E4568BA11}"/>
              </a:ext>
            </a:extLst>
          </p:cNvPr>
          <p:cNvGrpSpPr/>
          <p:nvPr/>
        </p:nvGrpSpPr>
        <p:grpSpPr>
          <a:xfrm>
            <a:off x="8560839" y="2944275"/>
            <a:ext cx="362313" cy="361971"/>
            <a:chOff x="2559808" y="1402723"/>
            <a:chExt cx="362313" cy="361971"/>
          </a:xfrm>
          <a:solidFill>
            <a:schemeClr val="accent6"/>
          </a:solidFill>
        </p:grpSpPr>
        <p:sp>
          <p:nvSpPr>
            <p:cNvPr id="43" name="Graphic 4">
              <a:extLst>
                <a:ext uri="{FF2B5EF4-FFF2-40B4-BE49-F238E27FC236}">
                  <a16:creationId xmlns:a16="http://schemas.microsoft.com/office/drawing/2014/main" id="{5352848D-9286-86F8-2961-34F5BE978700}"/>
                </a:ext>
              </a:extLst>
            </p:cNvPr>
            <p:cNvSpPr/>
            <p:nvPr/>
          </p:nvSpPr>
          <p:spPr>
            <a:xfrm>
              <a:off x="2559808" y="1402723"/>
              <a:ext cx="362313" cy="361971"/>
            </a:xfrm>
            <a:custGeom>
              <a:avLst/>
              <a:gdLst>
                <a:gd name="connsiteX0" fmla="*/ 181474 w 362313"/>
                <a:gd name="connsiteY0" fmla="*/ 0 h 361971"/>
                <a:gd name="connsiteX1" fmla="*/ 0 w 362313"/>
                <a:gd name="connsiteY1" fmla="*/ 180667 h 361971"/>
                <a:gd name="connsiteX2" fmla="*/ 180835 w 362313"/>
                <a:gd name="connsiteY2" fmla="*/ 361972 h 361971"/>
                <a:gd name="connsiteX3" fmla="*/ 362309 w 362313"/>
                <a:gd name="connsiteY3" fmla="*/ 181305 h 361971"/>
                <a:gd name="connsiteX4" fmla="*/ 362309 w 362313"/>
                <a:gd name="connsiteY4" fmla="*/ 181305 h 361971"/>
                <a:gd name="connsiteX5" fmla="*/ 181474 w 362313"/>
                <a:gd name="connsiteY5" fmla="*/ 0 h 361971"/>
                <a:gd name="connsiteX6" fmla="*/ 181474 w 362313"/>
                <a:gd name="connsiteY6" fmla="*/ 348565 h 361971"/>
                <a:gd name="connsiteX7" fmla="*/ 12780 w 362313"/>
                <a:gd name="connsiteY7" fmla="*/ 180667 h 361971"/>
                <a:gd name="connsiteX8" fmla="*/ 181474 w 362313"/>
                <a:gd name="connsiteY8" fmla="*/ 12130 h 361971"/>
                <a:gd name="connsiteX9" fmla="*/ 350168 w 362313"/>
                <a:gd name="connsiteY9" fmla="*/ 180028 h 361971"/>
                <a:gd name="connsiteX10" fmla="*/ 350168 w 362313"/>
                <a:gd name="connsiteY10" fmla="*/ 180028 h 361971"/>
                <a:gd name="connsiteX11" fmla="*/ 181474 w 362313"/>
                <a:gd name="connsiteY11" fmla="*/ 348565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62313" h="361971">
                  <a:moveTo>
                    <a:pt x="181474" y="0"/>
                  </a:moveTo>
                  <a:cubicBezTo>
                    <a:pt x="81152" y="0"/>
                    <a:pt x="0" y="81077"/>
                    <a:pt x="0" y="180667"/>
                  </a:cubicBezTo>
                  <a:cubicBezTo>
                    <a:pt x="0" y="280895"/>
                    <a:pt x="81152" y="361972"/>
                    <a:pt x="180835" y="361972"/>
                  </a:cubicBezTo>
                  <a:cubicBezTo>
                    <a:pt x="281157" y="361972"/>
                    <a:pt x="362309" y="280895"/>
                    <a:pt x="362309" y="181305"/>
                  </a:cubicBezTo>
                  <a:cubicBezTo>
                    <a:pt x="362309" y="181305"/>
                    <a:pt x="362309" y="181305"/>
                    <a:pt x="362309" y="181305"/>
                  </a:cubicBezTo>
                  <a:cubicBezTo>
                    <a:pt x="362948" y="80438"/>
                    <a:pt x="281796" y="0"/>
                    <a:pt x="181474" y="0"/>
                  </a:cubicBezTo>
                  <a:close/>
                  <a:moveTo>
                    <a:pt x="181474" y="348565"/>
                  </a:moveTo>
                  <a:cubicBezTo>
                    <a:pt x="88181" y="348565"/>
                    <a:pt x="12780" y="273234"/>
                    <a:pt x="12780" y="180667"/>
                  </a:cubicBezTo>
                  <a:cubicBezTo>
                    <a:pt x="12780" y="88099"/>
                    <a:pt x="88820" y="12130"/>
                    <a:pt x="181474" y="12130"/>
                  </a:cubicBezTo>
                  <a:cubicBezTo>
                    <a:pt x="274128" y="12130"/>
                    <a:pt x="350168" y="87461"/>
                    <a:pt x="350168" y="180028"/>
                  </a:cubicBezTo>
                  <a:cubicBezTo>
                    <a:pt x="350168" y="180028"/>
                    <a:pt x="350168" y="180028"/>
                    <a:pt x="350168" y="180028"/>
                  </a:cubicBezTo>
                  <a:cubicBezTo>
                    <a:pt x="350168" y="273234"/>
                    <a:pt x="274767" y="348565"/>
                    <a:pt x="181474" y="348565"/>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44" name="Graphic 4">
              <a:extLst>
                <a:ext uri="{FF2B5EF4-FFF2-40B4-BE49-F238E27FC236}">
                  <a16:creationId xmlns:a16="http://schemas.microsoft.com/office/drawing/2014/main" id="{BF0A103F-2DBC-45ED-5460-98D4F2EA944C}"/>
                </a:ext>
              </a:extLst>
            </p:cNvPr>
            <p:cNvSpPr/>
            <p:nvPr/>
          </p:nvSpPr>
          <p:spPr>
            <a:xfrm>
              <a:off x="2621152" y="1569595"/>
              <a:ext cx="136744" cy="133175"/>
            </a:xfrm>
            <a:custGeom>
              <a:avLst/>
              <a:gdLst>
                <a:gd name="connsiteX0" fmla="*/ 127160 w 136744"/>
                <a:gd name="connsiteY0" fmla="*/ 54014 h 133175"/>
                <a:gd name="connsiteX1" fmla="*/ 122687 w 136744"/>
                <a:gd name="connsiteY1" fmla="*/ 49545 h 133175"/>
                <a:gd name="connsiteX2" fmla="*/ 123965 w 136744"/>
                <a:gd name="connsiteY2" fmla="*/ 43161 h 133175"/>
                <a:gd name="connsiteX3" fmla="*/ 123965 w 136744"/>
                <a:gd name="connsiteY3" fmla="*/ 26563 h 133175"/>
                <a:gd name="connsiteX4" fmla="*/ 107990 w 136744"/>
                <a:gd name="connsiteY4" fmla="*/ 20817 h 133175"/>
                <a:gd name="connsiteX5" fmla="*/ 102239 w 136744"/>
                <a:gd name="connsiteY5" fmla="*/ 20179 h 133175"/>
                <a:gd name="connsiteX6" fmla="*/ 99683 w 136744"/>
                <a:gd name="connsiteY6" fmla="*/ 14433 h 133175"/>
                <a:gd name="connsiteX7" fmla="*/ 90098 w 136744"/>
                <a:gd name="connsiteY7" fmla="*/ 1027 h 133175"/>
                <a:gd name="connsiteX8" fmla="*/ 74123 w 136744"/>
                <a:gd name="connsiteY8" fmla="*/ 5496 h 133175"/>
                <a:gd name="connsiteX9" fmla="*/ 69011 w 136744"/>
                <a:gd name="connsiteY9" fmla="*/ 8688 h 133175"/>
                <a:gd name="connsiteX10" fmla="*/ 63899 w 136744"/>
                <a:gd name="connsiteY10" fmla="*/ 5496 h 133175"/>
                <a:gd name="connsiteX11" fmla="*/ 47925 w 136744"/>
                <a:gd name="connsiteY11" fmla="*/ 388 h 133175"/>
                <a:gd name="connsiteX12" fmla="*/ 37701 w 136744"/>
                <a:gd name="connsiteY12" fmla="*/ 13795 h 133175"/>
                <a:gd name="connsiteX13" fmla="*/ 35145 w 136744"/>
                <a:gd name="connsiteY13" fmla="*/ 19540 h 133175"/>
                <a:gd name="connsiteX14" fmla="*/ 28755 w 136744"/>
                <a:gd name="connsiteY14" fmla="*/ 20179 h 133175"/>
                <a:gd name="connsiteX15" fmla="*/ 10863 w 136744"/>
                <a:gd name="connsiteY15" fmla="*/ 30393 h 133175"/>
                <a:gd name="connsiteX16" fmla="*/ 12780 w 136744"/>
                <a:gd name="connsiteY16" fmla="*/ 42523 h 133175"/>
                <a:gd name="connsiteX17" fmla="*/ 14058 w 136744"/>
                <a:gd name="connsiteY17" fmla="*/ 48268 h 133175"/>
                <a:gd name="connsiteX18" fmla="*/ 9585 w 136744"/>
                <a:gd name="connsiteY18" fmla="*/ 52099 h 133175"/>
                <a:gd name="connsiteX19" fmla="*/ 0 w 136744"/>
                <a:gd name="connsiteY19" fmla="*/ 65505 h 133175"/>
                <a:gd name="connsiteX20" fmla="*/ 9585 w 136744"/>
                <a:gd name="connsiteY20" fmla="*/ 78911 h 133175"/>
                <a:gd name="connsiteX21" fmla="*/ 14058 w 136744"/>
                <a:gd name="connsiteY21" fmla="*/ 83380 h 133175"/>
                <a:gd name="connsiteX22" fmla="*/ 12780 w 136744"/>
                <a:gd name="connsiteY22" fmla="*/ 89764 h 133175"/>
                <a:gd name="connsiteX23" fmla="*/ 12780 w 136744"/>
                <a:gd name="connsiteY23" fmla="*/ 106362 h 133175"/>
                <a:gd name="connsiteX24" fmla="*/ 28755 w 136744"/>
                <a:gd name="connsiteY24" fmla="*/ 112108 h 133175"/>
                <a:gd name="connsiteX25" fmla="*/ 34506 w 136744"/>
                <a:gd name="connsiteY25" fmla="*/ 112746 h 133175"/>
                <a:gd name="connsiteX26" fmla="*/ 37062 w 136744"/>
                <a:gd name="connsiteY26" fmla="*/ 118492 h 133175"/>
                <a:gd name="connsiteX27" fmla="*/ 46646 w 136744"/>
                <a:gd name="connsiteY27" fmla="*/ 131898 h 133175"/>
                <a:gd name="connsiteX28" fmla="*/ 62621 w 136744"/>
                <a:gd name="connsiteY28" fmla="*/ 127430 h 133175"/>
                <a:gd name="connsiteX29" fmla="*/ 67733 w 136744"/>
                <a:gd name="connsiteY29" fmla="*/ 124238 h 133175"/>
                <a:gd name="connsiteX30" fmla="*/ 72845 w 136744"/>
                <a:gd name="connsiteY30" fmla="*/ 127430 h 133175"/>
                <a:gd name="connsiteX31" fmla="*/ 85625 w 136744"/>
                <a:gd name="connsiteY31" fmla="*/ 133175 h 133175"/>
                <a:gd name="connsiteX32" fmla="*/ 89459 w 136744"/>
                <a:gd name="connsiteY32" fmla="*/ 132537 h 133175"/>
                <a:gd name="connsiteX33" fmla="*/ 99683 w 136744"/>
                <a:gd name="connsiteY33" fmla="*/ 119130 h 133175"/>
                <a:gd name="connsiteX34" fmla="*/ 102239 w 136744"/>
                <a:gd name="connsiteY34" fmla="*/ 114023 h 133175"/>
                <a:gd name="connsiteX35" fmla="*/ 108629 w 136744"/>
                <a:gd name="connsiteY35" fmla="*/ 113385 h 133175"/>
                <a:gd name="connsiteX36" fmla="*/ 126521 w 136744"/>
                <a:gd name="connsiteY36" fmla="*/ 103170 h 133175"/>
                <a:gd name="connsiteX37" fmla="*/ 124604 w 136744"/>
                <a:gd name="connsiteY37" fmla="*/ 91041 h 133175"/>
                <a:gd name="connsiteX38" fmla="*/ 123326 w 136744"/>
                <a:gd name="connsiteY38" fmla="*/ 85295 h 133175"/>
                <a:gd name="connsiteX39" fmla="*/ 127160 w 136744"/>
                <a:gd name="connsiteY39" fmla="*/ 81465 h 133175"/>
                <a:gd name="connsiteX40" fmla="*/ 136745 w 136744"/>
                <a:gd name="connsiteY40" fmla="*/ 68058 h 133175"/>
                <a:gd name="connsiteX41" fmla="*/ 127160 w 136744"/>
                <a:gd name="connsiteY41" fmla="*/ 54014 h 133175"/>
                <a:gd name="connsiteX42" fmla="*/ 119492 w 136744"/>
                <a:gd name="connsiteY42" fmla="*/ 71250 h 133175"/>
                <a:gd name="connsiteX43" fmla="*/ 110546 w 136744"/>
                <a:gd name="connsiteY43" fmla="*/ 81465 h 133175"/>
                <a:gd name="connsiteX44" fmla="*/ 111824 w 136744"/>
                <a:gd name="connsiteY44" fmla="*/ 94871 h 133175"/>
                <a:gd name="connsiteX45" fmla="*/ 113102 w 136744"/>
                <a:gd name="connsiteY45" fmla="*/ 99978 h 133175"/>
                <a:gd name="connsiteX46" fmla="*/ 107351 w 136744"/>
                <a:gd name="connsiteY46" fmla="*/ 100617 h 133175"/>
                <a:gd name="connsiteX47" fmla="*/ 93932 w 136744"/>
                <a:gd name="connsiteY47" fmla="*/ 103809 h 133175"/>
                <a:gd name="connsiteX48" fmla="*/ 86903 w 136744"/>
                <a:gd name="connsiteY48" fmla="*/ 115300 h 133175"/>
                <a:gd name="connsiteX49" fmla="*/ 84347 w 136744"/>
                <a:gd name="connsiteY49" fmla="*/ 121046 h 133175"/>
                <a:gd name="connsiteX50" fmla="*/ 79235 w 136744"/>
                <a:gd name="connsiteY50" fmla="*/ 117854 h 133175"/>
                <a:gd name="connsiteX51" fmla="*/ 67094 w 136744"/>
                <a:gd name="connsiteY51" fmla="*/ 112108 h 133175"/>
                <a:gd name="connsiteX52" fmla="*/ 67094 w 136744"/>
                <a:gd name="connsiteY52" fmla="*/ 112108 h 133175"/>
                <a:gd name="connsiteX53" fmla="*/ 54314 w 136744"/>
                <a:gd name="connsiteY53" fmla="*/ 117215 h 133175"/>
                <a:gd name="connsiteX54" fmla="*/ 49841 w 136744"/>
                <a:gd name="connsiteY54" fmla="*/ 119769 h 133175"/>
                <a:gd name="connsiteX55" fmla="*/ 47925 w 136744"/>
                <a:gd name="connsiteY55" fmla="*/ 114662 h 133175"/>
                <a:gd name="connsiteX56" fmla="*/ 40896 w 136744"/>
                <a:gd name="connsiteY56" fmla="*/ 102532 h 133175"/>
                <a:gd name="connsiteX57" fmla="*/ 27477 w 136744"/>
                <a:gd name="connsiteY57" fmla="*/ 99340 h 133175"/>
                <a:gd name="connsiteX58" fmla="*/ 21726 w 136744"/>
                <a:gd name="connsiteY58" fmla="*/ 99340 h 133175"/>
                <a:gd name="connsiteX59" fmla="*/ 23004 w 136744"/>
                <a:gd name="connsiteY59" fmla="*/ 94233 h 133175"/>
                <a:gd name="connsiteX60" fmla="*/ 15975 w 136744"/>
                <a:gd name="connsiteY60" fmla="*/ 69974 h 133175"/>
                <a:gd name="connsiteX61" fmla="*/ 15336 w 136744"/>
                <a:gd name="connsiteY61" fmla="*/ 69335 h 133175"/>
                <a:gd name="connsiteX62" fmla="*/ 11502 w 136744"/>
                <a:gd name="connsiteY62" fmla="*/ 65505 h 133175"/>
                <a:gd name="connsiteX63" fmla="*/ 15975 w 136744"/>
                <a:gd name="connsiteY63" fmla="*/ 61674 h 133175"/>
                <a:gd name="connsiteX64" fmla="*/ 24921 w 136744"/>
                <a:gd name="connsiteY64" fmla="*/ 51460 h 133175"/>
                <a:gd name="connsiteX65" fmla="*/ 23643 w 136744"/>
                <a:gd name="connsiteY65" fmla="*/ 38054 h 133175"/>
                <a:gd name="connsiteX66" fmla="*/ 22365 w 136744"/>
                <a:gd name="connsiteY66" fmla="*/ 32308 h 133175"/>
                <a:gd name="connsiteX67" fmla="*/ 28116 w 136744"/>
                <a:gd name="connsiteY67" fmla="*/ 31670 h 133175"/>
                <a:gd name="connsiteX68" fmla="*/ 41535 w 136744"/>
                <a:gd name="connsiteY68" fmla="*/ 29116 h 133175"/>
                <a:gd name="connsiteX69" fmla="*/ 48563 w 136744"/>
                <a:gd name="connsiteY69" fmla="*/ 17625 h 133175"/>
                <a:gd name="connsiteX70" fmla="*/ 51119 w 136744"/>
                <a:gd name="connsiteY70" fmla="*/ 11879 h 133175"/>
                <a:gd name="connsiteX71" fmla="*/ 56231 w 136744"/>
                <a:gd name="connsiteY71" fmla="*/ 15071 h 133175"/>
                <a:gd name="connsiteX72" fmla="*/ 68372 w 136744"/>
                <a:gd name="connsiteY72" fmla="*/ 20817 h 133175"/>
                <a:gd name="connsiteX73" fmla="*/ 81152 w 136744"/>
                <a:gd name="connsiteY73" fmla="*/ 15710 h 133175"/>
                <a:gd name="connsiteX74" fmla="*/ 85625 w 136744"/>
                <a:gd name="connsiteY74" fmla="*/ 13156 h 133175"/>
                <a:gd name="connsiteX75" fmla="*/ 87542 w 136744"/>
                <a:gd name="connsiteY75" fmla="*/ 18263 h 133175"/>
                <a:gd name="connsiteX76" fmla="*/ 94571 w 136744"/>
                <a:gd name="connsiteY76" fmla="*/ 30393 h 133175"/>
                <a:gd name="connsiteX77" fmla="*/ 107990 w 136744"/>
                <a:gd name="connsiteY77" fmla="*/ 33585 h 133175"/>
                <a:gd name="connsiteX78" fmla="*/ 113741 w 136744"/>
                <a:gd name="connsiteY78" fmla="*/ 34223 h 133175"/>
                <a:gd name="connsiteX79" fmla="*/ 112463 w 136744"/>
                <a:gd name="connsiteY79" fmla="*/ 39331 h 133175"/>
                <a:gd name="connsiteX80" fmla="*/ 111185 w 136744"/>
                <a:gd name="connsiteY80" fmla="*/ 53375 h 133175"/>
                <a:gd name="connsiteX81" fmla="*/ 120131 w 136744"/>
                <a:gd name="connsiteY81" fmla="*/ 64228 h 133175"/>
                <a:gd name="connsiteX82" fmla="*/ 123965 w 136744"/>
                <a:gd name="connsiteY82" fmla="*/ 68058 h 133175"/>
                <a:gd name="connsiteX83" fmla="*/ 119492 w 136744"/>
                <a:gd name="connsiteY83" fmla="*/ 71250 h 133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Lst>
              <a:rect l="l" t="t" r="r" b="b"/>
              <a:pathLst>
                <a:path w="136744" h="133175">
                  <a:moveTo>
                    <a:pt x="127160" y="54014"/>
                  </a:moveTo>
                  <a:cubicBezTo>
                    <a:pt x="125243" y="52737"/>
                    <a:pt x="123965" y="51460"/>
                    <a:pt x="122687" y="49545"/>
                  </a:cubicBezTo>
                  <a:cubicBezTo>
                    <a:pt x="122687" y="47630"/>
                    <a:pt x="123326" y="45076"/>
                    <a:pt x="123965" y="43161"/>
                  </a:cubicBezTo>
                  <a:cubicBezTo>
                    <a:pt x="126521" y="38054"/>
                    <a:pt x="126521" y="31670"/>
                    <a:pt x="123965" y="26563"/>
                  </a:cubicBezTo>
                  <a:cubicBezTo>
                    <a:pt x="120131" y="22094"/>
                    <a:pt x="113741" y="20179"/>
                    <a:pt x="107990" y="20817"/>
                  </a:cubicBezTo>
                  <a:cubicBezTo>
                    <a:pt x="106073" y="20817"/>
                    <a:pt x="104156" y="20817"/>
                    <a:pt x="102239" y="20179"/>
                  </a:cubicBezTo>
                  <a:cubicBezTo>
                    <a:pt x="100961" y="18263"/>
                    <a:pt x="100322" y="16348"/>
                    <a:pt x="99683" y="14433"/>
                  </a:cubicBezTo>
                  <a:cubicBezTo>
                    <a:pt x="97766" y="9326"/>
                    <a:pt x="95849" y="2942"/>
                    <a:pt x="90098" y="1027"/>
                  </a:cubicBezTo>
                  <a:cubicBezTo>
                    <a:pt x="84347" y="-250"/>
                    <a:pt x="78596" y="1665"/>
                    <a:pt x="74123" y="5496"/>
                  </a:cubicBezTo>
                  <a:cubicBezTo>
                    <a:pt x="72206" y="6772"/>
                    <a:pt x="70928" y="8049"/>
                    <a:pt x="69011" y="8688"/>
                  </a:cubicBezTo>
                  <a:cubicBezTo>
                    <a:pt x="67094" y="8049"/>
                    <a:pt x="65177" y="6772"/>
                    <a:pt x="63899" y="5496"/>
                  </a:cubicBezTo>
                  <a:cubicBezTo>
                    <a:pt x="59426" y="1027"/>
                    <a:pt x="53675" y="-888"/>
                    <a:pt x="47925" y="388"/>
                  </a:cubicBezTo>
                  <a:cubicBezTo>
                    <a:pt x="41535" y="2304"/>
                    <a:pt x="39617" y="8688"/>
                    <a:pt x="37701" y="13795"/>
                  </a:cubicBezTo>
                  <a:cubicBezTo>
                    <a:pt x="37062" y="15710"/>
                    <a:pt x="36423" y="17625"/>
                    <a:pt x="35145" y="19540"/>
                  </a:cubicBezTo>
                  <a:cubicBezTo>
                    <a:pt x="33228" y="20179"/>
                    <a:pt x="30672" y="20179"/>
                    <a:pt x="28755" y="20179"/>
                  </a:cubicBezTo>
                  <a:cubicBezTo>
                    <a:pt x="21087" y="17625"/>
                    <a:pt x="12780" y="22094"/>
                    <a:pt x="10863" y="30393"/>
                  </a:cubicBezTo>
                  <a:cubicBezTo>
                    <a:pt x="9585" y="34223"/>
                    <a:pt x="10224" y="38692"/>
                    <a:pt x="12780" y="42523"/>
                  </a:cubicBezTo>
                  <a:cubicBezTo>
                    <a:pt x="13419" y="44438"/>
                    <a:pt x="14058" y="46353"/>
                    <a:pt x="14058" y="48268"/>
                  </a:cubicBezTo>
                  <a:cubicBezTo>
                    <a:pt x="12780" y="49545"/>
                    <a:pt x="10863" y="51460"/>
                    <a:pt x="9585" y="52099"/>
                  </a:cubicBezTo>
                  <a:cubicBezTo>
                    <a:pt x="5112" y="55290"/>
                    <a:pt x="0" y="59121"/>
                    <a:pt x="0" y="65505"/>
                  </a:cubicBezTo>
                  <a:cubicBezTo>
                    <a:pt x="0" y="71889"/>
                    <a:pt x="5112" y="75719"/>
                    <a:pt x="9585" y="78911"/>
                  </a:cubicBezTo>
                  <a:cubicBezTo>
                    <a:pt x="11502" y="80188"/>
                    <a:pt x="12780" y="81465"/>
                    <a:pt x="14058" y="83380"/>
                  </a:cubicBezTo>
                  <a:cubicBezTo>
                    <a:pt x="14058" y="85295"/>
                    <a:pt x="13419" y="87849"/>
                    <a:pt x="12780" y="89764"/>
                  </a:cubicBezTo>
                  <a:cubicBezTo>
                    <a:pt x="10224" y="94871"/>
                    <a:pt x="10224" y="101255"/>
                    <a:pt x="12780" y="106362"/>
                  </a:cubicBezTo>
                  <a:cubicBezTo>
                    <a:pt x="16614" y="110831"/>
                    <a:pt x="23004" y="112746"/>
                    <a:pt x="28755" y="112108"/>
                  </a:cubicBezTo>
                  <a:cubicBezTo>
                    <a:pt x="30672" y="112108"/>
                    <a:pt x="32589" y="112108"/>
                    <a:pt x="34506" y="112746"/>
                  </a:cubicBezTo>
                  <a:cubicBezTo>
                    <a:pt x="35783" y="114662"/>
                    <a:pt x="36423" y="116577"/>
                    <a:pt x="37062" y="118492"/>
                  </a:cubicBezTo>
                  <a:cubicBezTo>
                    <a:pt x="38978" y="123599"/>
                    <a:pt x="40896" y="129983"/>
                    <a:pt x="46646" y="131898"/>
                  </a:cubicBezTo>
                  <a:cubicBezTo>
                    <a:pt x="52397" y="133175"/>
                    <a:pt x="58148" y="131260"/>
                    <a:pt x="62621" y="127430"/>
                  </a:cubicBezTo>
                  <a:cubicBezTo>
                    <a:pt x="64538" y="126153"/>
                    <a:pt x="65816" y="124876"/>
                    <a:pt x="67733" y="124238"/>
                  </a:cubicBezTo>
                  <a:cubicBezTo>
                    <a:pt x="69650" y="124876"/>
                    <a:pt x="71567" y="126153"/>
                    <a:pt x="72845" y="127430"/>
                  </a:cubicBezTo>
                  <a:cubicBezTo>
                    <a:pt x="76679" y="130622"/>
                    <a:pt x="81152" y="132537"/>
                    <a:pt x="85625" y="133175"/>
                  </a:cubicBezTo>
                  <a:cubicBezTo>
                    <a:pt x="86903" y="133175"/>
                    <a:pt x="88181" y="133175"/>
                    <a:pt x="89459" y="132537"/>
                  </a:cubicBezTo>
                  <a:cubicBezTo>
                    <a:pt x="95849" y="130622"/>
                    <a:pt x="97766" y="124238"/>
                    <a:pt x="99683" y="119130"/>
                  </a:cubicBezTo>
                  <a:cubicBezTo>
                    <a:pt x="100322" y="117215"/>
                    <a:pt x="100961" y="115300"/>
                    <a:pt x="102239" y="114023"/>
                  </a:cubicBezTo>
                  <a:cubicBezTo>
                    <a:pt x="104156" y="113385"/>
                    <a:pt x="106712" y="113385"/>
                    <a:pt x="108629" y="113385"/>
                  </a:cubicBezTo>
                  <a:cubicBezTo>
                    <a:pt x="116297" y="115938"/>
                    <a:pt x="124604" y="111470"/>
                    <a:pt x="126521" y="103170"/>
                  </a:cubicBezTo>
                  <a:cubicBezTo>
                    <a:pt x="127799" y="99340"/>
                    <a:pt x="127160" y="94871"/>
                    <a:pt x="124604" y="91041"/>
                  </a:cubicBezTo>
                  <a:cubicBezTo>
                    <a:pt x="123965" y="89126"/>
                    <a:pt x="123326" y="87210"/>
                    <a:pt x="123326" y="85295"/>
                  </a:cubicBezTo>
                  <a:cubicBezTo>
                    <a:pt x="124604" y="84018"/>
                    <a:pt x="125882" y="82742"/>
                    <a:pt x="127160" y="81465"/>
                  </a:cubicBezTo>
                  <a:cubicBezTo>
                    <a:pt x="131633" y="78273"/>
                    <a:pt x="136745" y="74442"/>
                    <a:pt x="136745" y="68058"/>
                  </a:cubicBezTo>
                  <a:cubicBezTo>
                    <a:pt x="136745" y="61674"/>
                    <a:pt x="131633" y="57206"/>
                    <a:pt x="127160" y="54014"/>
                  </a:cubicBezTo>
                  <a:close/>
                  <a:moveTo>
                    <a:pt x="119492" y="71250"/>
                  </a:moveTo>
                  <a:cubicBezTo>
                    <a:pt x="115658" y="73804"/>
                    <a:pt x="112463" y="76996"/>
                    <a:pt x="110546" y="81465"/>
                  </a:cubicBezTo>
                  <a:cubicBezTo>
                    <a:pt x="109268" y="85934"/>
                    <a:pt x="109907" y="91041"/>
                    <a:pt x="111824" y="94871"/>
                  </a:cubicBezTo>
                  <a:cubicBezTo>
                    <a:pt x="112463" y="96786"/>
                    <a:pt x="112463" y="98702"/>
                    <a:pt x="113102" y="99978"/>
                  </a:cubicBezTo>
                  <a:cubicBezTo>
                    <a:pt x="111185" y="99978"/>
                    <a:pt x="109268" y="100617"/>
                    <a:pt x="107351" y="100617"/>
                  </a:cubicBezTo>
                  <a:cubicBezTo>
                    <a:pt x="102878" y="99978"/>
                    <a:pt x="97766" y="101255"/>
                    <a:pt x="93932" y="103809"/>
                  </a:cubicBezTo>
                  <a:cubicBezTo>
                    <a:pt x="90737" y="107001"/>
                    <a:pt x="88181" y="110831"/>
                    <a:pt x="86903" y="115300"/>
                  </a:cubicBezTo>
                  <a:cubicBezTo>
                    <a:pt x="86264" y="117215"/>
                    <a:pt x="85625" y="119130"/>
                    <a:pt x="84347" y="121046"/>
                  </a:cubicBezTo>
                  <a:cubicBezTo>
                    <a:pt x="82430" y="120407"/>
                    <a:pt x="81152" y="119130"/>
                    <a:pt x="79235" y="117854"/>
                  </a:cubicBezTo>
                  <a:cubicBezTo>
                    <a:pt x="76040" y="114662"/>
                    <a:pt x="71567" y="112746"/>
                    <a:pt x="67094" y="112108"/>
                  </a:cubicBezTo>
                  <a:lnTo>
                    <a:pt x="67094" y="112108"/>
                  </a:lnTo>
                  <a:cubicBezTo>
                    <a:pt x="62621" y="112746"/>
                    <a:pt x="58148" y="114662"/>
                    <a:pt x="54314" y="117215"/>
                  </a:cubicBezTo>
                  <a:cubicBezTo>
                    <a:pt x="53036" y="118492"/>
                    <a:pt x="51119" y="119130"/>
                    <a:pt x="49841" y="119769"/>
                  </a:cubicBezTo>
                  <a:cubicBezTo>
                    <a:pt x="49202" y="117854"/>
                    <a:pt x="48563" y="116577"/>
                    <a:pt x="47925" y="114662"/>
                  </a:cubicBezTo>
                  <a:cubicBezTo>
                    <a:pt x="46646" y="110193"/>
                    <a:pt x="44730" y="105724"/>
                    <a:pt x="40896" y="102532"/>
                  </a:cubicBezTo>
                  <a:cubicBezTo>
                    <a:pt x="37062" y="99978"/>
                    <a:pt x="32589" y="99340"/>
                    <a:pt x="27477" y="99340"/>
                  </a:cubicBezTo>
                  <a:cubicBezTo>
                    <a:pt x="25560" y="99340"/>
                    <a:pt x="23004" y="99340"/>
                    <a:pt x="21726" y="99340"/>
                  </a:cubicBezTo>
                  <a:cubicBezTo>
                    <a:pt x="22365" y="97425"/>
                    <a:pt x="22365" y="95510"/>
                    <a:pt x="23004" y="94233"/>
                  </a:cubicBezTo>
                  <a:cubicBezTo>
                    <a:pt x="27477" y="85934"/>
                    <a:pt x="24921" y="75081"/>
                    <a:pt x="15975" y="69974"/>
                  </a:cubicBezTo>
                  <a:cubicBezTo>
                    <a:pt x="15975" y="69974"/>
                    <a:pt x="15336" y="69974"/>
                    <a:pt x="15336" y="69335"/>
                  </a:cubicBezTo>
                  <a:cubicBezTo>
                    <a:pt x="14058" y="68058"/>
                    <a:pt x="12780" y="66782"/>
                    <a:pt x="11502" y="65505"/>
                  </a:cubicBezTo>
                  <a:cubicBezTo>
                    <a:pt x="12780" y="64228"/>
                    <a:pt x="14058" y="62951"/>
                    <a:pt x="15975" y="61674"/>
                  </a:cubicBezTo>
                  <a:cubicBezTo>
                    <a:pt x="19809" y="59121"/>
                    <a:pt x="23004" y="55929"/>
                    <a:pt x="24921" y="51460"/>
                  </a:cubicBezTo>
                  <a:cubicBezTo>
                    <a:pt x="26199" y="46991"/>
                    <a:pt x="25560" y="41884"/>
                    <a:pt x="23643" y="38054"/>
                  </a:cubicBezTo>
                  <a:cubicBezTo>
                    <a:pt x="23004" y="36139"/>
                    <a:pt x="22365" y="34223"/>
                    <a:pt x="22365" y="32308"/>
                  </a:cubicBezTo>
                  <a:cubicBezTo>
                    <a:pt x="24282" y="32308"/>
                    <a:pt x="26199" y="32308"/>
                    <a:pt x="28116" y="31670"/>
                  </a:cubicBezTo>
                  <a:cubicBezTo>
                    <a:pt x="32589" y="32308"/>
                    <a:pt x="37701" y="31031"/>
                    <a:pt x="41535" y="29116"/>
                  </a:cubicBezTo>
                  <a:cubicBezTo>
                    <a:pt x="44730" y="25924"/>
                    <a:pt x="47285" y="22094"/>
                    <a:pt x="48563" y="17625"/>
                  </a:cubicBezTo>
                  <a:cubicBezTo>
                    <a:pt x="49202" y="15710"/>
                    <a:pt x="49841" y="13795"/>
                    <a:pt x="51119" y="11879"/>
                  </a:cubicBezTo>
                  <a:cubicBezTo>
                    <a:pt x="53036" y="12518"/>
                    <a:pt x="54314" y="13795"/>
                    <a:pt x="56231" y="15071"/>
                  </a:cubicBezTo>
                  <a:cubicBezTo>
                    <a:pt x="59426" y="18263"/>
                    <a:pt x="63899" y="20179"/>
                    <a:pt x="68372" y="20817"/>
                  </a:cubicBezTo>
                  <a:cubicBezTo>
                    <a:pt x="72845" y="20179"/>
                    <a:pt x="77318" y="18263"/>
                    <a:pt x="81152" y="15710"/>
                  </a:cubicBezTo>
                  <a:cubicBezTo>
                    <a:pt x="82430" y="14433"/>
                    <a:pt x="84347" y="13795"/>
                    <a:pt x="85625" y="13156"/>
                  </a:cubicBezTo>
                  <a:cubicBezTo>
                    <a:pt x="86264" y="15071"/>
                    <a:pt x="86903" y="16348"/>
                    <a:pt x="87542" y="18263"/>
                  </a:cubicBezTo>
                  <a:cubicBezTo>
                    <a:pt x="88820" y="22732"/>
                    <a:pt x="90737" y="27201"/>
                    <a:pt x="94571" y="30393"/>
                  </a:cubicBezTo>
                  <a:cubicBezTo>
                    <a:pt x="98405" y="32947"/>
                    <a:pt x="102878" y="33585"/>
                    <a:pt x="107990" y="33585"/>
                  </a:cubicBezTo>
                  <a:cubicBezTo>
                    <a:pt x="109907" y="33585"/>
                    <a:pt x="112463" y="33585"/>
                    <a:pt x="113741" y="34223"/>
                  </a:cubicBezTo>
                  <a:cubicBezTo>
                    <a:pt x="113102" y="36139"/>
                    <a:pt x="113102" y="38054"/>
                    <a:pt x="112463" y="39331"/>
                  </a:cubicBezTo>
                  <a:cubicBezTo>
                    <a:pt x="110546" y="43799"/>
                    <a:pt x="109907" y="48268"/>
                    <a:pt x="111185" y="53375"/>
                  </a:cubicBezTo>
                  <a:cubicBezTo>
                    <a:pt x="113102" y="57844"/>
                    <a:pt x="116297" y="61674"/>
                    <a:pt x="120131" y="64228"/>
                  </a:cubicBezTo>
                  <a:cubicBezTo>
                    <a:pt x="121409" y="65505"/>
                    <a:pt x="123326" y="66782"/>
                    <a:pt x="123965" y="68058"/>
                  </a:cubicBezTo>
                  <a:cubicBezTo>
                    <a:pt x="122048" y="68697"/>
                    <a:pt x="120770" y="69974"/>
                    <a:pt x="119492" y="71250"/>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45" name="Graphic 4">
              <a:extLst>
                <a:ext uri="{FF2B5EF4-FFF2-40B4-BE49-F238E27FC236}">
                  <a16:creationId xmlns:a16="http://schemas.microsoft.com/office/drawing/2014/main" id="{CC32E752-EF9C-10F6-A2CD-5BB14775BD21}"/>
                </a:ext>
              </a:extLst>
            </p:cNvPr>
            <p:cNvSpPr/>
            <p:nvPr/>
          </p:nvSpPr>
          <p:spPr>
            <a:xfrm>
              <a:off x="2662886" y="1611148"/>
              <a:ext cx="50682" cy="50765"/>
            </a:xfrm>
            <a:custGeom>
              <a:avLst/>
              <a:gdLst>
                <a:gd name="connsiteX0" fmla="*/ 37501 w 50682"/>
                <a:gd name="connsiteY0" fmla="*/ 2885 h 50765"/>
                <a:gd name="connsiteX1" fmla="*/ 2995 w 50682"/>
                <a:gd name="connsiteY1" fmla="*/ 13738 h 50765"/>
                <a:gd name="connsiteX2" fmla="*/ 1078 w 50682"/>
                <a:gd name="connsiteY2" fmla="*/ 32890 h 50765"/>
                <a:gd name="connsiteX3" fmla="*/ 25360 w 50682"/>
                <a:gd name="connsiteY3" fmla="*/ 50765 h 50765"/>
                <a:gd name="connsiteX4" fmla="*/ 33028 w 50682"/>
                <a:gd name="connsiteY4" fmla="*/ 49488 h 50765"/>
                <a:gd name="connsiteX5" fmla="*/ 49642 w 50682"/>
                <a:gd name="connsiteY5" fmla="*/ 17568 h 50765"/>
                <a:gd name="connsiteX6" fmla="*/ 37501 w 50682"/>
                <a:gd name="connsiteY6" fmla="*/ 2885 h 50765"/>
                <a:gd name="connsiteX7" fmla="*/ 37501 w 50682"/>
                <a:gd name="connsiteY7" fmla="*/ 2885 h 50765"/>
                <a:gd name="connsiteX8" fmla="*/ 29194 w 50682"/>
                <a:gd name="connsiteY8" fmla="*/ 37359 h 50765"/>
                <a:gd name="connsiteX9" fmla="*/ 13219 w 50682"/>
                <a:gd name="connsiteY9" fmla="*/ 29059 h 50765"/>
                <a:gd name="connsiteX10" fmla="*/ 22165 w 50682"/>
                <a:gd name="connsiteY10" fmla="*/ 13099 h 50765"/>
                <a:gd name="connsiteX11" fmla="*/ 25360 w 50682"/>
                <a:gd name="connsiteY11" fmla="*/ 12461 h 50765"/>
                <a:gd name="connsiteX12" fmla="*/ 37501 w 50682"/>
                <a:gd name="connsiteY12" fmla="*/ 21399 h 50765"/>
                <a:gd name="connsiteX13" fmla="*/ 29194 w 50682"/>
                <a:gd name="connsiteY13" fmla="*/ 37359 h 50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0682" h="50765">
                  <a:moveTo>
                    <a:pt x="37501" y="2885"/>
                  </a:moveTo>
                  <a:cubicBezTo>
                    <a:pt x="25360" y="-3499"/>
                    <a:pt x="10024" y="970"/>
                    <a:pt x="2995" y="13738"/>
                  </a:cubicBezTo>
                  <a:cubicBezTo>
                    <a:pt x="-200" y="19483"/>
                    <a:pt x="-839" y="26506"/>
                    <a:pt x="1078" y="32890"/>
                  </a:cubicBezTo>
                  <a:cubicBezTo>
                    <a:pt x="4273" y="43743"/>
                    <a:pt x="14497" y="50765"/>
                    <a:pt x="25360" y="50765"/>
                  </a:cubicBezTo>
                  <a:cubicBezTo>
                    <a:pt x="27916" y="50765"/>
                    <a:pt x="30472" y="50127"/>
                    <a:pt x="33028" y="49488"/>
                  </a:cubicBezTo>
                  <a:cubicBezTo>
                    <a:pt x="46447" y="45019"/>
                    <a:pt x="53476" y="30975"/>
                    <a:pt x="49642" y="17568"/>
                  </a:cubicBezTo>
                  <a:cubicBezTo>
                    <a:pt x="47725" y="10546"/>
                    <a:pt x="43252" y="5439"/>
                    <a:pt x="37501" y="2885"/>
                  </a:cubicBezTo>
                  <a:lnTo>
                    <a:pt x="37501" y="2885"/>
                  </a:lnTo>
                  <a:close/>
                  <a:moveTo>
                    <a:pt x="29194" y="37359"/>
                  </a:moveTo>
                  <a:cubicBezTo>
                    <a:pt x="22804" y="39274"/>
                    <a:pt x="15775" y="35443"/>
                    <a:pt x="13219" y="29059"/>
                  </a:cubicBezTo>
                  <a:cubicBezTo>
                    <a:pt x="11302" y="22037"/>
                    <a:pt x="15136" y="15015"/>
                    <a:pt x="22165" y="13099"/>
                  </a:cubicBezTo>
                  <a:cubicBezTo>
                    <a:pt x="23443" y="12461"/>
                    <a:pt x="24721" y="12461"/>
                    <a:pt x="25360" y="12461"/>
                  </a:cubicBezTo>
                  <a:cubicBezTo>
                    <a:pt x="31111" y="12461"/>
                    <a:pt x="35584" y="16291"/>
                    <a:pt x="37501" y="21399"/>
                  </a:cubicBezTo>
                  <a:cubicBezTo>
                    <a:pt x="39418" y="27783"/>
                    <a:pt x="36223" y="34805"/>
                    <a:pt x="29194" y="37359"/>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46" name="Graphic 4">
              <a:extLst>
                <a:ext uri="{FF2B5EF4-FFF2-40B4-BE49-F238E27FC236}">
                  <a16:creationId xmlns:a16="http://schemas.microsoft.com/office/drawing/2014/main" id="{AD1E6608-1D56-428E-399E-7E08C7682912}"/>
                </a:ext>
              </a:extLst>
            </p:cNvPr>
            <p:cNvSpPr/>
            <p:nvPr/>
          </p:nvSpPr>
          <p:spPr>
            <a:xfrm>
              <a:off x="2725947" y="1463621"/>
              <a:ext cx="138022" cy="133175"/>
            </a:xfrm>
            <a:custGeom>
              <a:avLst/>
              <a:gdLst>
                <a:gd name="connsiteX0" fmla="*/ 128438 w 138022"/>
                <a:gd name="connsiteY0" fmla="*/ 54014 h 133175"/>
                <a:gd name="connsiteX1" fmla="*/ 123326 w 138022"/>
                <a:gd name="connsiteY1" fmla="*/ 49545 h 133175"/>
                <a:gd name="connsiteX2" fmla="*/ 124604 w 138022"/>
                <a:gd name="connsiteY2" fmla="*/ 43161 h 133175"/>
                <a:gd name="connsiteX3" fmla="*/ 120770 w 138022"/>
                <a:gd name="connsiteY3" fmla="*/ 22732 h 133175"/>
                <a:gd name="connsiteX4" fmla="*/ 108629 w 138022"/>
                <a:gd name="connsiteY4" fmla="*/ 20817 h 133175"/>
                <a:gd name="connsiteX5" fmla="*/ 102878 w 138022"/>
                <a:gd name="connsiteY5" fmla="*/ 20179 h 133175"/>
                <a:gd name="connsiteX6" fmla="*/ 100322 w 138022"/>
                <a:gd name="connsiteY6" fmla="*/ 14433 h 133175"/>
                <a:gd name="connsiteX7" fmla="*/ 90737 w 138022"/>
                <a:gd name="connsiteY7" fmla="*/ 1027 h 133175"/>
                <a:gd name="connsiteX8" fmla="*/ 74762 w 138022"/>
                <a:gd name="connsiteY8" fmla="*/ 5495 h 133175"/>
                <a:gd name="connsiteX9" fmla="*/ 66455 w 138022"/>
                <a:gd name="connsiteY9" fmla="*/ 8049 h 133175"/>
                <a:gd name="connsiteX10" fmla="*/ 63899 w 138022"/>
                <a:gd name="connsiteY10" fmla="*/ 5495 h 133175"/>
                <a:gd name="connsiteX11" fmla="*/ 47925 w 138022"/>
                <a:gd name="connsiteY11" fmla="*/ 388 h 133175"/>
                <a:gd name="connsiteX12" fmla="*/ 37701 w 138022"/>
                <a:gd name="connsiteY12" fmla="*/ 13795 h 133175"/>
                <a:gd name="connsiteX13" fmla="*/ 35145 w 138022"/>
                <a:gd name="connsiteY13" fmla="*/ 19540 h 133175"/>
                <a:gd name="connsiteX14" fmla="*/ 28755 w 138022"/>
                <a:gd name="connsiteY14" fmla="*/ 20179 h 133175"/>
                <a:gd name="connsiteX15" fmla="*/ 10863 w 138022"/>
                <a:gd name="connsiteY15" fmla="*/ 30393 h 133175"/>
                <a:gd name="connsiteX16" fmla="*/ 12780 w 138022"/>
                <a:gd name="connsiteY16" fmla="*/ 42523 h 133175"/>
                <a:gd name="connsiteX17" fmla="*/ 14058 w 138022"/>
                <a:gd name="connsiteY17" fmla="*/ 48268 h 133175"/>
                <a:gd name="connsiteX18" fmla="*/ 9585 w 138022"/>
                <a:gd name="connsiteY18" fmla="*/ 52099 h 133175"/>
                <a:gd name="connsiteX19" fmla="*/ 0 w 138022"/>
                <a:gd name="connsiteY19" fmla="*/ 65505 h 133175"/>
                <a:gd name="connsiteX20" fmla="*/ 9585 w 138022"/>
                <a:gd name="connsiteY20" fmla="*/ 78911 h 133175"/>
                <a:gd name="connsiteX21" fmla="*/ 14697 w 138022"/>
                <a:gd name="connsiteY21" fmla="*/ 83380 h 133175"/>
                <a:gd name="connsiteX22" fmla="*/ 13419 w 138022"/>
                <a:gd name="connsiteY22" fmla="*/ 89764 h 133175"/>
                <a:gd name="connsiteX23" fmla="*/ 17253 w 138022"/>
                <a:gd name="connsiteY23" fmla="*/ 110193 h 133175"/>
                <a:gd name="connsiteX24" fmla="*/ 29394 w 138022"/>
                <a:gd name="connsiteY24" fmla="*/ 112108 h 133175"/>
                <a:gd name="connsiteX25" fmla="*/ 35145 w 138022"/>
                <a:gd name="connsiteY25" fmla="*/ 112746 h 133175"/>
                <a:gd name="connsiteX26" fmla="*/ 37701 w 138022"/>
                <a:gd name="connsiteY26" fmla="*/ 118492 h 133175"/>
                <a:gd name="connsiteX27" fmla="*/ 47285 w 138022"/>
                <a:gd name="connsiteY27" fmla="*/ 131898 h 133175"/>
                <a:gd name="connsiteX28" fmla="*/ 63260 w 138022"/>
                <a:gd name="connsiteY28" fmla="*/ 127430 h 133175"/>
                <a:gd name="connsiteX29" fmla="*/ 68372 w 138022"/>
                <a:gd name="connsiteY29" fmla="*/ 124238 h 133175"/>
                <a:gd name="connsiteX30" fmla="*/ 73484 w 138022"/>
                <a:gd name="connsiteY30" fmla="*/ 127430 h 133175"/>
                <a:gd name="connsiteX31" fmla="*/ 86264 w 138022"/>
                <a:gd name="connsiteY31" fmla="*/ 133175 h 133175"/>
                <a:gd name="connsiteX32" fmla="*/ 89459 w 138022"/>
                <a:gd name="connsiteY32" fmla="*/ 132537 h 133175"/>
                <a:gd name="connsiteX33" fmla="*/ 99683 w 138022"/>
                <a:gd name="connsiteY33" fmla="*/ 119130 h 133175"/>
                <a:gd name="connsiteX34" fmla="*/ 102239 w 138022"/>
                <a:gd name="connsiteY34" fmla="*/ 114023 h 133175"/>
                <a:gd name="connsiteX35" fmla="*/ 108629 w 138022"/>
                <a:gd name="connsiteY35" fmla="*/ 113385 h 133175"/>
                <a:gd name="connsiteX36" fmla="*/ 126521 w 138022"/>
                <a:gd name="connsiteY36" fmla="*/ 103170 h 133175"/>
                <a:gd name="connsiteX37" fmla="*/ 125243 w 138022"/>
                <a:gd name="connsiteY37" fmla="*/ 91679 h 133175"/>
                <a:gd name="connsiteX38" fmla="*/ 123965 w 138022"/>
                <a:gd name="connsiteY38" fmla="*/ 85934 h 133175"/>
                <a:gd name="connsiteX39" fmla="*/ 128438 w 138022"/>
                <a:gd name="connsiteY39" fmla="*/ 82103 h 133175"/>
                <a:gd name="connsiteX40" fmla="*/ 138023 w 138022"/>
                <a:gd name="connsiteY40" fmla="*/ 68697 h 133175"/>
                <a:gd name="connsiteX41" fmla="*/ 128438 w 138022"/>
                <a:gd name="connsiteY41" fmla="*/ 54014 h 133175"/>
                <a:gd name="connsiteX42" fmla="*/ 120131 w 138022"/>
                <a:gd name="connsiteY42" fmla="*/ 71251 h 133175"/>
                <a:gd name="connsiteX43" fmla="*/ 111824 w 138022"/>
                <a:gd name="connsiteY43" fmla="*/ 94233 h 133175"/>
                <a:gd name="connsiteX44" fmla="*/ 112463 w 138022"/>
                <a:gd name="connsiteY44" fmla="*/ 94871 h 133175"/>
                <a:gd name="connsiteX45" fmla="*/ 113741 w 138022"/>
                <a:gd name="connsiteY45" fmla="*/ 100617 h 133175"/>
                <a:gd name="connsiteX46" fmla="*/ 107990 w 138022"/>
                <a:gd name="connsiteY46" fmla="*/ 101255 h 133175"/>
                <a:gd name="connsiteX47" fmla="*/ 94571 w 138022"/>
                <a:gd name="connsiteY47" fmla="*/ 103809 h 133175"/>
                <a:gd name="connsiteX48" fmla="*/ 87542 w 138022"/>
                <a:gd name="connsiteY48" fmla="*/ 115300 h 133175"/>
                <a:gd name="connsiteX49" fmla="*/ 84986 w 138022"/>
                <a:gd name="connsiteY49" fmla="*/ 120407 h 133175"/>
                <a:gd name="connsiteX50" fmla="*/ 79874 w 138022"/>
                <a:gd name="connsiteY50" fmla="*/ 117215 h 133175"/>
                <a:gd name="connsiteX51" fmla="*/ 67733 w 138022"/>
                <a:gd name="connsiteY51" fmla="*/ 111470 h 133175"/>
                <a:gd name="connsiteX52" fmla="*/ 67733 w 138022"/>
                <a:gd name="connsiteY52" fmla="*/ 111470 h 133175"/>
                <a:gd name="connsiteX53" fmla="*/ 54954 w 138022"/>
                <a:gd name="connsiteY53" fmla="*/ 116577 h 133175"/>
                <a:gd name="connsiteX54" fmla="*/ 50480 w 138022"/>
                <a:gd name="connsiteY54" fmla="*/ 119130 h 133175"/>
                <a:gd name="connsiteX55" fmla="*/ 48564 w 138022"/>
                <a:gd name="connsiteY55" fmla="*/ 114023 h 133175"/>
                <a:gd name="connsiteX56" fmla="*/ 29394 w 138022"/>
                <a:gd name="connsiteY56" fmla="*/ 98702 h 133175"/>
                <a:gd name="connsiteX57" fmla="*/ 28116 w 138022"/>
                <a:gd name="connsiteY57" fmla="*/ 98702 h 133175"/>
                <a:gd name="connsiteX58" fmla="*/ 22365 w 138022"/>
                <a:gd name="connsiteY58" fmla="*/ 98702 h 133175"/>
                <a:gd name="connsiteX59" fmla="*/ 23643 w 138022"/>
                <a:gd name="connsiteY59" fmla="*/ 92956 h 133175"/>
                <a:gd name="connsiteX60" fmla="*/ 16614 w 138022"/>
                <a:gd name="connsiteY60" fmla="*/ 68697 h 133175"/>
                <a:gd name="connsiteX61" fmla="*/ 15975 w 138022"/>
                <a:gd name="connsiteY61" fmla="*/ 68059 h 133175"/>
                <a:gd name="connsiteX62" fmla="*/ 12141 w 138022"/>
                <a:gd name="connsiteY62" fmla="*/ 64228 h 133175"/>
                <a:gd name="connsiteX63" fmla="*/ 16614 w 138022"/>
                <a:gd name="connsiteY63" fmla="*/ 60398 h 133175"/>
                <a:gd name="connsiteX64" fmla="*/ 25560 w 138022"/>
                <a:gd name="connsiteY64" fmla="*/ 50183 h 133175"/>
                <a:gd name="connsiteX65" fmla="*/ 24282 w 138022"/>
                <a:gd name="connsiteY65" fmla="*/ 36777 h 133175"/>
                <a:gd name="connsiteX66" fmla="*/ 23004 w 138022"/>
                <a:gd name="connsiteY66" fmla="*/ 31031 h 133175"/>
                <a:gd name="connsiteX67" fmla="*/ 28755 w 138022"/>
                <a:gd name="connsiteY67" fmla="*/ 31031 h 133175"/>
                <a:gd name="connsiteX68" fmla="*/ 42174 w 138022"/>
                <a:gd name="connsiteY68" fmla="*/ 28478 h 133175"/>
                <a:gd name="connsiteX69" fmla="*/ 49202 w 138022"/>
                <a:gd name="connsiteY69" fmla="*/ 16987 h 133175"/>
                <a:gd name="connsiteX70" fmla="*/ 51759 w 138022"/>
                <a:gd name="connsiteY70" fmla="*/ 11879 h 133175"/>
                <a:gd name="connsiteX71" fmla="*/ 56870 w 138022"/>
                <a:gd name="connsiteY71" fmla="*/ 15071 h 133175"/>
                <a:gd name="connsiteX72" fmla="*/ 69011 w 138022"/>
                <a:gd name="connsiteY72" fmla="*/ 20817 h 133175"/>
                <a:gd name="connsiteX73" fmla="*/ 81791 w 138022"/>
                <a:gd name="connsiteY73" fmla="*/ 15710 h 133175"/>
                <a:gd name="connsiteX74" fmla="*/ 86264 w 138022"/>
                <a:gd name="connsiteY74" fmla="*/ 13156 h 133175"/>
                <a:gd name="connsiteX75" fmla="*/ 88181 w 138022"/>
                <a:gd name="connsiteY75" fmla="*/ 18263 h 133175"/>
                <a:gd name="connsiteX76" fmla="*/ 107351 w 138022"/>
                <a:gd name="connsiteY76" fmla="*/ 33585 h 133175"/>
                <a:gd name="connsiteX77" fmla="*/ 107990 w 138022"/>
                <a:gd name="connsiteY77" fmla="*/ 33585 h 133175"/>
                <a:gd name="connsiteX78" fmla="*/ 113741 w 138022"/>
                <a:gd name="connsiteY78" fmla="*/ 33585 h 133175"/>
                <a:gd name="connsiteX79" fmla="*/ 112463 w 138022"/>
                <a:gd name="connsiteY79" fmla="*/ 38692 h 133175"/>
                <a:gd name="connsiteX80" fmla="*/ 119492 w 138022"/>
                <a:gd name="connsiteY80" fmla="*/ 62951 h 133175"/>
                <a:gd name="connsiteX81" fmla="*/ 120131 w 138022"/>
                <a:gd name="connsiteY81" fmla="*/ 63590 h 133175"/>
                <a:gd name="connsiteX82" fmla="*/ 123965 w 138022"/>
                <a:gd name="connsiteY82" fmla="*/ 67420 h 133175"/>
                <a:gd name="connsiteX83" fmla="*/ 120131 w 138022"/>
                <a:gd name="connsiteY83" fmla="*/ 71251 h 133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Lst>
              <a:rect l="l" t="t" r="r" b="b"/>
              <a:pathLst>
                <a:path w="138022" h="133175">
                  <a:moveTo>
                    <a:pt x="128438" y="54014"/>
                  </a:moveTo>
                  <a:cubicBezTo>
                    <a:pt x="126521" y="52737"/>
                    <a:pt x="125243" y="51460"/>
                    <a:pt x="123326" y="49545"/>
                  </a:cubicBezTo>
                  <a:cubicBezTo>
                    <a:pt x="123326" y="47630"/>
                    <a:pt x="123965" y="45076"/>
                    <a:pt x="124604" y="43161"/>
                  </a:cubicBezTo>
                  <a:cubicBezTo>
                    <a:pt x="129077" y="36777"/>
                    <a:pt x="127160" y="27201"/>
                    <a:pt x="120770" y="22732"/>
                  </a:cubicBezTo>
                  <a:cubicBezTo>
                    <a:pt x="116936" y="20179"/>
                    <a:pt x="112463" y="19540"/>
                    <a:pt x="108629" y="20817"/>
                  </a:cubicBezTo>
                  <a:cubicBezTo>
                    <a:pt x="106712" y="20817"/>
                    <a:pt x="104795" y="20817"/>
                    <a:pt x="102878" y="20179"/>
                  </a:cubicBezTo>
                  <a:cubicBezTo>
                    <a:pt x="101600" y="18263"/>
                    <a:pt x="100961" y="16348"/>
                    <a:pt x="100322" y="14433"/>
                  </a:cubicBezTo>
                  <a:cubicBezTo>
                    <a:pt x="98405" y="9326"/>
                    <a:pt x="96488" y="2942"/>
                    <a:pt x="90737" y="1027"/>
                  </a:cubicBezTo>
                  <a:cubicBezTo>
                    <a:pt x="84986" y="-250"/>
                    <a:pt x="79235" y="1665"/>
                    <a:pt x="74762" y="5495"/>
                  </a:cubicBezTo>
                  <a:cubicBezTo>
                    <a:pt x="73484" y="8687"/>
                    <a:pt x="69650" y="9326"/>
                    <a:pt x="66455" y="8049"/>
                  </a:cubicBezTo>
                  <a:cubicBezTo>
                    <a:pt x="65177" y="7411"/>
                    <a:pt x="64538" y="6772"/>
                    <a:pt x="63899" y="5495"/>
                  </a:cubicBezTo>
                  <a:cubicBezTo>
                    <a:pt x="59426" y="1027"/>
                    <a:pt x="53675" y="-888"/>
                    <a:pt x="47925" y="388"/>
                  </a:cubicBezTo>
                  <a:cubicBezTo>
                    <a:pt x="41535" y="2304"/>
                    <a:pt x="38979" y="8687"/>
                    <a:pt x="37701" y="13795"/>
                  </a:cubicBezTo>
                  <a:cubicBezTo>
                    <a:pt x="37062" y="15710"/>
                    <a:pt x="36423" y="17625"/>
                    <a:pt x="35145" y="19540"/>
                  </a:cubicBezTo>
                  <a:cubicBezTo>
                    <a:pt x="33228" y="20179"/>
                    <a:pt x="30672" y="20179"/>
                    <a:pt x="28755" y="20179"/>
                  </a:cubicBezTo>
                  <a:cubicBezTo>
                    <a:pt x="21087" y="17625"/>
                    <a:pt x="12780" y="22732"/>
                    <a:pt x="10863" y="30393"/>
                  </a:cubicBezTo>
                  <a:cubicBezTo>
                    <a:pt x="9585" y="34223"/>
                    <a:pt x="10224" y="38692"/>
                    <a:pt x="12780" y="42523"/>
                  </a:cubicBezTo>
                  <a:cubicBezTo>
                    <a:pt x="13419" y="44438"/>
                    <a:pt x="14058" y="46353"/>
                    <a:pt x="14058" y="48268"/>
                  </a:cubicBezTo>
                  <a:cubicBezTo>
                    <a:pt x="12780" y="49545"/>
                    <a:pt x="10863" y="50822"/>
                    <a:pt x="9585" y="52099"/>
                  </a:cubicBezTo>
                  <a:cubicBezTo>
                    <a:pt x="5112" y="55291"/>
                    <a:pt x="0" y="59121"/>
                    <a:pt x="0" y="65505"/>
                  </a:cubicBezTo>
                  <a:cubicBezTo>
                    <a:pt x="0" y="71889"/>
                    <a:pt x="5112" y="75719"/>
                    <a:pt x="9585" y="78911"/>
                  </a:cubicBezTo>
                  <a:cubicBezTo>
                    <a:pt x="11502" y="80188"/>
                    <a:pt x="12780" y="81465"/>
                    <a:pt x="14697" y="83380"/>
                  </a:cubicBezTo>
                  <a:cubicBezTo>
                    <a:pt x="14697" y="85295"/>
                    <a:pt x="14058" y="87849"/>
                    <a:pt x="13419" y="89764"/>
                  </a:cubicBezTo>
                  <a:cubicBezTo>
                    <a:pt x="8946" y="96786"/>
                    <a:pt x="10863" y="105724"/>
                    <a:pt x="17253" y="110193"/>
                  </a:cubicBezTo>
                  <a:cubicBezTo>
                    <a:pt x="20448" y="112746"/>
                    <a:pt x="24921" y="113385"/>
                    <a:pt x="29394" y="112108"/>
                  </a:cubicBezTo>
                  <a:cubicBezTo>
                    <a:pt x="31311" y="112108"/>
                    <a:pt x="33228" y="112108"/>
                    <a:pt x="35145" y="112746"/>
                  </a:cubicBezTo>
                  <a:cubicBezTo>
                    <a:pt x="36423" y="114662"/>
                    <a:pt x="37062" y="116577"/>
                    <a:pt x="37701" y="118492"/>
                  </a:cubicBezTo>
                  <a:cubicBezTo>
                    <a:pt x="39617" y="123599"/>
                    <a:pt x="41535" y="129983"/>
                    <a:pt x="47285" y="131898"/>
                  </a:cubicBezTo>
                  <a:cubicBezTo>
                    <a:pt x="53036" y="133175"/>
                    <a:pt x="58787" y="131260"/>
                    <a:pt x="63260" y="127430"/>
                  </a:cubicBezTo>
                  <a:cubicBezTo>
                    <a:pt x="65177" y="126153"/>
                    <a:pt x="66455" y="124876"/>
                    <a:pt x="68372" y="124238"/>
                  </a:cubicBezTo>
                  <a:cubicBezTo>
                    <a:pt x="70289" y="124876"/>
                    <a:pt x="72206" y="126153"/>
                    <a:pt x="73484" y="127430"/>
                  </a:cubicBezTo>
                  <a:cubicBezTo>
                    <a:pt x="77318" y="130622"/>
                    <a:pt x="81791" y="132537"/>
                    <a:pt x="86264" y="133175"/>
                  </a:cubicBezTo>
                  <a:cubicBezTo>
                    <a:pt x="87542" y="133175"/>
                    <a:pt x="88820" y="133175"/>
                    <a:pt x="89459" y="132537"/>
                  </a:cubicBezTo>
                  <a:cubicBezTo>
                    <a:pt x="95849" y="130622"/>
                    <a:pt x="97766" y="124238"/>
                    <a:pt x="99683" y="119130"/>
                  </a:cubicBezTo>
                  <a:cubicBezTo>
                    <a:pt x="100322" y="117215"/>
                    <a:pt x="100961" y="115300"/>
                    <a:pt x="102239" y="114023"/>
                  </a:cubicBezTo>
                  <a:cubicBezTo>
                    <a:pt x="104156" y="113385"/>
                    <a:pt x="106712" y="113385"/>
                    <a:pt x="108629" y="113385"/>
                  </a:cubicBezTo>
                  <a:cubicBezTo>
                    <a:pt x="116297" y="115300"/>
                    <a:pt x="124604" y="110831"/>
                    <a:pt x="126521" y="103170"/>
                  </a:cubicBezTo>
                  <a:cubicBezTo>
                    <a:pt x="127799" y="99340"/>
                    <a:pt x="127160" y="94871"/>
                    <a:pt x="125243" y="91679"/>
                  </a:cubicBezTo>
                  <a:cubicBezTo>
                    <a:pt x="124604" y="89764"/>
                    <a:pt x="123965" y="87849"/>
                    <a:pt x="123965" y="85934"/>
                  </a:cubicBezTo>
                  <a:cubicBezTo>
                    <a:pt x="125243" y="84657"/>
                    <a:pt x="127160" y="83380"/>
                    <a:pt x="128438" y="82103"/>
                  </a:cubicBezTo>
                  <a:cubicBezTo>
                    <a:pt x="133550" y="79550"/>
                    <a:pt x="137384" y="74443"/>
                    <a:pt x="138023" y="68697"/>
                  </a:cubicBezTo>
                  <a:cubicBezTo>
                    <a:pt x="138023" y="61675"/>
                    <a:pt x="132911" y="57206"/>
                    <a:pt x="128438" y="54014"/>
                  </a:cubicBezTo>
                  <a:close/>
                  <a:moveTo>
                    <a:pt x="120131" y="71251"/>
                  </a:moveTo>
                  <a:cubicBezTo>
                    <a:pt x="111185" y="75081"/>
                    <a:pt x="107990" y="85934"/>
                    <a:pt x="111824" y="94233"/>
                  </a:cubicBezTo>
                  <a:cubicBezTo>
                    <a:pt x="111824" y="94233"/>
                    <a:pt x="111824" y="94871"/>
                    <a:pt x="112463" y="94871"/>
                  </a:cubicBezTo>
                  <a:cubicBezTo>
                    <a:pt x="113102" y="96786"/>
                    <a:pt x="113741" y="98702"/>
                    <a:pt x="113741" y="100617"/>
                  </a:cubicBezTo>
                  <a:cubicBezTo>
                    <a:pt x="111824" y="100617"/>
                    <a:pt x="109907" y="101255"/>
                    <a:pt x="107990" y="101255"/>
                  </a:cubicBezTo>
                  <a:cubicBezTo>
                    <a:pt x="103517" y="100617"/>
                    <a:pt x="98405" y="101894"/>
                    <a:pt x="94571" y="103809"/>
                  </a:cubicBezTo>
                  <a:cubicBezTo>
                    <a:pt x="91376" y="107001"/>
                    <a:pt x="88820" y="110831"/>
                    <a:pt x="87542" y="115300"/>
                  </a:cubicBezTo>
                  <a:cubicBezTo>
                    <a:pt x="86903" y="117215"/>
                    <a:pt x="86264" y="119130"/>
                    <a:pt x="84986" y="120407"/>
                  </a:cubicBezTo>
                  <a:cubicBezTo>
                    <a:pt x="83069" y="119769"/>
                    <a:pt x="81791" y="118492"/>
                    <a:pt x="79874" y="117215"/>
                  </a:cubicBezTo>
                  <a:cubicBezTo>
                    <a:pt x="76679" y="114023"/>
                    <a:pt x="72206" y="112108"/>
                    <a:pt x="67733" y="111470"/>
                  </a:cubicBezTo>
                  <a:lnTo>
                    <a:pt x="67733" y="111470"/>
                  </a:lnTo>
                  <a:cubicBezTo>
                    <a:pt x="63260" y="112108"/>
                    <a:pt x="58787" y="114023"/>
                    <a:pt x="54954" y="116577"/>
                  </a:cubicBezTo>
                  <a:cubicBezTo>
                    <a:pt x="53675" y="117854"/>
                    <a:pt x="51759" y="118492"/>
                    <a:pt x="50480" y="119130"/>
                  </a:cubicBezTo>
                  <a:cubicBezTo>
                    <a:pt x="49841" y="117215"/>
                    <a:pt x="49202" y="115938"/>
                    <a:pt x="48564" y="114023"/>
                  </a:cubicBezTo>
                  <a:cubicBezTo>
                    <a:pt x="47285" y="104447"/>
                    <a:pt x="38979" y="98063"/>
                    <a:pt x="29394" y="98702"/>
                  </a:cubicBezTo>
                  <a:cubicBezTo>
                    <a:pt x="28755" y="98702"/>
                    <a:pt x="28755" y="98702"/>
                    <a:pt x="28116" y="98702"/>
                  </a:cubicBezTo>
                  <a:lnTo>
                    <a:pt x="22365" y="98702"/>
                  </a:lnTo>
                  <a:cubicBezTo>
                    <a:pt x="22365" y="96786"/>
                    <a:pt x="23004" y="94871"/>
                    <a:pt x="23643" y="92956"/>
                  </a:cubicBezTo>
                  <a:cubicBezTo>
                    <a:pt x="28116" y="84657"/>
                    <a:pt x="25560" y="73804"/>
                    <a:pt x="16614" y="68697"/>
                  </a:cubicBezTo>
                  <a:cubicBezTo>
                    <a:pt x="16614" y="68697"/>
                    <a:pt x="15975" y="68697"/>
                    <a:pt x="15975" y="68059"/>
                  </a:cubicBezTo>
                  <a:cubicBezTo>
                    <a:pt x="14697" y="66782"/>
                    <a:pt x="13419" y="65505"/>
                    <a:pt x="12141" y="64228"/>
                  </a:cubicBezTo>
                  <a:cubicBezTo>
                    <a:pt x="13419" y="62951"/>
                    <a:pt x="14697" y="61675"/>
                    <a:pt x="16614" y="60398"/>
                  </a:cubicBezTo>
                  <a:cubicBezTo>
                    <a:pt x="20448" y="57844"/>
                    <a:pt x="23643" y="54652"/>
                    <a:pt x="25560" y="50183"/>
                  </a:cubicBezTo>
                  <a:cubicBezTo>
                    <a:pt x="26838" y="45715"/>
                    <a:pt x="26199" y="40607"/>
                    <a:pt x="24282" y="36777"/>
                  </a:cubicBezTo>
                  <a:cubicBezTo>
                    <a:pt x="23643" y="34862"/>
                    <a:pt x="23004" y="32947"/>
                    <a:pt x="23004" y="31031"/>
                  </a:cubicBezTo>
                  <a:cubicBezTo>
                    <a:pt x="24921" y="31031"/>
                    <a:pt x="26838" y="31031"/>
                    <a:pt x="28755" y="31031"/>
                  </a:cubicBezTo>
                  <a:cubicBezTo>
                    <a:pt x="33228" y="31670"/>
                    <a:pt x="38340" y="30393"/>
                    <a:pt x="42174" y="28478"/>
                  </a:cubicBezTo>
                  <a:cubicBezTo>
                    <a:pt x="45369" y="25286"/>
                    <a:pt x="47925" y="21455"/>
                    <a:pt x="49202" y="16987"/>
                  </a:cubicBezTo>
                  <a:cubicBezTo>
                    <a:pt x="49841" y="15071"/>
                    <a:pt x="50480" y="13156"/>
                    <a:pt x="51759" y="11879"/>
                  </a:cubicBezTo>
                  <a:cubicBezTo>
                    <a:pt x="53675" y="12518"/>
                    <a:pt x="54954" y="13795"/>
                    <a:pt x="56870" y="15071"/>
                  </a:cubicBezTo>
                  <a:cubicBezTo>
                    <a:pt x="60065" y="18263"/>
                    <a:pt x="64538" y="20179"/>
                    <a:pt x="69011" y="20817"/>
                  </a:cubicBezTo>
                  <a:cubicBezTo>
                    <a:pt x="73484" y="20179"/>
                    <a:pt x="77957" y="18263"/>
                    <a:pt x="81791" y="15710"/>
                  </a:cubicBezTo>
                  <a:cubicBezTo>
                    <a:pt x="83069" y="14433"/>
                    <a:pt x="84986" y="13795"/>
                    <a:pt x="86264" y="13156"/>
                  </a:cubicBezTo>
                  <a:cubicBezTo>
                    <a:pt x="86903" y="15071"/>
                    <a:pt x="87542" y="16348"/>
                    <a:pt x="88181" y="18263"/>
                  </a:cubicBezTo>
                  <a:cubicBezTo>
                    <a:pt x="89459" y="27839"/>
                    <a:pt x="97766" y="34862"/>
                    <a:pt x="107351" y="33585"/>
                  </a:cubicBezTo>
                  <a:cubicBezTo>
                    <a:pt x="107351" y="33585"/>
                    <a:pt x="107990" y="33585"/>
                    <a:pt x="107990" y="33585"/>
                  </a:cubicBezTo>
                  <a:cubicBezTo>
                    <a:pt x="109907" y="33585"/>
                    <a:pt x="112463" y="33585"/>
                    <a:pt x="113741" y="33585"/>
                  </a:cubicBezTo>
                  <a:cubicBezTo>
                    <a:pt x="113102" y="35500"/>
                    <a:pt x="113102" y="37415"/>
                    <a:pt x="112463" y="38692"/>
                  </a:cubicBezTo>
                  <a:cubicBezTo>
                    <a:pt x="107990" y="46991"/>
                    <a:pt x="110546" y="57844"/>
                    <a:pt x="119492" y="62951"/>
                  </a:cubicBezTo>
                  <a:cubicBezTo>
                    <a:pt x="119492" y="62951"/>
                    <a:pt x="120131" y="62951"/>
                    <a:pt x="120131" y="63590"/>
                  </a:cubicBezTo>
                  <a:cubicBezTo>
                    <a:pt x="121409" y="64867"/>
                    <a:pt x="122687" y="66143"/>
                    <a:pt x="123965" y="67420"/>
                  </a:cubicBezTo>
                  <a:cubicBezTo>
                    <a:pt x="123326" y="69335"/>
                    <a:pt x="122048" y="69974"/>
                    <a:pt x="120131" y="71251"/>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47" name="Graphic 4">
              <a:extLst>
                <a:ext uri="{FF2B5EF4-FFF2-40B4-BE49-F238E27FC236}">
                  <a16:creationId xmlns:a16="http://schemas.microsoft.com/office/drawing/2014/main" id="{66303F28-1A1D-CFBE-9E5A-C387F2F6EB17}"/>
                </a:ext>
              </a:extLst>
            </p:cNvPr>
            <p:cNvSpPr/>
            <p:nvPr/>
          </p:nvSpPr>
          <p:spPr>
            <a:xfrm>
              <a:off x="2769705" y="1505030"/>
              <a:ext cx="51144" cy="50601"/>
            </a:xfrm>
            <a:custGeom>
              <a:avLst/>
              <a:gdLst>
                <a:gd name="connsiteX0" fmla="*/ 17585 w 51144"/>
                <a:gd name="connsiteY0" fmla="*/ 1114 h 50601"/>
                <a:gd name="connsiteX1" fmla="*/ 2888 w 51144"/>
                <a:gd name="connsiteY1" fmla="*/ 13243 h 50601"/>
                <a:gd name="connsiteX2" fmla="*/ 13751 w 51144"/>
                <a:gd name="connsiteY2" fmla="*/ 47717 h 50601"/>
                <a:gd name="connsiteX3" fmla="*/ 48256 w 51144"/>
                <a:gd name="connsiteY3" fmla="*/ 36864 h 50601"/>
                <a:gd name="connsiteX4" fmla="*/ 37393 w 51144"/>
                <a:gd name="connsiteY4" fmla="*/ 2390 h 50601"/>
                <a:gd name="connsiteX5" fmla="*/ 17585 w 51144"/>
                <a:gd name="connsiteY5" fmla="*/ 1114 h 50601"/>
                <a:gd name="connsiteX6" fmla="*/ 28447 w 51144"/>
                <a:gd name="connsiteY6" fmla="*/ 37502 h 50601"/>
                <a:gd name="connsiteX7" fmla="*/ 13751 w 51144"/>
                <a:gd name="connsiteY7" fmla="*/ 26650 h 50601"/>
                <a:gd name="connsiteX8" fmla="*/ 20780 w 51144"/>
                <a:gd name="connsiteY8" fmla="*/ 13243 h 50601"/>
                <a:gd name="connsiteX9" fmla="*/ 24613 w 51144"/>
                <a:gd name="connsiteY9" fmla="*/ 12605 h 50601"/>
                <a:gd name="connsiteX10" fmla="*/ 36755 w 51144"/>
                <a:gd name="connsiteY10" fmla="*/ 26011 h 50601"/>
                <a:gd name="connsiteX11" fmla="*/ 28447 w 51144"/>
                <a:gd name="connsiteY11" fmla="*/ 37502 h 50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1144" h="50601">
                  <a:moveTo>
                    <a:pt x="17585" y="1114"/>
                  </a:moveTo>
                  <a:cubicBezTo>
                    <a:pt x="11195" y="3029"/>
                    <a:pt x="5444" y="7498"/>
                    <a:pt x="2888" y="13243"/>
                  </a:cubicBezTo>
                  <a:cubicBezTo>
                    <a:pt x="-3502" y="26011"/>
                    <a:pt x="971" y="41333"/>
                    <a:pt x="13751" y="47717"/>
                  </a:cubicBezTo>
                  <a:cubicBezTo>
                    <a:pt x="26531" y="54101"/>
                    <a:pt x="41866" y="49632"/>
                    <a:pt x="48256" y="36864"/>
                  </a:cubicBezTo>
                  <a:cubicBezTo>
                    <a:pt x="54646" y="24096"/>
                    <a:pt x="50173" y="8774"/>
                    <a:pt x="37393" y="2390"/>
                  </a:cubicBezTo>
                  <a:cubicBezTo>
                    <a:pt x="31003" y="-163"/>
                    <a:pt x="23975" y="-802"/>
                    <a:pt x="17585" y="1114"/>
                  </a:cubicBezTo>
                  <a:close/>
                  <a:moveTo>
                    <a:pt x="28447" y="37502"/>
                  </a:moveTo>
                  <a:cubicBezTo>
                    <a:pt x="21419" y="38779"/>
                    <a:pt x="15029" y="33672"/>
                    <a:pt x="13751" y="26650"/>
                  </a:cubicBezTo>
                  <a:cubicBezTo>
                    <a:pt x="13112" y="20904"/>
                    <a:pt x="15668" y="15797"/>
                    <a:pt x="20780" y="13243"/>
                  </a:cubicBezTo>
                  <a:cubicBezTo>
                    <a:pt x="22058" y="12605"/>
                    <a:pt x="23336" y="12605"/>
                    <a:pt x="24613" y="12605"/>
                  </a:cubicBezTo>
                  <a:cubicBezTo>
                    <a:pt x="31642" y="13243"/>
                    <a:pt x="36755" y="18989"/>
                    <a:pt x="36755" y="26011"/>
                  </a:cubicBezTo>
                  <a:cubicBezTo>
                    <a:pt x="36755" y="31118"/>
                    <a:pt x="33560" y="35587"/>
                    <a:pt x="28447" y="37502"/>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grpSp>
      <p:grpSp>
        <p:nvGrpSpPr>
          <p:cNvPr id="48" name="Graphic 4">
            <a:extLst>
              <a:ext uri="{FF2B5EF4-FFF2-40B4-BE49-F238E27FC236}">
                <a16:creationId xmlns:a16="http://schemas.microsoft.com/office/drawing/2014/main" id="{C02DF4A0-08F0-C4DF-5081-1D345E024E42}"/>
              </a:ext>
            </a:extLst>
          </p:cNvPr>
          <p:cNvGrpSpPr/>
          <p:nvPr/>
        </p:nvGrpSpPr>
        <p:grpSpPr>
          <a:xfrm>
            <a:off x="5579335" y="2961193"/>
            <a:ext cx="362309" cy="361971"/>
            <a:chOff x="1515054" y="3339623"/>
            <a:chExt cx="362309" cy="361971"/>
          </a:xfrm>
          <a:solidFill>
            <a:schemeClr val="accent6"/>
          </a:solidFill>
        </p:grpSpPr>
        <p:sp>
          <p:nvSpPr>
            <p:cNvPr id="49" name="Graphic 4">
              <a:extLst>
                <a:ext uri="{FF2B5EF4-FFF2-40B4-BE49-F238E27FC236}">
                  <a16:creationId xmlns:a16="http://schemas.microsoft.com/office/drawing/2014/main" id="{7BD36D95-07E0-CB8E-55CB-53E2201A9F76}"/>
                </a:ext>
              </a:extLst>
            </p:cNvPr>
            <p:cNvSpPr/>
            <p:nvPr/>
          </p:nvSpPr>
          <p:spPr>
            <a:xfrm>
              <a:off x="1515054" y="3339623"/>
              <a:ext cx="362309" cy="361971"/>
            </a:xfrm>
            <a:custGeom>
              <a:avLst/>
              <a:gdLst>
                <a:gd name="connsiteX0" fmla="*/ 180835 w 362309"/>
                <a:gd name="connsiteY0" fmla="*/ 0 h 361971"/>
                <a:gd name="connsiteX1" fmla="*/ 0 w 362309"/>
                <a:gd name="connsiteY1" fmla="*/ 180667 h 361971"/>
                <a:gd name="connsiteX2" fmla="*/ 180835 w 362309"/>
                <a:gd name="connsiteY2" fmla="*/ 361972 h 361971"/>
                <a:gd name="connsiteX3" fmla="*/ 362309 w 362309"/>
                <a:gd name="connsiteY3" fmla="*/ 180667 h 361971"/>
                <a:gd name="connsiteX4" fmla="*/ 362309 w 362309"/>
                <a:gd name="connsiteY4" fmla="*/ 180667 h 361971"/>
                <a:gd name="connsiteX5" fmla="*/ 180835 w 362309"/>
                <a:gd name="connsiteY5" fmla="*/ 0 h 361971"/>
                <a:gd name="connsiteX6" fmla="*/ 180835 w 362309"/>
                <a:gd name="connsiteY6" fmla="*/ 349204 h 361971"/>
                <a:gd name="connsiteX7" fmla="*/ 12780 w 362309"/>
                <a:gd name="connsiteY7" fmla="*/ 180667 h 361971"/>
                <a:gd name="connsiteX8" fmla="*/ 180835 w 362309"/>
                <a:gd name="connsiteY8" fmla="*/ 12768 h 361971"/>
                <a:gd name="connsiteX9" fmla="*/ 349529 w 362309"/>
                <a:gd name="connsiteY9" fmla="*/ 181305 h 361971"/>
                <a:gd name="connsiteX10" fmla="*/ 349529 w 362309"/>
                <a:gd name="connsiteY10" fmla="*/ 181305 h 361971"/>
                <a:gd name="connsiteX11" fmla="*/ 180835 w 362309"/>
                <a:gd name="connsiteY11" fmla="*/ 349204 h 361971"/>
                <a:gd name="connsiteX12" fmla="*/ 180835 w 362309"/>
                <a:gd name="connsiteY12" fmla="*/ 349204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2309" h="361971">
                  <a:moveTo>
                    <a:pt x="180835" y="0"/>
                  </a:moveTo>
                  <a:cubicBezTo>
                    <a:pt x="80513" y="0"/>
                    <a:pt x="0" y="81077"/>
                    <a:pt x="0" y="180667"/>
                  </a:cubicBezTo>
                  <a:cubicBezTo>
                    <a:pt x="0" y="280895"/>
                    <a:pt x="81152" y="361972"/>
                    <a:pt x="180835" y="361972"/>
                  </a:cubicBezTo>
                  <a:cubicBezTo>
                    <a:pt x="280518" y="361972"/>
                    <a:pt x="362309" y="280895"/>
                    <a:pt x="362309" y="180667"/>
                  </a:cubicBezTo>
                  <a:lnTo>
                    <a:pt x="362309" y="180667"/>
                  </a:lnTo>
                  <a:cubicBezTo>
                    <a:pt x="361670" y="81077"/>
                    <a:pt x="280518" y="0"/>
                    <a:pt x="180835" y="0"/>
                  </a:cubicBezTo>
                  <a:close/>
                  <a:moveTo>
                    <a:pt x="180835" y="349204"/>
                  </a:moveTo>
                  <a:cubicBezTo>
                    <a:pt x="87542" y="349204"/>
                    <a:pt x="12780" y="273873"/>
                    <a:pt x="12780" y="180667"/>
                  </a:cubicBezTo>
                  <a:cubicBezTo>
                    <a:pt x="12780" y="87461"/>
                    <a:pt x="88181" y="12768"/>
                    <a:pt x="180835" y="12768"/>
                  </a:cubicBezTo>
                  <a:cubicBezTo>
                    <a:pt x="274128" y="12768"/>
                    <a:pt x="349529" y="88099"/>
                    <a:pt x="349529" y="181305"/>
                  </a:cubicBezTo>
                  <a:lnTo>
                    <a:pt x="349529" y="181305"/>
                  </a:lnTo>
                  <a:cubicBezTo>
                    <a:pt x="348891" y="273873"/>
                    <a:pt x="273489" y="349204"/>
                    <a:pt x="180835" y="349204"/>
                  </a:cubicBezTo>
                  <a:lnTo>
                    <a:pt x="180835" y="349204"/>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50" name="Graphic 4">
              <a:extLst>
                <a:ext uri="{FF2B5EF4-FFF2-40B4-BE49-F238E27FC236}">
                  <a16:creationId xmlns:a16="http://schemas.microsoft.com/office/drawing/2014/main" id="{DDB36494-51A1-8B86-676A-64B6496F91BE}"/>
                </a:ext>
              </a:extLst>
            </p:cNvPr>
            <p:cNvSpPr/>
            <p:nvPr/>
          </p:nvSpPr>
          <p:spPr>
            <a:xfrm>
              <a:off x="1655387" y="3442979"/>
              <a:ext cx="81466" cy="93909"/>
            </a:xfrm>
            <a:custGeom>
              <a:avLst/>
              <a:gdLst>
                <a:gd name="connsiteX0" fmla="*/ 9191 w 81466"/>
                <a:gd name="connsiteY0" fmla="*/ 65819 h 93909"/>
                <a:gd name="connsiteX1" fmla="*/ 16859 w 81466"/>
                <a:gd name="connsiteY1" fmla="*/ 87525 h 93909"/>
                <a:gd name="connsiteX2" fmla="*/ 23249 w 81466"/>
                <a:gd name="connsiteY2" fmla="*/ 93909 h 93909"/>
                <a:gd name="connsiteX3" fmla="*/ 57754 w 81466"/>
                <a:gd name="connsiteY3" fmla="*/ 93909 h 93909"/>
                <a:gd name="connsiteX4" fmla="*/ 64144 w 81466"/>
                <a:gd name="connsiteY4" fmla="*/ 87525 h 93909"/>
                <a:gd name="connsiteX5" fmla="*/ 71812 w 81466"/>
                <a:gd name="connsiteY5" fmla="*/ 65819 h 93909"/>
                <a:gd name="connsiteX6" fmla="*/ 81397 w 81466"/>
                <a:gd name="connsiteY6" fmla="*/ 39007 h 93909"/>
                <a:gd name="connsiteX7" fmla="*/ 39224 w 81466"/>
                <a:gd name="connsiteY7" fmla="*/ 64 h 93909"/>
                <a:gd name="connsiteX8" fmla="*/ 245 w 81466"/>
                <a:gd name="connsiteY8" fmla="*/ 39007 h 93909"/>
                <a:gd name="connsiteX9" fmla="*/ 9191 w 81466"/>
                <a:gd name="connsiteY9" fmla="*/ 65819 h 93909"/>
                <a:gd name="connsiteX10" fmla="*/ 40501 w 81466"/>
                <a:gd name="connsiteY10" fmla="*/ 11555 h 93909"/>
                <a:gd name="connsiteX11" fmla="*/ 68617 w 81466"/>
                <a:gd name="connsiteY11" fmla="*/ 37730 h 93909"/>
                <a:gd name="connsiteX12" fmla="*/ 68617 w 81466"/>
                <a:gd name="connsiteY12" fmla="*/ 39007 h 93909"/>
                <a:gd name="connsiteX13" fmla="*/ 61588 w 81466"/>
                <a:gd name="connsiteY13" fmla="*/ 58158 h 93909"/>
                <a:gd name="connsiteX14" fmla="*/ 51364 w 81466"/>
                <a:gd name="connsiteY14" fmla="*/ 81141 h 93909"/>
                <a:gd name="connsiteX15" fmla="*/ 29000 w 81466"/>
                <a:gd name="connsiteY15" fmla="*/ 81141 h 93909"/>
                <a:gd name="connsiteX16" fmla="*/ 18776 w 81466"/>
                <a:gd name="connsiteY16" fmla="*/ 58158 h 93909"/>
                <a:gd name="connsiteX17" fmla="*/ 11747 w 81466"/>
                <a:gd name="connsiteY17" fmla="*/ 39007 h 93909"/>
                <a:gd name="connsiteX18" fmla="*/ 38585 w 81466"/>
                <a:gd name="connsiteY18" fmla="*/ 12194 h 93909"/>
                <a:gd name="connsiteX19" fmla="*/ 40501 w 81466"/>
                <a:gd name="connsiteY19" fmla="*/ 11555 h 93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1466" h="93909">
                  <a:moveTo>
                    <a:pt x="9191" y="65819"/>
                  </a:moveTo>
                  <a:cubicBezTo>
                    <a:pt x="14303" y="71565"/>
                    <a:pt x="17498" y="79864"/>
                    <a:pt x="16859" y="87525"/>
                  </a:cubicBezTo>
                  <a:cubicBezTo>
                    <a:pt x="16859" y="91355"/>
                    <a:pt x="19415" y="93909"/>
                    <a:pt x="23249" y="93909"/>
                  </a:cubicBezTo>
                  <a:lnTo>
                    <a:pt x="57754" y="93909"/>
                  </a:lnTo>
                  <a:cubicBezTo>
                    <a:pt x="61588" y="93909"/>
                    <a:pt x="64144" y="91355"/>
                    <a:pt x="64144" y="87525"/>
                  </a:cubicBezTo>
                  <a:cubicBezTo>
                    <a:pt x="63505" y="79226"/>
                    <a:pt x="66700" y="71565"/>
                    <a:pt x="71812" y="65819"/>
                  </a:cubicBezTo>
                  <a:cubicBezTo>
                    <a:pt x="78202" y="58158"/>
                    <a:pt x="82036" y="48583"/>
                    <a:pt x="81397" y="39007"/>
                  </a:cubicBezTo>
                  <a:cubicBezTo>
                    <a:pt x="80758" y="16663"/>
                    <a:pt x="61588" y="-1212"/>
                    <a:pt x="39224" y="64"/>
                  </a:cubicBezTo>
                  <a:cubicBezTo>
                    <a:pt x="18137" y="703"/>
                    <a:pt x="884" y="17939"/>
                    <a:pt x="245" y="39007"/>
                  </a:cubicBezTo>
                  <a:cubicBezTo>
                    <a:pt x="-1033" y="48583"/>
                    <a:pt x="2801" y="58158"/>
                    <a:pt x="9191" y="65819"/>
                  </a:cubicBezTo>
                  <a:close/>
                  <a:moveTo>
                    <a:pt x="40501" y="11555"/>
                  </a:moveTo>
                  <a:cubicBezTo>
                    <a:pt x="55198" y="10917"/>
                    <a:pt x="67978" y="22408"/>
                    <a:pt x="68617" y="37730"/>
                  </a:cubicBezTo>
                  <a:cubicBezTo>
                    <a:pt x="68617" y="38368"/>
                    <a:pt x="68617" y="38368"/>
                    <a:pt x="68617" y="39007"/>
                  </a:cubicBezTo>
                  <a:cubicBezTo>
                    <a:pt x="69256" y="46029"/>
                    <a:pt x="66700" y="53051"/>
                    <a:pt x="61588" y="58158"/>
                  </a:cubicBezTo>
                  <a:cubicBezTo>
                    <a:pt x="55837" y="64542"/>
                    <a:pt x="52642" y="72842"/>
                    <a:pt x="51364" y="81141"/>
                  </a:cubicBezTo>
                  <a:lnTo>
                    <a:pt x="29000" y="81141"/>
                  </a:lnTo>
                  <a:cubicBezTo>
                    <a:pt x="28361" y="72842"/>
                    <a:pt x="24527" y="64542"/>
                    <a:pt x="18776" y="58158"/>
                  </a:cubicBezTo>
                  <a:cubicBezTo>
                    <a:pt x="13664" y="53051"/>
                    <a:pt x="11747" y="46029"/>
                    <a:pt x="11747" y="39007"/>
                  </a:cubicBezTo>
                  <a:cubicBezTo>
                    <a:pt x="11747" y="24323"/>
                    <a:pt x="23888" y="12194"/>
                    <a:pt x="38585" y="12194"/>
                  </a:cubicBezTo>
                  <a:cubicBezTo>
                    <a:pt x="39862" y="11555"/>
                    <a:pt x="39862" y="11555"/>
                    <a:pt x="40501" y="11555"/>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51" name="Graphic 4">
              <a:extLst>
                <a:ext uri="{FF2B5EF4-FFF2-40B4-BE49-F238E27FC236}">
                  <a16:creationId xmlns:a16="http://schemas.microsoft.com/office/drawing/2014/main" id="{F3E86252-1B8F-3D55-2C34-296DBE405A5D}"/>
                </a:ext>
              </a:extLst>
            </p:cNvPr>
            <p:cNvSpPr/>
            <p:nvPr/>
          </p:nvSpPr>
          <p:spPr>
            <a:xfrm>
              <a:off x="1672885" y="3542634"/>
              <a:ext cx="45368" cy="12767"/>
            </a:xfrm>
            <a:custGeom>
              <a:avLst/>
              <a:gdLst>
                <a:gd name="connsiteX0" fmla="*/ 38979 w 45368"/>
                <a:gd name="connsiteY0" fmla="*/ 0 h 12767"/>
                <a:gd name="connsiteX1" fmla="*/ 6390 w 45368"/>
                <a:gd name="connsiteY1" fmla="*/ 0 h 12767"/>
                <a:gd name="connsiteX2" fmla="*/ 0 w 45368"/>
                <a:gd name="connsiteY2" fmla="*/ 6384 h 12767"/>
                <a:gd name="connsiteX3" fmla="*/ 6390 w 45368"/>
                <a:gd name="connsiteY3" fmla="*/ 12768 h 12767"/>
                <a:gd name="connsiteX4" fmla="*/ 38979 w 45368"/>
                <a:gd name="connsiteY4" fmla="*/ 12768 h 12767"/>
                <a:gd name="connsiteX5" fmla="*/ 45369 w 45368"/>
                <a:gd name="connsiteY5" fmla="*/ 6384 h 12767"/>
                <a:gd name="connsiteX6" fmla="*/ 38979 w 45368"/>
                <a:gd name="connsiteY6" fmla="*/ 0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368" h="12767">
                  <a:moveTo>
                    <a:pt x="38979" y="0"/>
                  </a:moveTo>
                  <a:lnTo>
                    <a:pt x="6390" y="0"/>
                  </a:lnTo>
                  <a:cubicBezTo>
                    <a:pt x="2556" y="0"/>
                    <a:pt x="0" y="2554"/>
                    <a:pt x="0" y="6384"/>
                  </a:cubicBezTo>
                  <a:cubicBezTo>
                    <a:pt x="0" y="10215"/>
                    <a:pt x="2556" y="12768"/>
                    <a:pt x="6390" y="12768"/>
                  </a:cubicBezTo>
                  <a:lnTo>
                    <a:pt x="38979" y="12768"/>
                  </a:lnTo>
                  <a:cubicBezTo>
                    <a:pt x="42813" y="12768"/>
                    <a:pt x="45369" y="10215"/>
                    <a:pt x="45369" y="6384"/>
                  </a:cubicBezTo>
                  <a:cubicBezTo>
                    <a:pt x="45369" y="2554"/>
                    <a:pt x="42813" y="0"/>
                    <a:pt x="38979" y="0"/>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52" name="Graphic 4">
              <a:extLst>
                <a:ext uri="{FF2B5EF4-FFF2-40B4-BE49-F238E27FC236}">
                  <a16:creationId xmlns:a16="http://schemas.microsoft.com/office/drawing/2014/main" id="{51FD8862-2580-C2D0-1562-1D3CEFC8653B}"/>
                </a:ext>
              </a:extLst>
            </p:cNvPr>
            <p:cNvSpPr/>
            <p:nvPr/>
          </p:nvSpPr>
          <p:spPr>
            <a:xfrm>
              <a:off x="1689499" y="3399633"/>
              <a:ext cx="12779" cy="26812"/>
            </a:xfrm>
            <a:custGeom>
              <a:avLst/>
              <a:gdLst>
                <a:gd name="connsiteX0" fmla="*/ 6390 w 12779"/>
                <a:gd name="connsiteY0" fmla="*/ 26812 h 26812"/>
                <a:gd name="connsiteX1" fmla="*/ 12780 w 12779"/>
                <a:gd name="connsiteY1" fmla="*/ 20428 h 26812"/>
                <a:gd name="connsiteX2" fmla="*/ 12780 w 12779"/>
                <a:gd name="connsiteY2" fmla="*/ 6384 h 26812"/>
                <a:gd name="connsiteX3" fmla="*/ 6390 w 12779"/>
                <a:gd name="connsiteY3" fmla="*/ 0 h 26812"/>
                <a:gd name="connsiteX4" fmla="*/ 0 w 12779"/>
                <a:gd name="connsiteY4" fmla="*/ 6384 h 26812"/>
                <a:gd name="connsiteX5" fmla="*/ 0 w 12779"/>
                <a:gd name="connsiteY5" fmla="*/ 20428 h 26812"/>
                <a:gd name="connsiteX6" fmla="*/ 6390 w 12779"/>
                <a:gd name="connsiteY6" fmla="*/ 26812 h 268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779" h="26812">
                  <a:moveTo>
                    <a:pt x="6390" y="26812"/>
                  </a:moveTo>
                  <a:cubicBezTo>
                    <a:pt x="10224" y="26812"/>
                    <a:pt x="12780" y="24259"/>
                    <a:pt x="12780" y="20428"/>
                  </a:cubicBezTo>
                  <a:lnTo>
                    <a:pt x="12780" y="6384"/>
                  </a:lnTo>
                  <a:cubicBezTo>
                    <a:pt x="12780" y="2553"/>
                    <a:pt x="10224" y="0"/>
                    <a:pt x="6390" y="0"/>
                  </a:cubicBezTo>
                  <a:cubicBezTo>
                    <a:pt x="2556" y="0"/>
                    <a:pt x="0" y="2553"/>
                    <a:pt x="0" y="6384"/>
                  </a:cubicBezTo>
                  <a:lnTo>
                    <a:pt x="0" y="20428"/>
                  </a:lnTo>
                  <a:cubicBezTo>
                    <a:pt x="0" y="24259"/>
                    <a:pt x="2556" y="26812"/>
                    <a:pt x="6390" y="26812"/>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53" name="Graphic 4">
              <a:extLst>
                <a:ext uri="{FF2B5EF4-FFF2-40B4-BE49-F238E27FC236}">
                  <a16:creationId xmlns:a16="http://schemas.microsoft.com/office/drawing/2014/main" id="{8D018EFE-533E-B430-EB2F-761537356FC0}"/>
                </a:ext>
              </a:extLst>
            </p:cNvPr>
            <p:cNvSpPr/>
            <p:nvPr/>
          </p:nvSpPr>
          <p:spPr>
            <a:xfrm>
              <a:off x="1628994" y="3431752"/>
              <a:ext cx="25999" cy="21505"/>
            </a:xfrm>
            <a:custGeom>
              <a:avLst/>
              <a:gdLst>
                <a:gd name="connsiteX0" fmla="*/ 16414 w 25999"/>
                <a:gd name="connsiteY0" fmla="*/ 20229 h 21505"/>
                <a:gd name="connsiteX1" fmla="*/ 19609 w 25999"/>
                <a:gd name="connsiteY1" fmla="*/ 21506 h 21505"/>
                <a:gd name="connsiteX2" fmla="*/ 25999 w 25999"/>
                <a:gd name="connsiteY2" fmla="*/ 15122 h 21505"/>
                <a:gd name="connsiteX3" fmla="*/ 22804 w 25999"/>
                <a:gd name="connsiteY3" fmla="*/ 9377 h 21505"/>
                <a:gd name="connsiteX4" fmla="*/ 10024 w 25999"/>
                <a:gd name="connsiteY4" fmla="*/ 1077 h 21505"/>
                <a:gd name="connsiteX5" fmla="*/ 1078 w 25999"/>
                <a:gd name="connsiteY5" fmla="*/ 2993 h 21505"/>
                <a:gd name="connsiteX6" fmla="*/ 2995 w 25999"/>
                <a:gd name="connsiteY6" fmla="*/ 11930 h 21505"/>
                <a:gd name="connsiteX7" fmla="*/ 2995 w 25999"/>
                <a:gd name="connsiteY7" fmla="*/ 11930 h 21505"/>
                <a:gd name="connsiteX8" fmla="*/ 16414 w 25999"/>
                <a:gd name="connsiteY8" fmla="*/ 20229 h 215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999" h="21505">
                  <a:moveTo>
                    <a:pt x="16414" y="20229"/>
                  </a:moveTo>
                  <a:cubicBezTo>
                    <a:pt x="17692" y="20868"/>
                    <a:pt x="18970" y="21506"/>
                    <a:pt x="19609" y="21506"/>
                  </a:cubicBezTo>
                  <a:cubicBezTo>
                    <a:pt x="23443" y="21506"/>
                    <a:pt x="25999" y="18953"/>
                    <a:pt x="25999" y="15122"/>
                  </a:cubicBezTo>
                  <a:cubicBezTo>
                    <a:pt x="25999" y="13207"/>
                    <a:pt x="24721" y="10653"/>
                    <a:pt x="22804" y="9377"/>
                  </a:cubicBezTo>
                  <a:lnTo>
                    <a:pt x="10024" y="1077"/>
                  </a:lnTo>
                  <a:cubicBezTo>
                    <a:pt x="6829" y="-838"/>
                    <a:pt x="2995" y="-199"/>
                    <a:pt x="1078" y="2993"/>
                  </a:cubicBezTo>
                  <a:cubicBezTo>
                    <a:pt x="-839" y="6185"/>
                    <a:pt x="-200" y="10015"/>
                    <a:pt x="2995" y="11930"/>
                  </a:cubicBezTo>
                  <a:lnTo>
                    <a:pt x="2995" y="11930"/>
                  </a:lnTo>
                  <a:lnTo>
                    <a:pt x="16414" y="20229"/>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54" name="Graphic 4">
              <a:extLst>
                <a:ext uri="{FF2B5EF4-FFF2-40B4-BE49-F238E27FC236}">
                  <a16:creationId xmlns:a16="http://schemas.microsoft.com/office/drawing/2014/main" id="{F495EAEA-DEBF-A59B-0060-A51DF9511640}"/>
                </a:ext>
              </a:extLst>
            </p:cNvPr>
            <p:cNvSpPr/>
            <p:nvPr/>
          </p:nvSpPr>
          <p:spPr>
            <a:xfrm>
              <a:off x="1617932" y="3490924"/>
              <a:ext cx="28115" cy="12767"/>
            </a:xfrm>
            <a:custGeom>
              <a:avLst/>
              <a:gdLst>
                <a:gd name="connsiteX0" fmla="*/ 21726 w 28115"/>
                <a:gd name="connsiteY0" fmla="*/ 12768 h 12767"/>
                <a:gd name="connsiteX1" fmla="*/ 28116 w 28115"/>
                <a:gd name="connsiteY1" fmla="*/ 6384 h 12767"/>
                <a:gd name="connsiteX2" fmla="*/ 21726 w 28115"/>
                <a:gd name="connsiteY2" fmla="*/ 0 h 12767"/>
                <a:gd name="connsiteX3" fmla="*/ 6390 w 28115"/>
                <a:gd name="connsiteY3" fmla="*/ 0 h 12767"/>
                <a:gd name="connsiteX4" fmla="*/ 0 w 28115"/>
                <a:gd name="connsiteY4" fmla="*/ 6384 h 12767"/>
                <a:gd name="connsiteX5" fmla="*/ 6390 w 28115"/>
                <a:gd name="connsiteY5" fmla="*/ 12768 h 12767"/>
                <a:gd name="connsiteX6" fmla="*/ 21726 w 28115"/>
                <a:gd name="connsiteY6" fmla="*/ 12768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115" h="12767">
                  <a:moveTo>
                    <a:pt x="21726" y="12768"/>
                  </a:moveTo>
                  <a:cubicBezTo>
                    <a:pt x="25560" y="12768"/>
                    <a:pt x="28116" y="10214"/>
                    <a:pt x="28116" y="6384"/>
                  </a:cubicBezTo>
                  <a:cubicBezTo>
                    <a:pt x="28116" y="2553"/>
                    <a:pt x="25560" y="0"/>
                    <a:pt x="21726" y="0"/>
                  </a:cubicBezTo>
                  <a:lnTo>
                    <a:pt x="6390" y="0"/>
                  </a:lnTo>
                  <a:cubicBezTo>
                    <a:pt x="2556" y="0"/>
                    <a:pt x="0" y="2553"/>
                    <a:pt x="0" y="6384"/>
                  </a:cubicBezTo>
                  <a:cubicBezTo>
                    <a:pt x="0" y="10214"/>
                    <a:pt x="2556" y="12768"/>
                    <a:pt x="6390" y="12768"/>
                  </a:cubicBezTo>
                  <a:lnTo>
                    <a:pt x="21726" y="12768"/>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55" name="Graphic 4">
              <a:extLst>
                <a:ext uri="{FF2B5EF4-FFF2-40B4-BE49-F238E27FC236}">
                  <a16:creationId xmlns:a16="http://schemas.microsoft.com/office/drawing/2014/main" id="{771A5087-EC3D-B91B-FB19-0775116291A1}"/>
                </a:ext>
              </a:extLst>
            </p:cNvPr>
            <p:cNvSpPr/>
            <p:nvPr/>
          </p:nvSpPr>
          <p:spPr>
            <a:xfrm>
              <a:off x="1735706" y="3431752"/>
              <a:ext cx="25799" cy="21505"/>
            </a:xfrm>
            <a:custGeom>
              <a:avLst/>
              <a:gdLst>
                <a:gd name="connsiteX0" fmla="*/ 6829 w 25799"/>
                <a:gd name="connsiteY0" fmla="*/ 21506 h 21505"/>
                <a:gd name="connsiteX1" fmla="*/ 10024 w 25799"/>
                <a:gd name="connsiteY1" fmla="*/ 20229 h 21505"/>
                <a:gd name="connsiteX2" fmla="*/ 22804 w 25799"/>
                <a:gd name="connsiteY2" fmla="*/ 11930 h 21505"/>
                <a:gd name="connsiteX3" fmla="*/ 24721 w 25799"/>
                <a:gd name="connsiteY3" fmla="*/ 2993 h 21505"/>
                <a:gd name="connsiteX4" fmla="*/ 15775 w 25799"/>
                <a:gd name="connsiteY4" fmla="*/ 1077 h 21505"/>
                <a:gd name="connsiteX5" fmla="*/ 2995 w 25799"/>
                <a:gd name="connsiteY5" fmla="*/ 9377 h 21505"/>
                <a:gd name="connsiteX6" fmla="*/ 1078 w 25799"/>
                <a:gd name="connsiteY6" fmla="*/ 18314 h 21505"/>
                <a:gd name="connsiteX7" fmla="*/ 6829 w 25799"/>
                <a:gd name="connsiteY7" fmla="*/ 21506 h 21505"/>
                <a:gd name="connsiteX8" fmla="*/ 6829 w 25799"/>
                <a:gd name="connsiteY8" fmla="*/ 21506 h 215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799" h="21505">
                  <a:moveTo>
                    <a:pt x="6829" y="21506"/>
                  </a:moveTo>
                  <a:cubicBezTo>
                    <a:pt x="8107" y="21506"/>
                    <a:pt x="9385" y="20868"/>
                    <a:pt x="10024" y="20229"/>
                  </a:cubicBezTo>
                  <a:lnTo>
                    <a:pt x="22804" y="11930"/>
                  </a:lnTo>
                  <a:cubicBezTo>
                    <a:pt x="25999" y="10015"/>
                    <a:pt x="26638" y="6185"/>
                    <a:pt x="24721" y="2993"/>
                  </a:cubicBezTo>
                  <a:cubicBezTo>
                    <a:pt x="22804" y="-199"/>
                    <a:pt x="18970" y="-838"/>
                    <a:pt x="15775" y="1077"/>
                  </a:cubicBezTo>
                  <a:lnTo>
                    <a:pt x="2995" y="9377"/>
                  </a:lnTo>
                  <a:cubicBezTo>
                    <a:pt x="-200" y="11292"/>
                    <a:pt x="-839" y="15122"/>
                    <a:pt x="1078" y="18314"/>
                  </a:cubicBezTo>
                  <a:cubicBezTo>
                    <a:pt x="2356" y="20229"/>
                    <a:pt x="4912" y="21506"/>
                    <a:pt x="6829" y="21506"/>
                  </a:cubicBezTo>
                  <a:lnTo>
                    <a:pt x="6829" y="21506"/>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56" name="Graphic 4">
              <a:extLst>
                <a:ext uri="{FF2B5EF4-FFF2-40B4-BE49-F238E27FC236}">
                  <a16:creationId xmlns:a16="http://schemas.microsoft.com/office/drawing/2014/main" id="{2BD9B0B5-8847-2863-8B42-CA75966CF180}"/>
                </a:ext>
              </a:extLst>
            </p:cNvPr>
            <p:cNvSpPr/>
            <p:nvPr/>
          </p:nvSpPr>
          <p:spPr>
            <a:xfrm>
              <a:off x="1745091" y="3490924"/>
              <a:ext cx="28115" cy="12767"/>
            </a:xfrm>
            <a:custGeom>
              <a:avLst/>
              <a:gdLst>
                <a:gd name="connsiteX0" fmla="*/ 21726 w 28115"/>
                <a:gd name="connsiteY0" fmla="*/ 0 h 12767"/>
                <a:gd name="connsiteX1" fmla="*/ 6390 w 28115"/>
                <a:gd name="connsiteY1" fmla="*/ 0 h 12767"/>
                <a:gd name="connsiteX2" fmla="*/ 0 w 28115"/>
                <a:gd name="connsiteY2" fmla="*/ 6384 h 12767"/>
                <a:gd name="connsiteX3" fmla="*/ 6390 w 28115"/>
                <a:gd name="connsiteY3" fmla="*/ 12768 h 12767"/>
                <a:gd name="connsiteX4" fmla="*/ 21726 w 28115"/>
                <a:gd name="connsiteY4" fmla="*/ 12768 h 12767"/>
                <a:gd name="connsiteX5" fmla="*/ 28116 w 28115"/>
                <a:gd name="connsiteY5" fmla="*/ 6384 h 12767"/>
                <a:gd name="connsiteX6" fmla="*/ 21726 w 28115"/>
                <a:gd name="connsiteY6" fmla="*/ 0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115" h="12767">
                  <a:moveTo>
                    <a:pt x="21726" y="0"/>
                  </a:moveTo>
                  <a:lnTo>
                    <a:pt x="6390" y="0"/>
                  </a:lnTo>
                  <a:cubicBezTo>
                    <a:pt x="2556" y="0"/>
                    <a:pt x="0" y="2553"/>
                    <a:pt x="0" y="6384"/>
                  </a:cubicBezTo>
                  <a:cubicBezTo>
                    <a:pt x="0" y="10214"/>
                    <a:pt x="2556" y="12768"/>
                    <a:pt x="6390" y="12768"/>
                  </a:cubicBezTo>
                  <a:lnTo>
                    <a:pt x="21726" y="12768"/>
                  </a:lnTo>
                  <a:cubicBezTo>
                    <a:pt x="25560" y="12768"/>
                    <a:pt x="28116" y="10214"/>
                    <a:pt x="28116" y="6384"/>
                  </a:cubicBezTo>
                  <a:cubicBezTo>
                    <a:pt x="28116" y="2553"/>
                    <a:pt x="25560" y="0"/>
                    <a:pt x="21726" y="0"/>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57" name="Graphic 4">
              <a:extLst>
                <a:ext uri="{FF2B5EF4-FFF2-40B4-BE49-F238E27FC236}">
                  <a16:creationId xmlns:a16="http://schemas.microsoft.com/office/drawing/2014/main" id="{E8A49D33-B442-750F-E92C-5BDE5273C37B}"/>
                </a:ext>
              </a:extLst>
            </p:cNvPr>
            <p:cNvSpPr/>
            <p:nvPr/>
          </p:nvSpPr>
          <p:spPr>
            <a:xfrm>
              <a:off x="1620488" y="3563701"/>
              <a:ext cx="150802" cy="77884"/>
            </a:xfrm>
            <a:custGeom>
              <a:avLst/>
              <a:gdLst>
                <a:gd name="connsiteX0" fmla="*/ 94571 w 150802"/>
                <a:gd name="connsiteY0" fmla="*/ 0 h 77884"/>
                <a:gd name="connsiteX1" fmla="*/ 56231 w 150802"/>
                <a:gd name="connsiteY1" fmla="*/ 0 h 77884"/>
                <a:gd name="connsiteX2" fmla="*/ 0 w 150802"/>
                <a:gd name="connsiteY2" fmla="*/ 60010 h 77884"/>
                <a:gd name="connsiteX3" fmla="*/ 0 w 150802"/>
                <a:gd name="connsiteY3" fmla="*/ 71501 h 77884"/>
                <a:gd name="connsiteX4" fmla="*/ 6390 w 150802"/>
                <a:gd name="connsiteY4" fmla="*/ 77885 h 77884"/>
                <a:gd name="connsiteX5" fmla="*/ 12780 w 150802"/>
                <a:gd name="connsiteY5" fmla="*/ 71501 h 77884"/>
                <a:gd name="connsiteX6" fmla="*/ 12780 w 150802"/>
                <a:gd name="connsiteY6" fmla="*/ 60010 h 77884"/>
                <a:gd name="connsiteX7" fmla="*/ 56231 w 150802"/>
                <a:gd name="connsiteY7" fmla="*/ 12768 h 77884"/>
                <a:gd name="connsiteX8" fmla="*/ 94571 w 150802"/>
                <a:gd name="connsiteY8" fmla="*/ 12768 h 77884"/>
                <a:gd name="connsiteX9" fmla="*/ 138023 w 150802"/>
                <a:gd name="connsiteY9" fmla="*/ 60010 h 77884"/>
                <a:gd name="connsiteX10" fmla="*/ 138023 w 150802"/>
                <a:gd name="connsiteY10" fmla="*/ 71501 h 77884"/>
                <a:gd name="connsiteX11" fmla="*/ 144413 w 150802"/>
                <a:gd name="connsiteY11" fmla="*/ 77885 h 77884"/>
                <a:gd name="connsiteX12" fmla="*/ 150803 w 150802"/>
                <a:gd name="connsiteY12" fmla="*/ 71501 h 77884"/>
                <a:gd name="connsiteX13" fmla="*/ 150803 w 150802"/>
                <a:gd name="connsiteY13" fmla="*/ 60010 h 77884"/>
                <a:gd name="connsiteX14" fmla="*/ 94571 w 150802"/>
                <a:gd name="connsiteY14" fmla="*/ 0 h 77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50802" h="77884">
                  <a:moveTo>
                    <a:pt x="94571" y="0"/>
                  </a:moveTo>
                  <a:lnTo>
                    <a:pt x="56231" y="0"/>
                  </a:lnTo>
                  <a:cubicBezTo>
                    <a:pt x="24921" y="0"/>
                    <a:pt x="0" y="26813"/>
                    <a:pt x="0" y="60010"/>
                  </a:cubicBezTo>
                  <a:lnTo>
                    <a:pt x="0" y="71501"/>
                  </a:lnTo>
                  <a:cubicBezTo>
                    <a:pt x="0" y="75331"/>
                    <a:pt x="2556" y="77885"/>
                    <a:pt x="6390" y="77885"/>
                  </a:cubicBezTo>
                  <a:cubicBezTo>
                    <a:pt x="10224" y="77885"/>
                    <a:pt x="12780" y="75331"/>
                    <a:pt x="12780" y="71501"/>
                  </a:cubicBezTo>
                  <a:lnTo>
                    <a:pt x="12780" y="60010"/>
                  </a:lnTo>
                  <a:cubicBezTo>
                    <a:pt x="12780" y="33835"/>
                    <a:pt x="31950" y="12768"/>
                    <a:pt x="56231" y="12768"/>
                  </a:cubicBezTo>
                  <a:lnTo>
                    <a:pt x="94571" y="12768"/>
                  </a:lnTo>
                  <a:cubicBezTo>
                    <a:pt x="118853" y="12768"/>
                    <a:pt x="138023" y="33835"/>
                    <a:pt x="138023" y="60010"/>
                  </a:cubicBezTo>
                  <a:lnTo>
                    <a:pt x="138023" y="71501"/>
                  </a:lnTo>
                  <a:cubicBezTo>
                    <a:pt x="138023" y="75331"/>
                    <a:pt x="140579" y="77885"/>
                    <a:pt x="144413" y="77885"/>
                  </a:cubicBezTo>
                  <a:cubicBezTo>
                    <a:pt x="148246" y="77885"/>
                    <a:pt x="150803" y="75331"/>
                    <a:pt x="150803" y="71501"/>
                  </a:cubicBezTo>
                  <a:lnTo>
                    <a:pt x="150803" y="60010"/>
                  </a:lnTo>
                  <a:cubicBezTo>
                    <a:pt x="150803" y="26813"/>
                    <a:pt x="125243" y="0"/>
                    <a:pt x="94571" y="0"/>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grpSp>
      <p:grpSp>
        <p:nvGrpSpPr>
          <p:cNvPr id="58" name="Graphic 4">
            <a:extLst>
              <a:ext uri="{FF2B5EF4-FFF2-40B4-BE49-F238E27FC236}">
                <a16:creationId xmlns:a16="http://schemas.microsoft.com/office/drawing/2014/main" id="{DC2276F9-A523-2959-3BC3-8BECA2D99017}"/>
              </a:ext>
            </a:extLst>
          </p:cNvPr>
          <p:cNvGrpSpPr/>
          <p:nvPr/>
        </p:nvGrpSpPr>
        <p:grpSpPr>
          <a:xfrm>
            <a:off x="643631" y="1514073"/>
            <a:ext cx="731520" cy="731520"/>
            <a:chOff x="4660820" y="918179"/>
            <a:chExt cx="362312" cy="361971"/>
          </a:xfrm>
          <a:solidFill>
            <a:schemeClr val="accent6"/>
          </a:solidFill>
        </p:grpSpPr>
        <p:sp>
          <p:nvSpPr>
            <p:cNvPr id="59" name="Graphic 4">
              <a:extLst>
                <a:ext uri="{FF2B5EF4-FFF2-40B4-BE49-F238E27FC236}">
                  <a16:creationId xmlns:a16="http://schemas.microsoft.com/office/drawing/2014/main" id="{C83506BA-C0D7-60D6-EE8E-7477C6336C3E}"/>
                </a:ext>
              </a:extLst>
            </p:cNvPr>
            <p:cNvSpPr/>
            <p:nvPr/>
          </p:nvSpPr>
          <p:spPr>
            <a:xfrm>
              <a:off x="4660820" y="918179"/>
              <a:ext cx="362312" cy="361971"/>
            </a:xfrm>
            <a:custGeom>
              <a:avLst/>
              <a:gdLst>
                <a:gd name="connsiteX0" fmla="*/ 181474 w 362312"/>
                <a:gd name="connsiteY0" fmla="*/ 0 h 361971"/>
                <a:gd name="connsiteX1" fmla="*/ 0 w 362312"/>
                <a:gd name="connsiteY1" fmla="*/ 180667 h 361971"/>
                <a:gd name="connsiteX2" fmla="*/ 180835 w 362312"/>
                <a:gd name="connsiteY2" fmla="*/ 361972 h 361971"/>
                <a:gd name="connsiteX3" fmla="*/ 362309 w 362312"/>
                <a:gd name="connsiteY3" fmla="*/ 181305 h 361971"/>
                <a:gd name="connsiteX4" fmla="*/ 362309 w 362312"/>
                <a:gd name="connsiteY4" fmla="*/ 181305 h 361971"/>
                <a:gd name="connsiteX5" fmla="*/ 181474 w 362312"/>
                <a:gd name="connsiteY5" fmla="*/ 0 h 361971"/>
                <a:gd name="connsiteX6" fmla="*/ 181474 w 362312"/>
                <a:gd name="connsiteY6" fmla="*/ 349204 h 361971"/>
                <a:gd name="connsiteX7" fmla="*/ 12780 w 362312"/>
                <a:gd name="connsiteY7" fmla="*/ 181305 h 361971"/>
                <a:gd name="connsiteX8" fmla="*/ 180835 w 362312"/>
                <a:gd name="connsiteY8" fmla="*/ 12768 h 361971"/>
                <a:gd name="connsiteX9" fmla="*/ 349529 w 362312"/>
                <a:gd name="connsiteY9" fmla="*/ 180667 h 361971"/>
                <a:gd name="connsiteX10" fmla="*/ 349529 w 362312"/>
                <a:gd name="connsiteY10" fmla="*/ 180667 h 361971"/>
                <a:gd name="connsiteX11" fmla="*/ 181474 w 362312"/>
                <a:gd name="connsiteY11" fmla="*/ 349204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62312" h="361971">
                  <a:moveTo>
                    <a:pt x="181474" y="0"/>
                  </a:moveTo>
                  <a:cubicBezTo>
                    <a:pt x="81152" y="0"/>
                    <a:pt x="0" y="81077"/>
                    <a:pt x="0" y="180667"/>
                  </a:cubicBezTo>
                  <a:cubicBezTo>
                    <a:pt x="0" y="280257"/>
                    <a:pt x="81152" y="361972"/>
                    <a:pt x="180835" y="361972"/>
                  </a:cubicBezTo>
                  <a:cubicBezTo>
                    <a:pt x="280518" y="361972"/>
                    <a:pt x="362309" y="280895"/>
                    <a:pt x="362309" y="181305"/>
                  </a:cubicBezTo>
                  <a:cubicBezTo>
                    <a:pt x="362309" y="181305"/>
                    <a:pt x="362309" y="181305"/>
                    <a:pt x="362309" y="181305"/>
                  </a:cubicBezTo>
                  <a:cubicBezTo>
                    <a:pt x="362948" y="81077"/>
                    <a:pt x="281796" y="0"/>
                    <a:pt x="181474" y="0"/>
                  </a:cubicBezTo>
                  <a:close/>
                  <a:moveTo>
                    <a:pt x="181474" y="349204"/>
                  </a:moveTo>
                  <a:cubicBezTo>
                    <a:pt x="88181" y="349204"/>
                    <a:pt x="12780" y="273873"/>
                    <a:pt x="12780" y="181305"/>
                  </a:cubicBezTo>
                  <a:cubicBezTo>
                    <a:pt x="12780" y="88737"/>
                    <a:pt x="88181" y="12768"/>
                    <a:pt x="180835" y="12768"/>
                  </a:cubicBezTo>
                  <a:cubicBezTo>
                    <a:pt x="274128" y="12768"/>
                    <a:pt x="349529" y="88099"/>
                    <a:pt x="349529" y="180667"/>
                  </a:cubicBezTo>
                  <a:cubicBezTo>
                    <a:pt x="349529" y="180667"/>
                    <a:pt x="349529" y="180667"/>
                    <a:pt x="349529" y="180667"/>
                  </a:cubicBezTo>
                  <a:cubicBezTo>
                    <a:pt x="349529" y="273873"/>
                    <a:pt x="274767" y="348565"/>
                    <a:pt x="181474" y="349204"/>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60" name="Graphic 4">
              <a:extLst>
                <a:ext uri="{FF2B5EF4-FFF2-40B4-BE49-F238E27FC236}">
                  <a16:creationId xmlns:a16="http://schemas.microsoft.com/office/drawing/2014/main" id="{F898F77C-9DAA-828F-7CDE-6C00E16F2F4D}"/>
                </a:ext>
              </a:extLst>
            </p:cNvPr>
            <p:cNvSpPr/>
            <p:nvPr/>
          </p:nvSpPr>
          <p:spPr>
            <a:xfrm>
              <a:off x="4723441" y="980103"/>
              <a:ext cx="237705" cy="237484"/>
            </a:xfrm>
            <a:custGeom>
              <a:avLst/>
              <a:gdLst>
                <a:gd name="connsiteX0" fmla="*/ 231316 w 237705"/>
                <a:gd name="connsiteY0" fmla="*/ 112358 h 237484"/>
                <a:gd name="connsiteX1" fmla="*/ 213424 w 237705"/>
                <a:gd name="connsiteY1" fmla="*/ 112358 h 237484"/>
                <a:gd name="connsiteX2" fmla="*/ 125243 w 237705"/>
                <a:gd name="connsiteY2" fmla="*/ 24259 h 237484"/>
                <a:gd name="connsiteX3" fmla="*/ 125243 w 237705"/>
                <a:gd name="connsiteY3" fmla="*/ 6384 h 237484"/>
                <a:gd name="connsiteX4" fmla="*/ 118853 w 237705"/>
                <a:gd name="connsiteY4" fmla="*/ 0 h 237484"/>
                <a:gd name="connsiteX5" fmla="*/ 112463 w 237705"/>
                <a:gd name="connsiteY5" fmla="*/ 6384 h 237484"/>
                <a:gd name="connsiteX6" fmla="*/ 112463 w 237705"/>
                <a:gd name="connsiteY6" fmla="*/ 24259 h 237484"/>
                <a:gd name="connsiteX7" fmla="*/ 24282 w 237705"/>
                <a:gd name="connsiteY7" fmla="*/ 112358 h 237484"/>
                <a:gd name="connsiteX8" fmla="*/ 6390 w 237705"/>
                <a:gd name="connsiteY8" fmla="*/ 112358 h 237484"/>
                <a:gd name="connsiteX9" fmla="*/ 0 w 237705"/>
                <a:gd name="connsiteY9" fmla="*/ 118742 h 237484"/>
                <a:gd name="connsiteX10" fmla="*/ 6390 w 237705"/>
                <a:gd name="connsiteY10" fmla="*/ 125126 h 237484"/>
                <a:gd name="connsiteX11" fmla="*/ 24282 w 237705"/>
                <a:gd name="connsiteY11" fmla="*/ 125126 h 237484"/>
                <a:gd name="connsiteX12" fmla="*/ 112463 w 237705"/>
                <a:gd name="connsiteY12" fmla="*/ 213225 h 237484"/>
                <a:gd name="connsiteX13" fmla="*/ 112463 w 237705"/>
                <a:gd name="connsiteY13" fmla="*/ 231100 h 237484"/>
                <a:gd name="connsiteX14" fmla="*/ 118853 w 237705"/>
                <a:gd name="connsiteY14" fmla="*/ 237484 h 237484"/>
                <a:gd name="connsiteX15" fmla="*/ 125243 w 237705"/>
                <a:gd name="connsiteY15" fmla="*/ 231100 h 237484"/>
                <a:gd name="connsiteX16" fmla="*/ 125243 w 237705"/>
                <a:gd name="connsiteY16" fmla="*/ 213225 h 237484"/>
                <a:gd name="connsiteX17" fmla="*/ 213424 w 237705"/>
                <a:gd name="connsiteY17" fmla="*/ 125126 h 237484"/>
                <a:gd name="connsiteX18" fmla="*/ 231316 w 237705"/>
                <a:gd name="connsiteY18" fmla="*/ 125126 h 237484"/>
                <a:gd name="connsiteX19" fmla="*/ 237706 w 237705"/>
                <a:gd name="connsiteY19" fmla="*/ 118742 h 237484"/>
                <a:gd name="connsiteX20" fmla="*/ 231316 w 237705"/>
                <a:gd name="connsiteY20" fmla="*/ 112358 h 237484"/>
                <a:gd name="connsiteX21" fmla="*/ 231316 w 237705"/>
                <a:gd name="connsiteY21" fmla="*/ 112358 h 237484"/>
                <a:gd name="connsiteX22" fmla="*/ 200644 w 237705"/>
                <a:gd name="connsiteY22" fmla="*/ 112358 h 237484"/>
                <a:gd name="connsiteX23" fmla="*/ 173167 w 237705"/>
                <a:gd name="connsiteY23" fmla="*/ 112358 h 237484"/>
                <a:gd name="connsiteX24" fmla="*/ 125243 w 237705"/>
                <a:gd name="connsiteY24" fmla="*/ 64478 h 237484"/>
                <a:gd name="connsiteX25" fmla="*/ 125243 w 237705"/>
                <a:gd name="connsiteY25" fmla="*/ 37027 h 237484"/>
                <a:gd name="connsiteX26" fmla="*/ 200644 w 237705"/>
                <a:gd name="connsiteY26" fmla="*/ 112358 h 237484"/>
                <a:gd name="connsiteX27" fmla="*/ 112463 w 237705"/>
                <a:gd name="connsiteY27" fmla="*/ 112358 h 237484"/>
                <a:gd name="connsiteX28" fmla="*/ 77318 w 237705"/>
                <a:gd name="connsiteY28" fmla="*/ 112358 h 237484"/>
                <a:gd name="connsiteX29" fmla="*/ 112463 w 237705"/>
                <a:gd name="connsiteY29" fmla="*/ 77246 h 237484"/>
                <a:gd name="connsiteX30" fmla="*/ 112463 w 237705"/>
                <a:gd name="connsiteY30" fmla="*/ 112358 h 237484"/>
                <a:gd name="connsiteX31" fmla="*/ 112463 w 237705"/>
                <a:gd name="connsiteY31" fmla="*/ 125126 h 237484"/>
                <a:gd name="connsiteX32" fmla="*/ 112463 w 237705"/>
                <a:gd name="connsiteY32" fmla="*/ 160238 h 237484"/>
                <a:gd name="connsiteX33" fmla="*/ 77318 w 237705"/>
                <a:gd name="connsiteY33" fmla="*/ 125126 h 237484"/>
                <a:gd name="connsiteX34" fmla="*/ 112463 w 237705"/>
                <a:gd name="connsiteY34" fmla="*/ 125126 h 237484"/>
                <a:gd name="connsiteX35" fmla="*/ 125243 w 237705"/>
                <a:gd name="connsiteY35" fmla="*/ 125126 h 237484"/>
                <a:gd name="connsiteX36" fmla="*/ 160387 w 237705"/>
                <a:gd name="connsiteY36" fmla="*/ 125126 h 237484"/>
                <a:gd name="connsiteX37" fmla="*/ 125243 w 237705"/>
                <a:gd name="connsiteY37" fmla="*/ 160238 h 237484"/>
                <a:gd name="connsiteX38" fmla="*/ 125243 w 237705"/>
                <a:gd name="connsiteY38" fmla="*/ 125126 h 237484"/>
                <a:gd name="connsiteX39" fmla="*/ 125243 w 237705"/>
                <a:gd name="connsiteY39" fmla="*/ 112358 h 237484"/>
                <a:gd name="connsiteX40" fmla="*/ 125243 w 237705"/>
                <a:gd name="connsiteY40" fmla="*/ 77246 h 237484"/>
                <a:gd name="connsiteX41" fmla="*/ 160387 w 237705"/>
                <a:gd name="connsiteY41" fmla="*/ 112358 h 237484"/>
                <a:gd name="connsiteX42" fmla="*/ 125243 w 237705"/>
                <a:gd name="connsiteY42" fmla="*/ 112358 h 237484"/>
                <a:gd name="connsiteX43" fmla="*/ 112463 w 237705"/>
                <a:gd name="connsiteY43" fmla="*/ 37027 h 237484"/>
                <a:gd name="connsiteX44" fmla="*/ 112463 w 237705"/>
                <a:gd name="connsiteY44" fmla="*/ 64478 h 237484"/>
                <a:gd name="connsiteX45" fmla="*/ 64538 w 237705"/>
                <a:gd name="connsiteY45" fmla="*/ 112358 h 237484"/>
                <a:gd name="connsiteX46" fmla="*/ 37062 w 237705"/>
                <a:gd name="connsiteY46" fmla="*/ 112358 h 237484"/>
                <a:gd name="connsiteX47" fmla="*/ 112463 w 237705"/>
                <a:gd name="connsiteY47" fmla="*/ 37027 h 237484"/>
                <a:gd name="connsiteX48" fmla="*/ 112463 w 237705"/>
                <a:gd name="connsiteY48" fmla="*/ 37027 h 237484"/>
                <a:gd name="connsiteX49" fmla="*/ 37062 w 237705"/>
                <a:gd name="connsiteY49" fmla="*/ 125126 h 237484"/>
                <a:gd name="connsiteX50" fmla="*/ 64538 w 237705"/>
                <a:gd name="connsiteY50" fmla="*/ 125126 h 237484"/>
                <a:gd name="connsiteX51" fmla="*/ 112463 w 237705"/>
                <a:gd name="connsiteY51" fmla="*/ 173006 h 237484"/>
                <a:gd name="connsiteX52" fmla="*/ 112463 w 237705"/>
                <a:gd name="connsiteY52" fmla="*/ 200457 h 237484"/>
                <a:gd name="connsiteX53" fmla="*/ 37062 w 237705"/>
                <a:gd name="connsiteY53" fmla="*/ 125126 h 237484"/>
                <a:gd name="connsiteX54" fmla="*/ 125243 w 237705"/>
                <a:gd name="connsiteY54" fmla="*/ 200457 h 237484"/>
                <a:gd name="connsiteX55" fmla="*/ 125243 w 237705"/>
                <a:gd name="connsiteY55" fmla="*/ 173006 h 237484"/>
                <a:gd name="connsiteX56" fmla="*/ 173167 w 237705"/>
                <a:gd name="connsiteY56" fmla="*/ 125126 h 237484"/>
                <a:gd name="connsiteX57" fmla="*/ 200644 w 237705"/>
                <a:gd name="connsiteY57" fmla="*/ 125126 h 237484"/>
                <a:gd name="connsiteX58" fmla="*/ 125243 w 237705"/>
                <a:gd name="connsiteY58" fmla="*/ 200457 h 237484"/>
                <a:gd name="connsiteX59" fmla="*/ 125243 w 237705"/>
                <a:gd name="connsiteY59" fmla="*/ 200457 h 237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237705" h="237484">
                  <a:moveTo>
                    <a:pt x="231316" y="112358"/>
                  </a:moveTo>
                  <a:lnTo>
                    <a:pt x="213424" y="112358"/>
                  </a:lnTo>
                  <a:cubicBezTo>
                    <a:pt x="210229" y="65117"/>
                    <a:pt x="172528" y="27451"/>
                    <a:pt x="125243" y="24259"/>
                  </a:cubicBezTo>
                  <a:lnTo>
                    <a:pt x="125243" y="6384"/>
                  </a:lnTo>
                  <a:cubicBezTo>
                    <a:pt x="125243" y="2554"/>
                    <a:pt x="122687" y="0"/>
                    <a:pt x="118853" y="0"/>
                  </a:cubicBezTo>
                  <a:cubicBezTo>
                    <a:pt x="115019" y="0"/>
                    <a:pt x="112463" y="2554"/>
                    <a:pt x="112463" y="6384"/>
                  </a:cubicBezTo>
                  <a:lnTo>
                    <a:pt x="112463" y="24259"/>
                  </a:lnTo>
                  <a:cubicBezTo>
                    <a:pt x="65177" y="27451"/>
                    <a:pt x="27477" y="65117"/>
                    <a:pt x="24282" y="112358"/>
                  </a:cubicBezTo>
                  <a:lnTo>
                    <a:pt x="6390" y="112358"/>
                  </a:lnTo>
                  <a:cubicBezTo>
                    <a:pt x="2556" y="112358"/>
                    <a:pt x="0" y="114912"/>
                    <a:pt x="0" y="118742"/>
                  </a:cubicBezTo>
                  <a:cubicBezTo>
                    <a:pt x="0" y="122573"/>
                    <a:pt x="2556" y="125126"/>
                    <a:pt x="6390" y="125126"/>
                  </a:cubicBezTo>
                  <a:lnTo>
                    <a:pt x="24282" y="125126"/>
                  </a:lnTo>
                  <a:cubicBezTo>
                    <a:pt x="27477" y="172368"/>
                    <a:pt x="65177" y="210033"/>
                    <a:pt x="112463" y="213225"/>
                  </a:cubicBezTo>
                  <a:lnTo>
                    <a:pt x="112463" y="231100"/>
                  </a:lnTo>
                  <a:cubicBezTo>
                    <a:pt x="112463" y="234931"/>
                    <a:pt x="115019" y="237484"/>
                    <a:pt x="118853" y="237484"/>
                  </a:cubicBezTo>
                  <a:cubicBezTo>
                    <a:pt x="122687" y="237484"/>
                    <a:pt x="125243" y="234931"/>
                    <a:pt x="125243" y="231100"/>
                  </a:cubicBezTo>
                  <a:lnTo>
                    <a:pt x="125243" y="213225"/>
                  </a:lnTo>
                  <a:cubicBezTo>
                    <a:pt x="172528" y="210033"/>
                    <a:pt x="210229" y="172368"/>
                    <a:pt x="213424" y="125126"/>
                  </a:cubicBezTo>
                  <a:lnTo>
                    <a:pt x="231316" y="125126"/>
                  </a:lnTo>
                  <a:cubicBezTo>
                    <a:pt x="235150" y="125126"/>
                    <a:pt x="237706" y="122573"/>
                    <a:pt x="237706" y="118742"/>
                  </a:cubicBezTo>
                  <a:cubicBezTo>
                    <a:pt x="237706" y="114912"/>
                    <a:pt x="234511" y="112358"/>
                    <a:pt x="231316" y="112358"/>
                  </a:cubicBezTo>
                  <a:lnTo>
                    <a:pt x="231316" y="112358"/>
                  </a:lnTo>
                  <a:close/>
                  <a:moveTo>
                    <a:pt x="200644" y="112358"/>
                  </a:moveTo>
                  <a:lnTo>
                    <a:pt x="173167" y="112358"/>
                  </a:lnTo>
                  <a:cubicBezTo>
                    <a:pt x="169972" y="87461"/>
                    <a:pt x="150164" y="67670"/>
                    <a:pt x="125243" y="64478"/>
                  </a:cubicBezTo>
                  <a:lnTo>
                    <a:pt x="125243" y="37027"/>
                  </a:lnTo>
                  <a:cubicBezTo>
                    <a:pt x="165499" y="40219"/>
                    <a:pt x="197449" y="72139"/>
                    <a:pt x="200644" y="112358"/>
                  </a:cubicBezTo>
                  <a:close/>
                  <a:moveTo>
                    <a:pt x="112463" y="112358"/>
                  </a:moveTo>
                  <a:lnTo>
                    <a:pt x="77318" y="112358"/>
                  </a:lnTo>
                  <a:cubicBezTo>
                    <a:pt x="79874" y="94483"/>
                    <a:pt x="93932" y="80438"/>
                    <a:pt x="112463" y="77246"/>
                  </a:cubicBezTo>
                  <a:lnTo>
                    <a:pt x="112463" y="112358"/>
                  </a:lnTo>
                  <a:close/>
                  <a:moveTo>
                    <a:pt x="112463" y="125126"/>
                  </a:moveTo>
                  <a:lnTo>
                    <a:pt x="112463" y="160238"/>
                  </a:lnTo>
                  <a:cubicBezTo>
                    <a:pt x="94571" y="157684"/>
                    <a:pt x="80513" y="143640"/>
                    <a:pt x="77318" y="125126"/>
                  </a:cubicBezTo>
                  <a:lnTo>
                    <a:pt x="112463" y="125126"/>
                  </a:lnTo>
                  <a:close/>
                  <a:moveTo>
                    <a:pt x="125243" y="125126"/>
                  </a:moveTo>
                  <a:lnTo>
                    <a:pt x="160387" y="125126"/>
                  </a:lnTo>
                  <a:cubicBezTo>
                    <a:pt x="157832" y="143001"/>
                    <a:pt x="143774" y="157046"/>
                    <a:pt x="125243" y="160238"/>
                  </a:cubicBezTo>
                  <a:lnTo>
                    <a:pt x="125243" y="125126"/>
                  </a:lnTo>
                  <a:close/>
                  <a:moveTo>
                    <a:pt x="125243" y="112358"/>
                  </a:moveTo>
                  <a:lnTo>
                    <a:pt x="125243" y="77246"/>
                  </a:lnTo>
                  <a:cubicBezTo>
                    <a:pt x="143134" y="79800"/>
                    <a:pt x="157192" y="93845"/>
                    <a:pt x="160387" y="112358"/>
                  </a:cubicBezTo>
                  <a:lnTo>
                    <a:pt x="125243" y="112358"/>
                  </a:lnTo>
                  <a:close/>
                  <a:moveTo>
                    <a:pt x="112463" y="37027"/>
                  </a:moveTo>
                  <a:lnTo>
                    <a:pt x="112463" y="64478"/>
                  </a:lnTo>
                  <a:cubicBezTo>
                    <a:pt x="87542" y="67670"/>
                    <a:pt x="67733" y="87461"/>
                    <a:pt x="64538" y="112358"/>
                  </a:cubicBezTo>
                  <a:lnTo>
                    <a:pt x="37062" y="112358"/>
                  </a:lnTo>
                  <a:cubicBezTo>
                    <a:pt x="40257" y="72139"/>
                    <a:pt x="72206" y="40219"/>
                    <a:pt x="112463" y="37027"/>
                  </a:cubicBezTo>
                  <a:lnTo>
                    <a:pt x="112463" y="37027"/>
                  </a:lnTo>
                  <a:close/>
                  <a:moveTo>
                    <a:pt x="37062" y="125126"/>
                  </a:moveTo>
                  <a:lnTo>
                    <a:pt x="64538" y="125126"/>
                  </a:lnTo>
                  <a:cubicBezTo>
                    <a:pt x="67733" y="150024"/>
                    <a:pt x="87542" y="169814"/>
                    <a:pt x="112463" y="173006"/>
                  </a:cubicBezTo>
                  <a:lnTo>
                    <a:pt x="112463" y="200457"/>
                  </a:lnTo>
                  <a:cubicBezTo>
                    <a:pt x="72206" y="197265"/>
                    <a:pt x="40257" y="165345"/>
                    <a:pt x="37062" y="125126"/>
                  </a:cubicBezTo>
                  <a:close/>
                  <a:moveTo>
                    <a:pt x="125243" y="200457"/>
                  </a:moveTo>
                  <a:lnTo>
                    <a:pt x="125243" y="173006"/>
                  </a:lnTo>
                  <a:cubicBezTo>
                    <a:pt x="150164" y="169814"/>
                    <a:pt x="169972" y="150024"/>
                    <a:pt x="173167" y="125126"/>
                  </a:cubicBezTo>
                  <a:lnTo>
                    <a:pt x="200644" y="125126"/>
                  </a:lnTo>
                  <a:cubicBezTo>
                    <a:pt x="197449" y="165345"/>
                    <a:pt x="165499" y="197265"/>
                    <a:pt x="125243" y="200457"/>
                  </a:cubicBezTo>
                  <a:lnTo>
                    <a:pt x="125243" y="200457"/>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grpSp>
      <p:sp>
        <p:nvSpPr>
          <p:cNvPr id="12" name="Rectangle 11">
            <a:extLst>
              <a:ext uri="{FF2B5EF4-FFF2-40B4-BE49-F238E27FC236}">
                <a16:creationId xmlns:a16="http://schemas.microsoft.com/office/drawing/2014/main" id="{FDFF6D79-DFA1-052E-5C16-A0F579CB031A}"/>
              </a:ext>
            </a:extLst>
          </p:cNvPr>
          <p:cNvSpPr/>
          <p:nvPr/>
        </p:nvSpPr>
        <p:spPr bwMode="gray">
          <a:xfrm>
            <a:off x="7050406" y="106318"/>
            <a:ext cx="2505075" cy="334099"/>
          </a:xfrm>
          <a:prstGeom prst="rect">
            <a:avLst/>
          </a:prstGeom>
          <a:solidFill>
            <a:srgbClr val="ED8B0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b="1">
                <a:solidFill>
                  <a:schemeClr val="bg1"/>
                </a:solidFill>
              </a:rPr>
              <a:t>Target client: TBD</a:t>
            </a:r>
          </a:p>
        </p:txBody>
      </p:sp>
      <p:sp>
        <p:nvSpPr>
          <p:cNvPr id="13" name="Rectangle 12">
            <a:extLst>
              <a:ext uri="{FF2B5EF4-FFF2-40B4-BE49-F238E27FC236}">
                <a16:creationId xmlns:a16="http://schemas.microsoft.com/office/drawing/2014/main" id="{C686162C-2399-E775-CBAB-6E27CF1B3750}"/>
              </a:ext>
            </a:extLst>
          </p:cNvPr>
          <p:cNvSpPr/>
          <p:nvPr/>
        </p:nvSpPr>
        <p:spPr bwMode="gray">
          <a:xfrm>
            <a:off x="9555481" y="106318"/>
            <a:ext cx="2505075" cy="334099"/>
          </a:xfrm>
          <a:prstGeom prst="rect">
            <a:avLst/>
          </a:prstGeom>
          <a:solidFill>
            <a:schemeClr val="accent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a:solidFill>
                  <a:schemeClr val="bg1"/>
                </a:solidFill>
              </a:rPr>
              <a:t>Team: Mike Capozzi | Ankur S.</a:t>
            </a:r>
          </a:p>
        </p:txBody>
      </p:sp>
      <p:pic>
        <p:nvPicPr>
          <p:cNvPr id="87043" name="Picture 3" descr="3 ways Amazon can address its web service data risk – and what others ...">
            <a:extLst>
              <a:ext uri="{FF2B5EF4-FFF2-40B4-BE49-F238E27FC236}">
                <a16:creationId xmlns:a16="http://schemas.microsoft.com/office/drawing/2014/main" id="{493951D8-C9C5-017E-7C8B-EBA18314545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037841" y="4753261"/>
            <a:ext cx="647700" cy="388620"/>
          </a:xfrm>
          <a:prstGeom prst="rect">
            <a:avLst/>
          </a:prstGeom>
          <a:noFill/>
          <a:extLst>
            <a:ext uri="{909E8E84-426E-40DD-AFC4-6F175D3DCCD1}">
              <a14:hiddenFill xmlns:a14="http://schemas.microsoft.com/office/drawing/2010/main">
                <a:solidFill>
                  <a:srgbClr val="FFFFFF"/>
                </a:solidFill>
              </a14:hiddenFill>
            </a:ext>
          </a:extLst>
        </p:spPr>
      </p:pic>
      <p:pic>
        <p:nvPicPr>
          <p:cNvPr id="87045" name="Picture 5" descr="Google logo | Logok">
            <a:extLst>
              <a:ext uri="{FF2B5EF4-FFF2-40B4-BE49-F238E27FC236}">
                <a16:creationId xmlns:a16="http://schemas.microsoft.com/office/drawing/2014/main" id="{B3218A74-DA00-93BD-6555-74C2B941193E}"/>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a:stretch/>
        </p:blipFill>
        <p:spPr bwMode="auto">
          <a:xfrm>
            <a:off x="2036302" y="5327960"/>
            <a:ext cx="673298" cy="538536"/>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A green and white logo&#10;&#10;Description automatically generated with low confidence">
            <a:extLst>
              <a:ext uri="{FF2B5EF4-FFF2-40B4-BE49-F238E27FC236}">
                <a16:creationId xmlns:a16="http://schemas.microsoft.com/office/drawing/2014/main" id="{BF74791F-472A-9D4E-533C-FBC3517AFD4C}"/>
              </a:ext>
            </a:extLst>
          </p:cNvPr>
          <p:cNvPicPr>
            <a:picLocks/>
          </p:cNvPicPr>
          <p:nvPr/>
        </p:nvPicPr>
        <p:blipFill>
          <a:blip r:embed="rId9">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516891" y="5049664"/>
            <a:ext cx="1284695" cy="831273"/>
          </a:xfrm>
          <a:prstGeom prst="rect">
            <a:avLst/>
          </a:prstGeom>
        </p:spPr>
      </p:pic>
    </p:spTree>
    <p:extLst>
      <p:ext uri="{BB962C8B-B14F-4D97-AF65-F5344CB8AC3E}">
        <p14:creationId xmlns:p14="http://schemas.microsoft.com/office/powerpoint/2010/main" val="1943798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A picture containing font, graphics, logo, white&#10;&#10;Description automatically generated">
            <a:extLst>
              <a:ext uri="{FF2B5EF4-FFF2-40B4-BE49-F238E27FC236}">
                <a16:creationId xmlns:a16="http://schemas.microsoft.com/office/drawing/2014/main" id="{1839FC63-900B-50ED-B02D-9247616A4DDE}"/>
              </a:ext>
            </a:extLst>
          </p:cNvPr>
          <p:cNvPicPr>
            <a:picLocks/>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314704" y="4358877"/>
            <a:ext cx="1699870" cy="1106424"/>
          </a:xfrm>
          <a:prstGeom prst="rect">
            <a:avLst/>
          </a:prstGeom>
        </p:spPr>
      </p:pic>
      <p:pic>
        <p:nvPicPr>
          <p:cNvPr id="11" name="Picture 10" descr="A green and white logo&#10;&#10;Description automatically generated with low confidence">
            <a:extLst>
              <a:ext uri="{FF2B5EF4-FFF2-40B4-BE49-F238E27FC236}">
                <a16:creationId xmlns:a16="http://schemas.microsoft.com/office/drawing/2014/main" id="{61007939-7028-E2DF-9DFC-0115D9940110}"/>
              </a:ext>
            </a:extLst>
          </p:cNvPr>
          <p:cNvPicPr>
            <a:picLocks/>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516891" y="5049664"/>
            <a:ext cx="1284695" cy="831273"/>
          </a:xfrm>
          <a:prstGeom prst="rect">
            <a:avLst/>
          </a:prstGeom>
        </p:spPr>
      </p:pic>
      <p:graphicFrame>
        <p:nvGraphicFramePr>
          <p:cNvPr id="115" name="think-cell data - do not delete" hidden="1">
            <a:extLst>
              <a:ext uri="{FF2B5EF4-FFF2-40B4-BE49-F238E27FC236}">
                <a16:creationId xmlns:a16="http://schemas.microsoft.com/office/drawing/2014/main" id="{C2FCB5B3-8446-99F8-E6E9-27C12D2969B4}"/>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95" imgH="394" progId="TCLayout.ActiveDocument.1">
                  <p:embed/>
                </p:oleObj>
              </mc:Choice>
              <mc:Fallback>
                <p:oleObj name="think-cell Slide" r:id="rId6" imgW="395" imgH="394" progId="TCLayout.ActiveDocument.1">
                  <p:embed/>
                  <p:pic>
                    <p:nvPicPr>
                      <p:cNvPr id="115" name="think-cell data - do not delete" hidden="1">
                        <a:extLst>
                          <a:ext uri="{FF2B5EF4-FFF2-40B4-BE49-F238E27FC236}">
                            <a16:creationId xmlns:a16="http://schemas.microsoft.com/office/drawing/2014/main" id="{C2FCB5B3-8446-99F8-E6E9-27C12D2969B4}"/>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2" name="Text Placeholder 1">
            <a:extLst>
              <a:ext uri="{FF2B5EF4-FFF2-40B4-BE49-F238E27FC236}">
                <a16:creationId xmlns:a16="http://schemas.microsoft.com/office/drawing/2014/main" id="{735FE4D4-4716-D56F-6604-53D2192B6AD7}"/>
              </a:ext>
            </a:extLst>
          </p:cNvPr>
          <p:cNvSpPr>
            <a:spLocks noGrp="1"/>
          </p:cNvSpPr>
          <p:nvPr>
            <p:ph type="body" sz="quarter" idx="22"/>
          </p:nvPr>
        </p:nvSpPr>
        <p:spPr/>
        <p:txBody>
          <a:bodyPr/>
          <a:lstStyle/>
          <a:p>
            <a:pPr>
              <a:spcBef>
                <a:spcPts val="600"/>
              </a:spcBef>
              <a:defRPr/>
            </a:pPr>
            <a:r>
              <a:rPr lang="en-US" sz="1600">
                <a:solidFill>
                  <a:schemeClr val="tx2">
                    <a:lumMod val="75000"/>
                  </a:schemeClr>
                </a:solidFill>
                <a:latin typeface="Open Sans" panose="020B0606030504020204" pitchFamily="34" charset="0"/>
                <a:ea typeface="Open Sans" panose="020B0606030504020204" pitchFamily="34" charset="0"/>
                <a:cs typeface="Open Sans" panose="020B0606030504020204" pitchFamily="34" charset="0"/>
              </a:rPr>
              <a:t>Provide a new conversational AI (chatbot) interaction layer where employees can request any services based on free-form request</a:t>
            </a:r>
          </a:p>
        </p:txBody>
      </p:sp>
      <p:sp>
        <p:nvSpPr>
          <p:cNvPr id="3" name="Title 2">
            <a:extLst>
              <a:ext uri="{FF2B5EF4-FFF2-40B4-BE49-F238E27FC236}">
                <a16:creationId xmlns:a16="http://schemas.microsoft.com/office/drawing/2014/main" id="{CA46A0B9-3BE7-8D64-18C1-659ADEDFF908}"/>
              </a:ext>
            </a:extLst>
          </p:cNvPr>
          <p:cNvSpPr>
            <a:spLocks noGrp="1"/>
          </p:cNvSpPr>
          <p:nvPr>
            <p:ph type="title"/>
          </p:nvPr>
        </p:nvSpPr>
        <p:spPr/>
        <p:txBody>
          <a:bodyPr vert="horz"/>
          <a:lstStyle/>
          <a:p>
            <a:r>
              <a:rPr lang="en-US"/>
              <a:t>Proof of Concept | Shared Services Interaction Layer – Intake / Automation</a:t>
            </a:r>
          </a:p>
        </p:txBody>
      </p:sp>
      <p:sp>
        <p:nvSpPr>
          <p:cNvPr id="23" name="Rectangle 22">
            <a:extLst>
              <a:ext uri="{FF2B5EF4-FFF2-40B4-BE49-F238E27FC236}">
                <a16:creationId xmlns:a16="http://schemas.microsoft.com/office/drawing/2014/main" id="{DFABE56A-E6D4-7A0F-863E-1ED90E1162FA}"/>
              </a:ext>
            </a:extLst>
          </p:cNvPr>
          <p:cNvSpPr/>
          <p:nvPr/>
        </p:nvSpPr>
        <p:spPr bwMode="gray">
          <a:xfrm>
            <a:off x="6096000" y="2933291"/>
            <a:ext cx="3018481" cy="3456168"/>
          </a:xfrm>
          <a:prstGeom prst="rect">
            <a:avLst/>
          </a:prstGeom>
          <a:solidFill>
            <a:srgbClr val="FFFFFF">
              <a:lumMod val="95000"/>
              <a:alpha val="50000"/>
            </a:srgbClr>
          </a:solidFill>
          <a:ln w="19050" algn="ctr">
            <a:noFill/>
            <a:miter lim="800000"/>
            <a:headEnd/>
            <a:tailEnd/>
          </a:ln>
        </p:spPr>
        <p:txBody>
          <a:bodyPr wrap="square" lIns="91440" tIns="91440" rIns="91440" bIns="91440" rtlCol="0" anchor="t">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9525" marR="0" lvl="1" indent="-9525" algn="l" defTabSz="1217613" rtl="0" eaLnBrk="0" fontAlgn="base" latinLnBrk="0" hangingPunct="0">
              <a:lnSpc>
                <a:spcPct val="100000"/>
              </a:lnSpc>
              <a:spcBef>
                <a:spcPct val="0"/>
              </a:spcBef>
              <a:spcAft>
                <a:spcPts val="600"/>
              </a:spcAft>
              <a:buClrTx/>
              <a:buSzTx/>
              <a:buFontTx/>
              <a:buNone/>
              <a:tabLst/>
              <a:defRPr/>
            </a:pPr>
            <a:r>
              <a:rPr kumimoji="0" lang="en-GB" sz="1500" b="1" i="0" u="none" strike="noStrike" kern="1200" cap="none" spc="0" normalizeH="0" baseline="0" noProof="0" dirty="0">
                <a:ln>
                  <a:noFill/>
                </a:ln>
                <a:solidFill>
                  <a:schemeClr val="accent5"/>
                </a:solidFill>
                <a:effectLst/>
                <a:uLnTx/>
                <a:uFillTx/>
                <a:latin typeface="Open Sans"/>
                <a:ea typeface="Open Sans" panose="020B0606030504020204" pitchFamily="34" charset="0"/>
                <a:cs typeface="Open Sans" panose="020B0606030504020204" pitchFamily="34" charset="0"/>
              </a:rPr>
              <a:t>Solution Approach</a:t>
            </a:r>
            <a:endParaRPr kumimoji="0" lang="en-US" sz="1500" b="0" i="0" u="none" strike="noStrike" kern="1200" cap="none" spc="0" normalizeH="0" baseline="0" noProof="0" dirty="0">
              <a:ln>
                <a:noFill/>
              </a:ln>
              <a:solidFill>
                <a:schemeClr val="accent5"/>
              </a:solidFill>
              <a:effectLst/>
              <a:uLnTx/>
              <a:uFillTx/>
              <a:latin typeface="Open Sans"/>
              <a:ea typeface="Open Sans" panose="020B0606030504020204" pitchFamily="34" charset="0"/>
              <a:cs typeface="Open Sans" panose="020B0606030504020204" pitchFamily="34" charset="0"/>
            </a:endParaRPr>
          </a:p>
          <a:p>
            <a:pPr marL="171450" marR="0" lvl="1" indent="-171450" algn="l" defTabSz="1217613" rtl="0" eaLnBrk="0" fontAlgn="base" latinLnBrk="0" hangingPunct="0">
              <a:lnSpc>
                <a:spcPct val="100000"/>
              </a:lnSpc>
              <a:spcBef>
                <a:spcPct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dirty="0">
                <a:ln>
                  <a:noFill/>
                </a:ln>
                <a:effectLst/>
                <a:uLnTx/>
                <a:uFillTx/>
                <a:latin typeface="Open Sans"/>
                <a:ea typeface="Open Sans" panose="020B0606030504020204" pitchFamily="34" charset="0"/>
                <a:cs typeface="Open Sans" panose="020B0606030504020204" pitchFamily="34" charset="0"/>
              </a:rPr>
              <a:t>Design Persona-based Interface and Workflow​ based on user journey and the moments that matter​</a:t>
            </a:r>
          </a:p>
          <a:p>
            <a:pPr marL="171450" marR="0" lvl="1" indent="-171450" algn="l" defTabSz="1217613" rtl="0" eaLnBrk="0" fontAlgn="base" latinLnBrk="0" hangingPunct="0">
              <a:lnSpc>
                <a:spcPct val="100000"/>
              </a:lnSpc>
              <a:spcBef>
                <a:spcPct val="0"/>
              </a:spcBef>
              <a:spcAft>
                <a:spcPts val="600"/>
              </a:spcAft>
              <a:buClrTx/>
              <a:buSzTx/>
              <a:buFont typeface="Arial" panose="020B0604020202020204" pitchFamily="34" charset="0"/>
              <a:buChar char="•"/>
              <a:tabLst/>
              <a:defRPr/>
            </a:pPr>
            <a:r>
              <a:rPr lang="en-US" sz="1100" dirty="0">
                <a:latin typeface="Open Sans"/>
                <a:ea typeface="Open Sans" panose="020B0606030504020204" pitchFamily="34" charset="0"/>
                <a:cs typeface="Open Sans" panose="020B0606030504020204" pitchFamily="34" charset="0"/>
              </a:rPr>
              <a:t>Define customer intake channel strategy and refresh knowledge article based on customer persona and journey map</a:t>
            </a:r>
          </a:p>
          <a:p>
            <a:pPr marL="171450" lvl="1" indent="-171450" defTabSz="1217613" eaLnBrk="0" fontAlgn="base" hangingPunct="0">
              <a:spcBef>
                <a:spcPct val="0"/>
              </a:spcBef>
              <a:spcAft>
                <a:spcPts val="600"/>
              </a:spcAft>
              <a:buFont typeface="Arial" panose="020B0604020202020204" pitchFamily="34" charset="0"/>
              <a:buChar char="•"/>
              <a:defRPr/>
            </a:pPr>
            <a:r>
              <a:rPr lang="en-US" sz="1100" dirty="0">
                <a:latin typeface="Open Sans"/>
                <a:ea typeface="Open Sans" panose="020B0606030504020204" pitchFamily="34" charset="0"/>
                <a:cs typeface="Open Sans" panose="020B0606030504020204" pitchFamily="34" charset="0"/>
              </a:rPr>
              <a:t>Integrate AI capability and machine translation to customer engagement channels virtual agent (chatbot) that can provider personalized services based on persona and defined knowledge articles to improve self-service and triage/first call resolution and status dashboard</a:t>
            </a:r>
          </a:p>
          <a:p>
            <a:pPr marL="171450" lvl="1" indent="-171450" defTabSz="1217613" eaLnBrk="0" fontAlgn="base" hangingPunct="0">
              <a:spcBef>
                <a:spcPct val="0"/>
              </a:spcBef>
              <a:spcAft>
                <a:spcPts val="600"/>
              </a:spcAft>
              <a:buFont typeface="Arial" panose="020B0604020202020204" pitchFamily="34" charset="0"/>
              <a:buChar char="•"/>
              <a:defRPr/>
            </a:pPr>
            <a:r>
              <a:rPr lang="en-US" sz="1100" dirty="0">
                <a:latin typeface="Open Sans"/>
                <a:ea typeface="Open Sans" panose="020B0606030504020204" pitchFamily="34" charset="0"/>
                <a:cs typeface="Open Sans" panose="020B0606030504020204" pitchFamily="34" charset="0"/>
              </a:rPr>
              <a:t>Track user feedback and volumetrics to inform continuous improvement and data driven customer retention strategy </a:t>
            </a:r>
          </a:p>
          <a:p>
            <a:pPr marL="171450" marR="0" lvl="1" indent="-171450" algn="l" defTabSz="1217613" rtl="0" eaLnBrk="0" fontAlgn="base" latinLnBrk="0" hangingPunct="0">
              <a:lnSpc>
                <a:spcPct val="100000"/>
              </a:lnSpc>
              <a:spcBef>
                <a:spcPct val="0"/>
              </a:spcBef>
              <a:spcAft>
                <a:spcPts val="600"/>
              </a:spcAft>
              <a:buClrTx/>
              <a:buSzTx/>
              <a:buFont typeface="Arial" panose="020B0604020202020204" pitchFamily="34" charset="0"/>
              <a:buChar char="•"/>
              <a:tabLst/>
              <a:defRPr/>
            </a:pPr>
            <a:endParaRPr lang="en-US" sz="1100" dirty="0">
              <a:latin typeface="Open Sans"/>
              <a:ea typeface="Open Sans" panose="020B0606030504020204" pitchFamily="34" charset="0"/>
              <a:cs typeface="Open Sans" panose="020B0606030504020204" pitchFamily="34" charset="0"/>
            </a:endParaRPr>
          </a:p>
          <a:p>
            <a:pPr marL="0" marR="0" lvl="1" algn="l" defTabSz="1217613" rtl="0" eaLnBrk="0" fontAlgn="base" latinLnBrk="0" hangingPunct="0">
              <a:lnSpc>
                <a:spcPct val="100000"/>
              </a:lnSpc>
              <a:spcBef>
                <a:spcPct val="0"/>
              </a:spcBef>
              <a:spcAft>
                <a:spcPts val="600"/>
              </a:spcAft>
              <a:buClrTx/>
              <a:buSzTx/>
              <a:tabLst/>
              <a:defRPr/>
            </a:pPr>
            <a:endParaRPr kumimoji="0" lang="en-US" sz="1100" b="0" i="0" u="none" strike="noStrike" kern="1200" cap="none" spc="0" normalizeH="0" baseline="0" noProof="0" dirty="0">
              <a:ln>
                <a:noFill/>
              </a:ln>
              <a:effectLst/>
              <a:uLnTx/>
              <a:uFillTx/>
              <a:latin typeface="Open Sans"/>
              <a:ea typeface="Open Sans" panose="020B0606030504020204" pitchFamily="34" charset="0"/>
              <a:cs typeface="Open Sans" panose="020B0606030504020204" pitchFamily="34" charset="0"/>
            </a:endParaRPr>
          </a:p>
        </p:txBody>
      </p:sp>
      <p:sp>
        <p:nvSpPr>
          <p:cNvPr id="24" name="Rectangle 23">
            <a:extLst>
              <a:ext uri="{FF2B5EF4-FFF2-40B4-BE49-F238E27FC236}">
                <a16:creationId xmlns:a16="http://schemas.microsoft.com/office/drawing/2014/main" id="{6737D673-B84D-7246-637F-A2B1AEDF5A14}"/>
              </a:ext>
            </a:extLst>
          </p:cNvPr>
          <p:cNvSpPr/>
          <p:nvPr/>
        </p:nvSpPr>
        <p:spPr bwMode="gray">
          <a:xfrm>
            <a:off x="3350039" y="1403039"/>
            <a:ext cx="5500082" cy="1333698"/>
          </a:xfrm>
          <a:prstGeom prst="rect">
            <a:avLst/>
          </a:prstGeom>
          <a:noFill/>
          <a:ln w="19050" algn="ctr">
            <a:noFill/>
            <a:miter lim="800000"/>
            <a:headEnd/>
            <a:tailEnd/>
          </a:ln>
        </p:spPr>
        <p:txBody>
          <a:bodyPr wrap="square" lIns="0" tIns="0" rIns="0" bIns="9144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9525" marR="0" lvl="1" indent="-9525" algn="l" defTabSz="1217613" rtl="0" eaLnBrk="0" fontAlgn="base" latinLnBrk="0" hangingPunct="0">
              <a:lnSpc>
                <a:spcPct val="100000"/>
              </a:lnSpc>
              <a:spcBef>
                <a:spcPct val="0"/>
              </a:spcBef>
              <a:spcAft>
                <a:spcPts val="600"/>
              </a:spcAft>
              <a:buClrTx/>
              <a:buSzTx/>
              <a:buFontTx/>
              <a:buNone/>
              <a:tabLst/>
              <a:defRPr/>
            </a:pPr>
            <a:r>
              <a:rPr kumimoji="0" lang="en-GB" sz="1500" b="1" i="0" u="none" strike="noStrike" kern="1200" cap="none" spc="0" normalizeH="0" baseline="0" noProof="0">
                <a:ln>
                  <a:noFill/>
                </a:ln>
                <a:solidFill>
                  <a:schemeClr val="accent5"/>
                </a:solidFill>
                <a:effectLst/>
                <a:uLnTx/>
                <a:uFillTx/>
                <a:latin typeface="Open Sans"/>
                <a:ea typeface="Open Sans" panose="020B0606030504020204" pitchFamily="34" charset="0"/>
                <a:cs typeface="Open Sans" panose="020B0606030504020204" pitchFamily="34" charset="0"/>
              </a:rPr>
              <a:t>Situation</a:t>
            </a:r>
            <a:endParaRPr kumimoji="0" lang="en-US" sz="1500" b="0" i="0" u="none" strike="noStrike" kern="1200" cap="none" spc="0" normalizeH="0" baseline="0" noProof="0">
              <a:ln>
                <a:noFill/>
              </a:ln>
              <a:solidFill>
                <a:schemeClr val="accent5"/>
              </a:solidFill>
              <a:effectLst/>
              <a:uLnTx/>
              <a:uFillTx/>
              <a:latin typeface="Open Sans"/>
              <a:ea typeface="Open Sans" panose="020B0606030504020204" pitchFamily="34" charset="0"/>
              <a:cs typeface="Open Sans" panose="020B0606030504020204" pitchFamily="34" charset="0"/>
            </a:endParaRPr>
          </a:p>
          <a:p>
            <a:pPr marL="171450" marR="0" lvl="1" indent="-171450" algn="l" defTabSz="1217613" rtl="0" eaLnBrk="0" fontAlgn="base" latinLnBrk="0" hangingPunct="0">
              <a:lnSpc>
                <a:spcPct val="100000"/>
              </a:lnSpc>
              <a:spcBef>
                <a:spcPts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000000"/>
                </a:solidFill>
                <a:effectLst/>
                <a:uLnTx/>
                <a:uFillTx/>
                <a:latin typeface="Open Sans"/>
                <a:ea typeface="Open Sans" panose="020B0606030504020204" pitchFamily="34" charset="0"/>
                <a:cs typeface="Open Sans" panose="020B0606030504020204" pitchFamily="34" charset="0"/>
              </a:rPr>
              <a:t> Shared services customer experience is not consistent due to multiple channels of engagement and limited self-service capability</a:t>
            </a:r>
          </a:p>
          <a:p>
            <a:pPr marL="171450" marR="0" lvl="1" indent="-171450" algn="l" defTabSz="1217613" rtl="0" eaLnBrk="0" fontAlgn="base" latinLnBrk="0" hangingPunct="0">
              <a:lnSpc>
                <a:spcPct val="100000"/>
              </a:lnSpc>
              <a:spcBef>
                <a:spcPts val="0"/>
              </a:spcBef>
              <a:spcAft>
                <a:spcPts val="600"/>
              </a:spcAft>
              <a:buClrTx/>
              <a:buSzTx/>
              <a:buFont typeface="Arial" panose="020B0604020202020204" pitchFamily="34" charset="0"/>
              <a:buChar char="•"/>
              <a:tabLst/>
              <a:defRPr/>
            </a:pPr>
            <a:r>
              <a:rPr lang="en-US" sz="1100">
                <a:solidFill>
                  <a:srgbClr val="000000"/>
                </a:solidFill>
                <a:latin typeface="Open Sans"/>
                <a:ea typeface="Open Sans" panose="020B0606030504020204" pitchFamily="34" charset="0"/>
                <a:cs typeface="Open Sans" panose="020B0606030504020204" pitchFamily="34" charset="0"/>
              </a:rPr>
              <a:t>Knowledge articles are stalled, not personalized and not easy to identify</a:t>
            </a:r>
          </a:p>
          <a:p>
            <a:pPr marL="171450" marR="0" lvl="1" indent="-171450" algn="l" defTabSz="1217613" rtl="0" eaLnBrk="0" fontAlgn="base" latinLnBrk="0" hangingPunct="0">
              <a:lnSpc>
                <a:spcPct val="100000"/>
              </a:lnSpc>
              <a:spcBef>
                <a:spcPts val="0"/>
              </a:spcBef>
              <a:spcAft>
                <a:spcPts val="600"/>
              </a:spcAft>
              <a:buClrTx/>
              <a:buSzTx/>
              <a:buFont typeface="Arial" panose="020B0604020202020204" pitchFamily="34" charset="0"/>
              <a:buChar char="•"/>
              <a:tabLst/>
              <a:defRPr/>
            </a:pPr>
            <a:r>
              <a:rPr lang="en-US" sz="1100">
                <a:solidFill>
                  <a:srgbClr val="000000"/>
                </a:solidFill>
                <a:latin typeface="Open Sans"/>
                <a:ea typeface="Open Sans" panose="020B0606030504020204" pitchFamily="34" charset="0"/>
                <a:cs typeface="Open Sans" panose="020B0606030504020204" pitchFamily="34" charset="0"/>
              </a:rPr>
              <a:t> Shared services customers have very limited visibility into case status, resulting in ~30% increase in call volume</a:t>
            </a:r>
            <a:endParaRPr kumimoji="0" lang="en-US" sz="1100" b="0" i="0" u="none" strike="noStrike" kern="1200" cap="none" spc="0" normalizeH="0" baseline="0" noProof="0">
              <a:ln>
                <a:noFill/>
              </a:ln>
              <a:solidFill>
                <a:srgbClr val="000000"/>
              </a:solidFill>
              <a:effectLst/>
              <a:uLnTx/>
              <a:uFillTx/>
              <a:latin typeface="Open Sans"/>
              <a:ea typeface="Open Sans" panose="020B0606030504020204" pitchFamily="34" charset="0"/>
              <a:cs typeface="Open Sans" panose="020B0606030504020204" pitchFamily="34" charset="0"/>
            </a:endParaRPr>
          </a:p>
        </p:txBody>
      </p:sp>
      <p:sp>
        <p:nvSpPr>
          <p:cNvPr id="25" name="Rectangle 24">
            <a:extLst>
              <a:ext uri="{FF2B5EF4-FFF2-40B4-BE49-F238E27FC236}">
                <a16:creationId xmlns:a16="http://schemas.microsoft.com/office/drawing/2014/main" id="{5018FA1B-BF24-C81F-38EB-4997297F366D}"/>
              </a:ext>
            </a:extLst>
          </p:cNvPr>
          <p:cNvSpPr/>
          <p:nvPr/>
        </p:nvSpPr>
        <p:spPr bwMode="gray">
          <a:xfrm>
            <a:off x="498515" y="1390338"/>
            <a:ext cx="2627615" cy="3016989"/>
          </a:xfrm>
          <a:prstGeom prst="rect">
            <a:avLst/>
          </a:prstGeom>
          <a:solidFill>
            <a:srgbClr val="F9F9F9"/>
          </a:solidFill>
          <a:ln w="19050" algn="ctr">
            <a:noFill/>
            <a:miter lim="800000"/>
            <a:headEnd/>
            <a:tailEnd/>
          </a:ln>
        </p:spPr>
        <p:txBody>
          <a:bodyPr wrap="square" lIns="91440" tIns="91440" rIns="91440" bIns="91440" rtlCol="0" anchor="t">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9525" marR="0" lvl="1" indent="-9525" algn="l" defTabSz="1217613" rtl="0" eaLnBrk="0" fontAlgn="base" latinLnBrk="0" hangingPunct="0">
              <a:lnSpc>
                <a:spcPct val="100000"/>
              </a:lnSpc>
              <a:spcBef>
                <a:spcPct val="0"/>
              </a:spcBef>
              <a:spcAft>
                <a:spcPts val="600"/>
              </a:spcAft>
              <a:buClrTx/>
              <a:buSzTx/>
              <a:buFontTx/>
              <a:buNone/>
              <a:tabLst/>
              <a:defRPr/>
            </a:pPr>
            <a:endParaRPr kumimoji="0" lang="en-GB" sz="1100" b="0" i="0" u="none" strike="noStrike" kern="1200" cap="none" spc="0" normalizeH="0" baseline="0" noProof="0">
              <a:ln>
                <a:noFill/>
              </a:ln>
              <a:solidFill>
                <a:srgbClr val="000000"/>
              </a:solidFill>
              <a:effectLst/>
              <a:uLnTx/>
              <a:uFillTx/>
              <a:latin typeface="Open Sans"/>
              <a:ea typeface="Open Sans" panose="020B0606030504020204" pitchFamily="34" charset="0"/>
              <a:cs typeface="Open Sans" panose="020B0606030504020204" pitchFamily="34" charset="0"/>
            </a:endParaRPr>
          </a:p>
        </p:txBody>
      </p:sp>
      <p:cxnSp>
        <p:nvCxnSpPr>
          <p:cNvPr id="26" name="Straight Connector 25">
            <a:extLst>
              <a:ext uri="{FF2B5EF4-FFF2-40B4-BE49-F238E27FC236}">
                <a16:creationId xmlns:a16="http://schemas.microsoft.com/office/drawing/2014/main" id="{157FA967-469C-8DDD-B43F-FB66273132B3}"/>
              </a:ext>
            </a:extLst>
          </p:cNvPr>
          <p:cNvCxnSpPr/>
          <p:nvPr/>
        </p:nvCxnSpPr>
        <p:spPr>
          <a:xfrm>
            <a:off x="3130166" y="1403037"/>
            <a:ext cx="0" cy="4800600"/>
          </a:xfrm>
          <a:prstGeom prst="line">
            <a:avLst/>
          </a:prstGeom>
          <a:ln w="12700" cap="rnd">
            <a:solidFill>
              <a:schemeClr val="accent1"/>
            </a:solidFill>
          </a:ln>
        </p:spPr>
        <p:style>
          <a:lnRef idx="1">
            <a:schemeClr val="accent1"/>
          </a:lnRef>
          <a:fillRef idx="0">
            <a:schemeClr val="accent1"/>
          </a:fillRef>
          <a:effectRef idx="0">
            <a:schemeClr val="accent1"/>
          </a:effectRef>
          <a:fontRef idx="minor">
            <a:schemeClr val="tx1"/>
          </a:fontRef>
        </p:style>
      </p:cxnSp>
      <p:sp>
        <p:nvSpPr>
          <p:cNvPr id="27" name="Text Placeholder 3">
            <a:extLst>
              <a:ext uri="{FF2B5EF4-FFF2-40B4-BE49-F238E27FC236}">
                <a16:creationId xmlns:a16="http://schemas.microsoft.com/office/drawing/2014/main" id="{87C7230F-23AA-52B0-AA01-A68B5DD51289}"/>
              </a:ext>
            </a:extLst>
          </p:cNvPr>
          <p:cNvSpPr txBox="1">
            <a:spLocks/>
          </p:cNvSpPr>
          <p:nvPr/>
        </p:nvSpPr>
        <p:spPr>
          <a:xfrm>
            <a:off x="617840" y="2294267"/>
            <a:ext cx="2376944" cy="2262158"/>
          </a:xfrm>
          <a:prstGeom prst="rect">
            <a:avLst/>
          </a:prstGeom>
        </p:spPr>
        <p:txBody>
          <a:bodyPr wrap="square" lIns="0" tIns="91440" rIns="0" bIns="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9525" marR="0" lvl="1" indent="-9525" algn="l" defTabSz="1217613" rtl="0" eaLnBrk="0" fontAlgn="base" latinLnBrk="0" hangingPunct="0">
              <a:lnSpc>
                <a:spcPct val="100000"/>
              </a:lnSpc>
              <a:spcBef>
                <a:spcPct val="0"/>
              </a:spcBef>
              <a:spcAft>
                <a:spcPts val="600"/>
              </a:spcAft>
              <a:buClrTx/>
              <a:buSzPct val="100000"/>
              <a:buFont typeface="Arial" panose="020B0604020202020204" pitchFamily="34" charset="0"/>
              <a:buNone/>
              <a:tabLst/>
              <a:defRPr/>
            </a:pPr>
            <a:r>
              <a:rPr kumimoji="0" lang="en-US" sz="1500" b="1" i="0" u="none" strike="noStrike" kern="1200" cap="none" spc="0" normalizeH="0" baseline="0" noProof="0">
                <a:ln>
                  <a:noFill/>
                </a:ln>
                <a:solidFill>
                  <a:schemeClr val="accent5"/>
                </a:solidFill>
                <a:effectLst/>
                <a:uLnTx/>
                <a:uFillTx/>
                <a:latin typeface="Open Sans"/>
                <a:ea typeface="Open Sans" panose="020B0606030504020204" pitchFamily="34" charset="0"/>
                <a:cs typeface="Open Sans" panose="020B0606030504020204" pitchFamily="34" charset="0"/>
              </a:rPr>
              <a:t>Industries</a:t>
            </a:r>
            <a:r>
              <a:rPr kumimoji="0" lang="en-US" sz="1500" b="1" i="0" u="none" strike="noStrike" kern="1200" cap="none" spc="0" normalizeH="0" baseline="0" noProof="0">
                <a:ln>
                  <a:noFill/>
                </a:ln>
                <a:solidFill>
                  <a:srgbClr val="86BC25"/>
                </a:solidFill>
                <a:effectLst/>
                <a:uLnTx/>
                <a:uFillTx/>
                <a:latin typeface="Open Sans"/>
                <a:ea typeface="Open Sans" panose="020B0606030504020204" pitchFamily="34" charset="0"/>
                <a:cs typeface="Open Sans" panose="020B0606030504020204" pitchFamily="34" charset="0"/>
              </a:rPr>
              <a:t>:</a:t>
            </a:r>
          </a:p>
          <a:p>
            <a:pPr marL="171450" marR="0" lvl="1" indent="-171450" algn="l" defTabSz="1217613" rtl="0" eaLnBrk="0" fontAlgn="base" latinLnBrk="0" hangingPunct="0">
              <a:lnSpc>
                <a:spcPct val="100000"/>
              </a:lnSpc>
              <a:spcBef>
                <a:spcPct val="0"/>
              </a:spcBef>
              <a:spcAft>
                <a:spcPts val="600"/>
              </a:spcAft>
              <a:buClrTx/>
              <a:buSzPct val="100000"/>
              <a:buFont typeface="Arial" panose="020B0604020202020204" pitchFamily="34" charset="0"/>
              <a:buChar char="•"/>
              <a:tabLst/>
              <a:defRPr/>
            </a:pPr>
            <a:r>
              <a:rPr kumimoji="0" lang="en-US" sz="1100" b="0" i="0" u="none" strike="noStrike" kern="1200" cap="none" spc="0" normalizeH="0" baseline="0" noProof="0">
                <a:ln>
                  <a:noFill/>
                </a:ln>
                <a:solidFill>
                  <a:prstClr val="black"/>
                </a:solidFill>
                <a:effectLst/>
                <a:uLnTx/>
                <a:uFillTx/>
                <a:latin typeface="Open Sans"/>
                <a:ea typeface="Open Sans" panose="020B0606030504020204" pitchFamily="34" charset="0"/>
                <a:cs typeface="Open Sans" panose="020B0606030504020204" pitchFamily="34" charset="0"/>
              </a:rPr>
              <a:t>Life Sciences and Healthcare</a:t>
            </a:r>
          </a:p>
          <a:p>
            <a:pPr marL="171450" marR="0" lvl="1" indent="-171450" algn="l" defTabSz="1217613" rtl="0" eaLnBrk="0" fontAlgn="base" latinLnBrk="0" hangingPunct="0">
              <a:lnSpc>
                <a:spcPct val="100000"/>
              </a:lnSpc>
              <a:spcBef>
                <a:spcPct val="0"/>
              </a:spcBef>
              <a:spcAft>
                <a:spcPts val="600"/>
              </a:spcAft>
              <a:buClrTx/>
              <a:buSzPct val="100000"/>
              <a:buFont typeface="Arial" panose="020B0604020202020204" pitchFamily="34" charset="0"/>
              <a:buChar char="•"/>
              <a:tabLst/>
              <a:defRPr/>
            </a:pPr>
            <a:r>
              <a:rPr kumimoji="0" lang="en-US" sz="1100" b="0" i="0" u="none" strike="noStrike" kern="1200" cap="none" spc="0" normalizeH="0" baseline="0" noProof="0">
                <a:ln>
                  <a:noFill/>
                </a:ln>
                <a:solidFill>
                  <a:prstClr val="black"/>
                </a:solidFill>
                <a:effectLst/>
                <a:uLnTx/>
                <a:uFillTx/>
                <a:latin typeface="Open Sans"/>
                <a:ea typeface="Open Sans" panose="020B0606030504020204" pitchFamily="34" charset="0"/>
                <a:cs typeface="Open Sans" panose="020B0606030504020204" pitchFamily="34" charset="0"/>
              </a:rPr>
              <a:t>Financial Services and Insurance</a:t>
            </a:r>
          </a:p>
          <a:p>
            <a:pPr marL="171450" marR="0" lvl="1" indent="-171450" algn="l" defTabSz="1217613" rtl="0" eaLnBrk="0" fontAlgn="base" latinLnBrk="0" hangingPunct="0">
              <a:lnSpc>
                <a:spcPct val="100000"/>
              </a:lnSpc>
              <a:spcBef>
                <a:spcPct val="0"/>
              </a:spcBef>
              <a:spcAft>
                <a:spcPts val="600"/>
              </a:spcAft>
              <a:buClrTx/>
              <a:buSzPct val="100000"/>
              <a:buFont typeface="Arial" panose="020B0604020202020204" pitchFamily="34" charset="0"/>
              <a:buChar char="•"/>
              <a:tabLst/>
              <a:defRPr/>
            </a:pPr>
            <a:r>
              <a:rPr kumimoji="0" lang="en-US" sz="1100" b="0" i="0" u="none" strike="noStrike" kern="1200" cap="none" spc="0" normalizeH="0" baseline="0" noProof="0">
                <a:ln>
                  <a:noFill/>
                </a:ln>
                <a:solidFill>
                  <a:prstClr val="black"/>
                </a:solidFill>
                <a:effectLst/>
                <a:uLnTx/>
                <a:uFillTx/>
                <a:latin typeface="Open Sans"/>
                <a:ea typeface="Open Sans" panose="020B0606030504020204" pitchFamily="34" charset="0"/>
                <a:cs typeface="Open Sans" panose="020B0606030504020204" pitchFamily="34" charset="0"/>
              </a:rPr>
              <a:t>Government and Public Services</a:t>
            </a:r>
          </a:p>
          <a:p>
            <a:pPr marL="171450" marR="0" lvl="1" indent="-171450" algn="l" defTabSz="1217613" rtl="0" eaLnBrk="0" fontAlgn="base" latinLnBrk="0" hangingPunct="0">
              <a:lnSpc>
                <a:spcPct val="100000"/>
              </a:lnSpc>
              <a:spcBef>
                <a:spcPct val="0"/>
              </a:spcBef>
              <a:spcAft>
                <a:spcPts val="600"/>
              </a:spcAft>
              <a:buClrTx/>
              <a:buSzPct val="100000"/>
              <a:buFont typeface="Arial" panose="020B0604020202020204" pitchFamily="34" charset="0"/>
              <a:buChar char="•"/>
              <a:tabLst/>
              <a:defRPr/>
            </a:pPr>
            <a:r>
              <a:rPr kumimoji="0" lang="en-US" sz="1100" b="0" i="0" u="none" strike="noStrike" kern="1200" cap="none" spc="0" normalizeH="0" baseline="0" noProof="0">
                <a:ln>
                  <a:noFill/>
                </a:ln>
                <a:solidFill>
                  <a:prstClr val="black"/>
                </a:solidFill>
                <a:effectLst/>
                <a:uLnTx/>
                <a:uFillTx/>
                <a:latin typeface="Open Sans"/>
                <a:ea typeface="Open Sans" panose="020B0606030504020204" pitchFamily="34" charset="0"/>
                <a:cs typeface="Open Sans" panose="020B0606030504020204" pitchFamily="34" charset="0"/>
              </a:rPr>
              <a:t>Tech, Media, and Telecom</a:t>
            </a:r>
          </a:p>
          <a:p>
            <a:pPr marL="171450" marR="0" lvl="1" indent="-171450" algn="l" defTabSz="1217613" rtl="0" eaLnBrk="0" fontAlgn="base" latinLnBrk="0" hangingPunct="0">
              <a:lnSpc>
                <a:spcPct val="100000"/>
              </a:lnSpc>
              <a:spcBef>
                <a:spcPct val="0"/>
              </a:spcBef>
              <a:spcAft>
                <a:spcPts val="600"/>
              </a:spcAft>
              <a:buClrTx/>
              <a:buSzPct val="100000"/>
              <a:buFont typeface="Arial" panose="020B0604020202020204" pitchFamily="34" charset="0"/>
              <a:buChar char="•"/>
              <a:tabLst/>
              <a:defRPr/>
            </a:pPr>
            <a:r>
              <a:rPr kumimoji="0" lang="en-US" sz="1100" b="0" i="0" u="none" strike="noStrike" kern="1200" cap="none" spc="0" normalizeH="0" baseline="0" noProof="0">
                <a:ln>
                  <a:noFill/>
                </a:ln>
                <a:solidFill>
                  <a:prstClr val="black"/>
                </a:solidFill>
                <a:effectLst/>
                <a:uLnTx/>
                <a:uFillTx/>
                <a:latin typeface="Open Sans"/>
                <a:ea typeface="Open Sans" panose="020B0606030504020204" pitchFamily="34" charset="0"/>
                <a:cs typeface="Open Sans" panose="020B0606030504020204" pitchFamily="34" charset="0"/>
              </a:rPr>
              <a:t>Energy, Resources, and Industrials</a:t>
            </a:r>
          </a:p>
          <a:p>
            <a:pPr marL="171450" marR="0" lvl="1" indent="-171450" algn="l" defTabSz="1217613" rtl="0" eaLnBrk="0" fontAlgn="base" latinLnBrk="0" hangingPunct="0">
              <a:lnSpc>
                <a:spcPct val="100000"/>
              </a:lnSpc>
              <a:spcBef>
                <a:spcPct val="0"/>
              </a:spcBef>
              <a:spcAft>
                <a:spcPts val="600"/>
              </a:spcAft>
              <a:buClrTx/>
              <a:buSzPct val="100000"/>
              <a:buFont typeface="Arial" panose="020B0604020202020204" pitchFamily="34" charset="0"/>
              <a:buChar char="•"/>
              <a:tabLst/>
              <a:defRPr/>
            </a:pPr>
            <a:r>
              <a:rPr kumimoji="0" lang="en-US" sz="1100" b="0" i="0" u="none" strike="noStrike" kern="1200" cap="none" spc="0" normalizeH="0" baseline="0" noProof="0">
                <a:ln>
                  <a:noFill/>
                </a:ln>
                <a:solidFill>
                  <a:prstClr val="black"/>
                </a:solidFill>
                <a:effectLst/>
                <a:uLnTx/>
                <a:uFillTx/>
                <a:latin typeface="Open Sans"/>
                <a:ea typeface="Open Sans" panose="020B0606030504020204" pitchFamily="34" charset="0"/>
                <a:cs typeface="Open Sans" panose="020B0606030504020204" pitchFamily="34" charset="0"/>
              </a:rPr>
              <a:t>Consumer</a:t>
            </a:r>
          </a:p>
          <a:p>
            <a:pPr marL="0" marR="0" lvl="1" indent="0" algn="l" defTabSz="914400" rtl="0" eaLnBrk="1" fontAlgn="base" latinLnBrk="0" hangingPunct="1">
              <a:lnSpc>
                <a:spcPct val="100000"/>
              </a:lnSpc>
              <a:spcBef>
                <a:spcPct val="0"/>
              </a:spcBef>
              <a:spcAft>
                <a:spcPts val="1338"/>
              </a:spcAft>
              <a:buClrTx/>
              <a:buSzPct val="100000"/>
              <a:buFont typeface="Arial" panose="020B0604020202020204" pitchFamily="34" charset="0"/>
              <a:buNone/>
              <a:tabLst/>
              <a:defRPr/>
            </a:pPr>
            <a:endParaRPr kumimoji="0" lang="en-US" sz="1400" b="0" i="0" u="none" strike="noStrike" kern="1200" cap="none" spc="0" normalizeH="0" baseline="0" noProof="0">
              <a:ln>
                <a:noFill/>
              </a:ln>
              <a:solidFill>
                <a:srgbClr val="FF0000"/>
              </a:solidFill>
              <a:effectLst/>
              <a:uLnTx/>
              <a:uFillTx/>
              <a:latin typeface="Open Sans"/>
              <a:ea typeface="Open Sans" panose="020B0606030504020204" pitchFamily="34" charset="0"/>
              <a:cs typeface="Open Sans" panose="020B0606030504020204" pitchFamily="34" charset="0"/>
            </a:endParaRPr>
          </a:p>
        </p:txBody>
      </p:sp>
      <p:sp>
        <p:nvSpPr>
          <p:cNvPr id="33" name="Text Placeholder 3">
            <a:extLst>
              <a:ext uri="{FF2B5EF4-FFF2-40B4-BE49-F238E27FC236}">
                <a16:creationId xmlns:a16="http://schemas.microsoft.com/office/drawing/2014/main" id="{C147A7C6-0D93-8377-1945-2A49F8F5DEE4}"/>
              </a:ext>
            </a:extLst>
          </p:cNvPr>
          <p:cNvSpPr txBox="1">
            <a:spLocks/>
          </p:cNvSpPr>
          <p:nvPr/>
        </p:nvSpPr>
        <p:spPr>
          <a:xfrm>
            <a:off x="617840" y="4499652"/>
            <a:ext cx="2376944" cy="153888"/>
          </a:xfrm>
          <a:prstGeom prst="rect">
            <a:avLst/>
          </a:prstGeom>
        </p:spPr>
        <p:txBody>
          <a:bodyPr wrap="square" lIns="0" tIns="0" rIns="0" bIns="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9525" marR="0" lvl="1" indent="-9525" algn="l" defTabSz="1217613" rtl="0" eaLnBrk="0" fontAlgn="base" latinLnBrk="0" hangingPunct="0">
              <a:lnSpc>
                <a:spcPct val="100000"/>
              </a:lnSpc>
              <a:spcBef>
                <a:spcPts val="0"/>
              </a:spcBef>
              <a:spcAft>
                <a:spcPts val="0"/>
              </a:spcAft>
              <a:buClrTx/>
              <a:buSzPct val="100000"/>
              <a:buFont typeface="Arial" panose="020B0604020202020204" pitchFamily="34" charset="0"/>
              <a:buNone/>
              <a:tabLst/>
              <a:defRPr/>
            </a:pPr>
            <a:r>
              <a:rPr kumimoji="0" lang="en-GB" sz="1000" b="1" i="0" u="none" strike="noStrike" kern="1200" cap="none" spc="100" normalizeH="0" baseline="0" noProof="0">
                <a:ln>
                  <a:noFill/>
                </a:ln>
                <a:solidFill>
                  <a:schemeClr val="accent5"/>
                </a:solidFill>
                <a:effectLst/>
                <a:uLnTx/>
                <a:uFillTx/>
                <a:latin typeface="Open Sans"/>
                <a:ea typeface="Open Sans" panose="020B0606030504020204" pitchFamily="34" charset="0"/>
                <a:cs typeface="Open Sans" panose="020B0606030504020204" pitchFamily="34" charset="0"/>
              </a:rPr>
              <a:t>Model:</a:t>
            </a:r>
          </a:p>
        </p:txBody>
      </p:sp>
      <p:sp>
        <p:nvSpPr>
          <p:cNvPr id="39" name="Rectangle 38">
            <a:extLst>
              <a:ext uri="{FF2B5EF4-FFF2-40B4-BE49-F238E27FC236}">
                <a16:creationId xmlns:a16="http://schemas.microsoft.com/office/drawing/2014/main" id="{1C86D75F-0C59-9420-2697-B77B60CA8315}"/>
              </a:ext>
            </a:extLst>
          </p:cNvPr>
          <p:cNvSpPr/>
          <p:nvPr/>
        </p:nvSpPr>
        <p:spPr bwMode="gray">
          <a:xfrm>
            <a:off x="9189093" y="1555465"/>
            <a:ext cx="2627615" cy="4833994"/>
          </a:xfrm>
          <a:prstGeom prst="rect">
            <a:avLst/>
          </a:prstGeom>
          <a:solidFill>
            <a:srgbClr val="FFFFFF">
              <a:lumMod val="95000"/>
              <a:alpha val="50000"/>
            </a:srgbClr>
          </a:solidFill>
          <a:ln w="19050" algn="ctr">
            <a:noFill/>
            <a:miter lim="800000"/>
            <a:headEnd/>
            <a:tailEnd/>
          </a:ln>
        </p:spPr>
        <p:txBody>
          <a:bodyPr wrap="square" lIns="91440" tIns="91440" rIns="91440" bIns="9144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9525" marR="0" lvl="1" indent="-9525" algn="ctr" defTabSz="1217613" rtl="0" eaLnBrk="0" fontAlgn="base" latinLnBrk="0" hangingPunct="0">
              <a:lnSpc>
                <a:spcPct val="100000"/>
              </a:lnSpc>
              <a:spcBef>
                <a:spcPct val="0"/>
              </a:spcBef>
              <a:spcAft>
                <a:spcPts val="600"/>
              </a:spcAft>
              <a:buClrTx/>
              <a:buSzTx/>
              <a:buFontTx/>
              <a:buNone/>
              <a:tabLst/>
              <a:defRPr/>
            </a:pPr>
            <a:r>
              <a:rPr kumimoji="0" lang="en-GB" sz="1500" b="1" i="0" u="none" strike="noStrike" kern="1200" cap="none" spc="0" normalizeH="0" baseline="0" noProof="0">
                <a:ln>
                  <a:noFill/>
                </a:ln>
                <a:solidFill>
                  <a:schemeClr val="accent5"/>
                </a:solidFill>
                <a:effectLst/>
                <a:uLnTx/>
                <a:uFillTx/>
                <a:latin typeface="Open Sans"/>
                <a:ea typeface="Open Sans" panose="020B0606030504020204" pitchFamily="34" charset="0"/>
                <a:cs typeface="Open Sans" panose="020B0606030504020204" pitchFamily="34" charset="0"/>
              </a:rPr>
              <a:t>Potential Benefits</a:t>
            </a:r>
          </a:p>
          <a:p>
            <a:pPr marL="9525" marR="0" lvl="1" indent="-9525" algn="ctr" defTabSz="1217613" rtl="0" eaLnBrk="0" fontAlgn="base" latinLnBrk="0" hangingPunct="0">
              <a:lnSpc>
                <a:spcPct val="100000"/>
              </a:lnSpc>
              <a:spcBef>
                <a:spcPct val="0"/>
              </a:spcBef>
              <a:spcAft>
                <a:spcPts val="600"/>
              </a:spcAft>
              <a:buClrTx/>
              <a:buSzTx/>
              <a:buFontTx/>
              <a:buNone/>
              <a:tabLst/>
              <a:defRPr/>
            </a:pPr>
            <a:endParaRPr kumimoji="0" lang="en-GB" sz="700" b="1" i="0" u="none" strike="noStrike" kern="1200" cap="none" spc="0" normalizeH="0" baseline="0" noProof="0">
              <a:ln>
                <a:noFill/>
              </a:ln>
              <a:solidFill>
                <a:srgbClr val="86BC25"/>
              </a:solidFill>
              <a:effectLst/>
              <a:uLnTx/>
              <a:uFillTx/>
              <a:latin typeface="Open Sans"/>
              <a:ea typeface="Open Sans" panose="020B0606030504020204" pitchFamily="34" charset="0"/>
              <a:cs typeface="Open Sans" panose="020B0606030504020204" pitchFamily="34" charset="0"/>
            </a:endParaRPr>
          </a:p>
          <a:p>
            <a:pPr marL="171450" marR="0" lvl="0" indent="-171450" algn="l" defTabSz="914400" rtl="0" eaLnBrk="1" fontAlgn="auto" latinLnBrk="0" hangingPunct="1">
              <a:lnSpc>
                <a:spcPct val="100000"/>
              </a:lnSpc>
              <a:spcBef>
                <a:spcPts val="200"/>
              </a:spcBef>
              <a:spcAft>
                <a:spcPts val="0"/>
              </a:spcAft>
              <a:buClrTx/>
              <a:buSzPct val="100000"/>
              <a:buFont typeface="Arial" panose="020B0604020202020204" pitchFamily="34" charset="0"/>
              <a:buChar char="•"/>
              <a:tabLst/>
              <a:defRPr/>
            </a:pPr>
            <a:r>
              <a:rPr kumimoji="0" lang="en-US" sz="1100" b="1" i="0" u="none" strike="noStrike" kern="1200" cap="none" spc="0" normalizeH="0" baseline="0" noProof="0">
                <a:ln>
                  <a:noFill/>
                </a:ln>
                <a:solidFill>
                  <a:srgbClr val="000000"/>
                </a:solidFill>
                <a:effectLst/>
                <a:uLnTx/>
                <a:uFillTx/>
                <a:latin typeface="Open Sans"/>
                <a:ea typeface="Open Sans" panose="020B0606030504020204" pitchFamily="34" charset="0"/>
                <a:cs typeface="Open Sans" panose="020B0606030504020204" pitchFamily="34" charset="0"/>
              </a:rPr>
              <a:t>Efficiency:</a:t>
            </a:r>
            <a:r>
              <a:rPr kumimoji="0" lang="en-US" sz="1100" i="0" u="none" strike="noStrike" kern="1200" cap="none" spc="0" normalizeH="0" baseline="0" noProof="0">
                <a:ln>
                  <a:noFill/>
                </a:ln>
                <a:solidFill>
                  <a:srgbClr val="000000"/>
                </a:solidFill>
                <a:effectLst/>
                <a:uLnTx/>
                <a:uFillTx/>
                <a:latin typeface="Open Sans"/>
                <a:ea typeface="Open Sans" panose="020B0606030504020204" pitchFamily="34" charset="0"/>
                <a:cs typeface="Open Sans" panose="020B0606030504020204" pitchFamily="34" charset="0"/>
              </a:rPr>
              <a:t> 25-40% productivity gains1 through optimizing technology stack and digitizing workflows powered by AI​</a:t>
            </a:r>
          </a:p>
          <a:p>
            <a:pPr marL="171450" marR="0" lvl="0" indent="-171450" algn="l" defTabSz="914400" rtl="0" eaLnBrk="1" fontAlgn="auto" latinLnBrk="0" hangingPunct="1">
              <a:lnSpc>
                <a:spcPct val="100000"/>
              </a:lnSpc>
              <a:spcBef>
                <a:spcPts val="200"/>
              </a:spcBef>
              <a:spcAft>
                <a:spcPts val="0"/>
              </a:spcAft>
              <a:buClrTx/>
              <a:buSzPct val="100000"/>
              <a:buFont typeface="Arial" panose="020B0604020202020204" pitchFamily="34" charset="0"/>
              <a:buChar char="•"/>
              <a:tabLst/>
              <a:defRPr/>
            </a:pPr>
            <a:endParaRPr kumimoji="0" lang="en-US" sz="1100" i="0" u="none" strike="noStrike" kern="1200" cap="none" spc="0" normalizeH="0" baseline="0" noProof="0">
              <a:ln>
                <a:noFill/>
              </a:ln>
              <a:solidFill>
                <a:srgbClr val="000000"/>
              </a:solidFill>
              <a:effectLst/>
              <a:uLnTx/>
              <a:uFillTx/>
              <a:latin typeface="Open Sans"/>
              <a:ea typeface="Open Sans" panose="020B0606030504020204" pitchFamily="34" charset="0"/>
              <a:cs typeface="Open Sans" panose="020B0606030504020204" pitchFamily="34" charset="0"/>
            </a:endParaRPr>
          </a:p>
          <a:p>
            <a:pPr marL="171450" marR="0" lvl="0" indent="-171450" algn="l" defTabSz="914400" rtl="0" eaLnBrk="1" fontAlgn="auto" latinLnBrk="0" hangingPunct="1">
              <a:lnSpc>
                <a:spcPct val="100000"/>
              </a:lnSpc>
              <a:spcBef>
                <a:spcPts val="200"/>
              </a:spcBef>
              <a:spcAft>
                <a:spcPts val="0"/>
              </a:spcAft>
              <a:buClrTx/>
              <a:buSzPct val="100000"/>
              <a:buFont typeface="Arial" panose="020B0604020202020204" pitchFamily="34" charset="0"/>
              <a:buChar char="•"/>
              <a:tabLst/>
              <a:defRPr/>
            </a:pPr>
            <a:r>
              <a:rPr kumimoji="0" lang="en-US" sz="1100" b="1" i="0" u="none" strike="noStrike" kern="1200" cap="none" spc="0" normalizeH="0" baseline="0" noProof="0">
                <a:ln>
                  <a:noFill/>
                </a:ln>
                <a:solidFill>
                  <a:srgbClr val="000000"/>
                </a:solidFill>
                <a:effectLst/>
                <a:uLnTx/>
                <a:uFillTx/>
                <a:latin typeface="Open Sans"/>
                <a:ea typeface="Open Sans" panose="020B0606030504020204" pitchFamily="34" charset="0"/>
                <a:cs typeface="Open Sans" panose="020B0606030504020204" pitchFamily="34" charset="0"/>
              </a:rPr>
              <a:t>Effectiveness: </a:t>
            </a:r>
            <a:r>
              <a:rPr kumimoji="0" lang="en-US" sz="1100" i="0" u="none" strike="noStrike" kern="1200" cap="none" spc="0" normalizeH="0" baseline="0" noProof="0">
                <a:ln>
                  <a:noFill/>
                </a:ln>
                <a:solidFill>
                  <a:srgbClr val="000000"/>
                </a:solidFill>
                <a:effectLst/>
                <a:uLnTx/>
                <a:uFillTx/>
                <a:latin typeface="Open Sans"/>
                <a:ea typeface="Open Sans" panose="020B0606030504020204" pitchFamily="34" charset="0"/>
                <a:cs typeface="Open Sans" panose="020B0606030504020204" pitchFamily="34" charset="0"/>
              </a:rPr>
              <a:t>4-5x ROI in workflow efficiency through streamlined and effective cross functional collaboration​</a:t>
            </a:r>
          </a:p>
          <a:p>
            <a:pPr marR="0" lvl="0" algn="l" defTabSz="914400" rtl="0" eaLnBrk="1" fontAlgn="auto" latinLnBrk="0" hangingPunct="1">
              <a:lnSpc>
                <a:spcPct val="100000"/>
              </a:lnSpc>
              <a:spcBef>
                <a:spcPts val="200"/>
              </a:spcBef>
              <a:spcAft>
                <a:spcPts val="0"/>
              </a:spcAft>
              <a:buClrTx/>
              <a:buSzPct val="100000"/>
              <a:tabLst/>
              <a:defRPr/>
            </a:pPr>
            <a:endParaRPr kumimoji="0" lang="en-US" sz="1100" i="0" u="none" strike="noStrike" kern="1200" cap="none" spc="0" normalizeH="0" baseline="0" noProof="0">
              <a:ln>
                <a:noFill/>
              </a:ln>
              <a:solidFill>
                <a:srgbClr val="000000"/>
              </a:solidFill>
              <a:effectLst/>
              <a:uLnTx/>
              <a:uFillTx/>
              <a:latin typeface="Open Sans"/>
              <a:ea typeface="Open Sans" panose="020B0606030504020204" pitchFamily="34" charset="0"/>
              <a:cs typeface="Open Sans" panose="020B0606030504020204" pitchFamily="34" charset="0"/>
            </a:endParaRPr>
          </a:p>
          <a:p>
            <a:pPr marL="171450" marR="0" lvl="0" indent="-171450" algn="l" defTabSz="914400" rtl="0" eaLnBrk="1" fontAlgn="auto" latinLnBrk="0" hangingPunct="1">
              <a:lnSpc>
                <a:spcPct val="100000"/>
              </a:lnSpc>
              <a:spcBef>
                <a:spcPts val="200"/>
              </a:spcBef>
              <a:spcAft>
                <a:spcPts val="0"/>
              </a:spcAft>
              <a:buClrTx/>
              <a:buSzPct val="100000"/>
              <a:buFont typeface="Arial" panose="020B0604020202020204" pitchFamily="34" charset="0"/>
              <a:buChar char="•"/>
              <a:tabLst/>
              <a:defRPr/>
            </a:pPr>
            <a:r>
              <a:rPr kumimoji="0" lang="en-US" sz="1100" b="1" i="0" u="none" strike="noStrike" kern="1200" cap="none" spc="0" normalizeH="0" baseline="0" noProof="0">
                <a:ln>
                  <a:noFill/>
                </a:ln>
                <a:solidFill>
                  <a:srgbClr val="000000"/>
                </a:solidFill>
                <a:effectLst/>
                <a:uLnTx/>
                <a:uFillTx/>
                <a:latin typeface="Open Sans"/>
                <a:ea typeface="Open Sans" panose="020B0606030504020204" pitchFamily="34" charset="0"/>
                <a:cs typeface="Open Sans" panose="020B0606030504020204" pitchFamily="34" charset="0"/>
              </a:rPr>
              <a:t>Experience: </a:t>
            </a:r>
            <a:r>
              <a:rPr kumimoji="0" lang="en-US" sz="1100" i="0" u="none" strike="noStrike" kern="1200" cap="none" spc="0" normalizeH="0" baseline="0" noProof="0">
                <a:ln>
                  <a:noFill/>
                </a:ln>
                <a:solidFill>
                  <a:srgbClr val="000000"/>
                </a:solidFill>
                <a:effectLst/>
                <a:uLnTx/>
                <a:uFillTx/>
                <a:latin typeface="Open Sans"/>
                <a:ea typeface="Open Sans" panose="020B0606030504020204" pitchFamily="34" charset="0"/>
                <a:cs typeface="Open Sans" panose="020B0606030504020204" pitchFamily="34" charset="0"/>
              </a:rPr>
              <a:t>2x increase in customer satisfaction and 25-50% call deflection in call volume through intelligent self-service and coordinated service management​</a:t>
            </a:r>
            <a:endParaRPr kumimoji="0" lang="en-US" sz="1100" i="0" u="none" strike="noStrike" kern="1200" cap="none" spc="0" normalizeH="0" baseline="0" noProof="0">
              <a:ln>
                <a:noFill/>
              </a:ln>
              <a:solidFill>
                <a:prstClr val="black"/>
              </a:solidFill>
              <a:effectLst/>
              <a:uLnTx/>
              <a:uFillTx/>
              <a:latin typeface="Open Sans"/>
              <a:ea typeface="+mn-ea"/>
              <a:cs typeface="+mn-cs"/>
            </a:endParaRPr>
          </a:p>
        </p:txBody>
      </p:sp>
      <p:sp>
        <p:nvSpPr>
          <p:cNvPr id="40" name="Rectangle 39">
            <a:extLst>
              <a:ext uri="{FF2B5EF4-FFF2-40B4-BE49-F238E27FC236}">
                <a16:creationId xmlns:a16="http://schemas.microsoft.com/office/drawing/2014/main" id="{7EDA44DE-FD51-187A-4B6E-D40347BC7A31}"/>
              </a:ext>
            </a:extLst>
          </p:cNvPr>
          <p:cNvSpPr/>
          <p:nvPr/>
        </p:nvSpPr>
        <p:spPr bwMode="gray">
          <a:xfrm>
            <a:off x="3313978" y="2933291"/>
            <a:ext cx="2718522" cy="3456168"/>
          </a:xfrm>
          <a:prstGeom prst="rect">
            <a:avLst/>
          </a:prstGeom>
          <a:solidFill>
            <a:srgbClr val="FFFFFF">
              <a:lumMod val="95000"/>
              <a:alpha val="50000"/>
            </a:srgbClr>
          </a:solidFill>
          <a:ln w="19050" algn="ctr">
            <a:noFill/>
            <a:miter lim="800000"/>
            <a:headEnd/>
            <a:tailEnd/>
          </a:ln>
        </p:spPr>
        <p:txBody>
          <a:bodyPr wrap="square" lIns="91440" tIns="91440" rIns="91440" bIns="91440" rtlCol="0" anchor="t">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9525" marR="0" lvl="1" indent="-9525" algn="l" defTabSz="1217613" rtl="0" eaLnBrk="0" fontAlgn="base" latinLnBrk="0" hangingPunct="0">
              <a:lnSpc>
                <a:spcPct val="100000"/>
              </a:lnSpc>
              <a:spcBef>
                <a:spcPct val="0"/>
              </a:spcBef>
              <a:spcAft>
                <a:spcPts val="600"/>
              </a:spcAft>
              <a:buClrTx/>
              <a:buSzTx/>
              <a:buFontTx/>
              <a:buNone/>
              <a:tabLst/>
              <a:defRPr/>
            </a:pPr>
            <a:r>
              <a:rPr kumimoji="0" lang="en-GB" sz="1500" b="1" i="0" u="none" strike="noStrike" kern="1200" cap="none" spc="0" normalizeH="0" baseline="0" noProof="0">
                <a:ln>
                  <a:noFill/>
                </a:ln>
                <a:solidFill>
                  <a:schemeClr val="accent5"/>
                </a:solidFill>
                <a:effectLst/>
                <a:uLnTx/>
                <a:uFillTx/>
                <a:latin typeface="Open Sans"/>
                <a:ea typeface="Open Sans" panose="020B0606030504020204" pitchFamily="34" charset="0"/>
                <a:cs typeface="Open Sans" panose="020B0606030504020204" pitchFamily="34" charset="0"/>
              </a:rPr>
              <a:t>Business Objectives</a:t>
            </a:r>
            <a:endParaRPr kumimoji="0" lang="en-US" sz="1100" b="0" i="0" u="none" strike="noStrike" kern="1200" cap="none" spc="0" normalizeH="0" baseline="0" noProof="0">
              <a:ln>
                <a:noFill/>
              </a:ln>
              <a:solidFill>
                <a:schemeClr val="accent5"/>
              </a:solidFill>
              <a:effectLst/>
              <a:uLnTx/>
              <a:uFillTx/>
              <a:latin typeface="Open Sans"/>
              <a:ea typeface="Open Sans" panose="020B0606030504020204" pitchFamily="34" charset="0"/>
              <a:cs typeface="Open Sans" panose="020B0606030504020204" pitchFamily="34" charset="0"/>
            </a:endParaRPr>
          </a:p>
          <a:p>
            <a:pPr marL="171450" lvl="1" indent="-171450" defTabSz="1217613" eaLnBrk="0" fontAlgn="base" hangingPunct="0">
              <a:spcBef>
                <a:spcPct val="0"/>
              </a:spcBef>
              <a:spcAft>
                <a:spcPts val="600"/>
              </a:spcAft>
              <a:buFont typeface="Arial" panose="020B0604020202020204" pitchFamily="34" charset="0"/>
              <a:buChar char="•"/>
              <a:defRPr/>
            </a:pPr>
            <a:r>
              <a:rPr lang="en-US" sz="1100">
                <a:solidFill>
                  <a:srgbClr val="000000"/>
                </a:solidFill>
                <a:latin typeface="Open Sans"/>
                <a:ea typeface="Open Sans" panose="020B0606030504020204" pitchFamily="34" charset="0"/>
                <a:cs typeface="Open Sans" panose="020B0606030504020204" pitchFamily="34" charset="0"/>
              </a:rPr>
              <a:t>Design persona-based customer engagement model to deliver personalized, consistent experience​</a:t>
            </a:r>
          </a:p>
          <a:p>
            <a:pPr marL="171450" lvl="1" indent="-171450" defTabSz="1217613" eaLnBrk="0" fontAlgn="base" hangingPunct="0">
              <a:spcBef>
                <a:spcPct val="0"/>
              </a:spcBef>
              <a:spcAft>
                <a:spcPts val="600"/>
              </a:spcAft>
              <a:buFont typeface="Arial" panose="020B0604020202020204" pitchFamily="34" charset="0"/>
              <a:buChar char="•"/>
              <a:defRPr/>
            </a:pPr>
            <a:r>
              <a:rPr lang="en-US" sz="1100">
                <a:solidFill>
                  <a:srgbClr val="000000"/>
                </a:solidFill>
                <a:latin typeface="Open Sans"/>
                <a:ea typeface="Open Sans" panose="020B0606030504020204" pitchFamily="34" charset="0"/>
                <a:cs typeface="Open Sans" panose="020B0606030504020204" pitchFamily="34" charset="0"/>
              </a:rPr>
              <a:t>Simplify workflows and interaction models leveraging technology, automation and AI​</a:t>
            </a:r>
          </a:p>
          <a:p>
            <a:pPr marL="171450" lvl="1" indent="-171450" defTabSz="1217613" eaLnBrk="0" fontAlgn="base" hangingPunct="0">
              <a:spcBef>
                <a:spcPct val="0"/>
              </a:spcBef>
              <a:spcAft>
                <a:spcPts val="600"/>
              </a:spcAft>
              <a:buFont typeface="Arial" panose="020B0604020202020204" pitchFamily="34" charset="0"/>
              <a:buChar char="•"/>
              <a:defRPr/>
            </a:pPr>
            <a:r>
              <a:rPr lang="en-US" sz="1100">
                <a:solidFill>
                  <a:srgbClr val="000000"/>
                </a:solidFill>
                <a:latin typeface="Open Sans"/>
                <a:ea typeface="Open Sans" panose="020B0606030504020204" pitchFamily="34" charset="0"/>
                <a:cs typeface="Open Sans" panose="020B0606030504020204" pitchFamily="34" charset="0"/>
              </a:rPr>
              <a:t>Exploit data-driven insights, analytics and dashboard to drive performance and improve customer retention​	</a:t>
            </a:r>
          </a:p>
          <a:p>
            <a:pPr marL="0" marR="0" lvl="1" algn="l" defTabSz="1217613" rtl="0" eaLnBrk="0" fontAlgn="base" latinLnBrk="0" hangingPunct="0">
              <a:lnSpc>
                <a:spcPct val="100000"/>
              </a:lnSpc>
              <a:spcBef>
                <a:spcPct val="0"/>
              </a:spcBef>
              <a:spcAft>
                <a:spcPts val="600"/>
              </a:spcAft>
              <a:buClrTx/>
              <a:buSzTx/>
              <a:tabLst/>
              <a:defRPr/>
            </a:pPr>
            <a:endParaRPr kumimoji="0" lang="en-US" sz="1100" b="0" i="0" u="none" strike="noStrike" kern="1200" cap="none" spc="0" normalizeH="0" baseline="0" noProof="0">
              <a:ln>
                <a:noFill/>
              </a:ln>
              <a:solidFill>
                <a:srgbClr val="000000"/>
              </a:solidFill>
              <a:effectLst/>
              <a:uLnTx/>
              <a:uFillTx/>
              <a:latin typeface="Open Sans"/>
              <a:ea typeface="Open Sans" panose="020B0606030504020204" pitchFamily="34" charset="0"/>
              <a:cs typeface="Open Sans" panose="020B0606030504020204" pitchFamily="34" charset="0"/>
            </a:endParaRPr>
          </a:p>
          <a:p>
            <a:pPr marL="171450" marR="0" lvl="1" indent="-171450" algn="l" defTabSz="1217613" rtl="0" eaLnBrk="0" fontAlgn="base" latinLnBrk="0" hangingPunct="0">
              <a:lnSpc>
                <a:spcPct val="100000"/>
              </a:lnSpc>
              <a:spcBef>
                <a:spcPct val="0"/>
              </a:spcBef>
              <a:spcAft>
                <a:spcPts val="600"/>
              </a:spcAft>
              <a:buClrTx/>
              <a:buSzTx/>
              <a:buFont typeface="Arial" panose="020B0604020202020204" pitchFamily="34" charset="0"/>
              <a:buChar char="•"/>
              <a:tabLst/>
              <a:defRPr/>
            </a:pPr>
            <a:endParaRPr kumimoji="0" lang="en-US" sz="1100" b="0" i="0" u="none" strike="noStrike" kern="1200" cap="none" spc="0" normalizeH="0" baseline="0" noProof="0">
              <a:ln>
                <a:noFill/>
              </a:ln>
              <a:solidFill>
                <a:srgbClr val="000000"/>
              </a:solidFill>
              <a:effectLst/>
              <a:uLnTx/>
              <a:uFillTx/>
              <a:latin typeface="Open Sans"/>
              <a:ea typeface="Open Sans" panose="020B0606030504020204" pitchFamily="34" charset="0"/>
              <a:cs typeface="Open Sans" panose="020B0606030504020204" pitchFamily="34" charset="0"/>
            </a:endParaRPr>
          </a:p>
          <a:p>
            <a:pPr marL="171450" marR="0" lvl="1" indent="-171450" algn="l" defTabSz="1217613" rtl="0" eaLnBrk="0" fontAlgn="base" latinLnBrk="0" hangingPunct="0">
              <a:lnSpc>
                <a:spcPct val="100000"/>
              </a:lnSpc>
              <a:spcBef>
                <a:spcPct val="0"/>
              </a:spcBef>
              <a:spcAft>
                <a:spcPts val="600"/>
              </a:spcAft>
              <a:buClrTx/>
              <a:buSzTx/>
              <a:buFont typeface="Arial" panose="020B0604020202020204" pitchFamily="34" charset="0"/>
              <a:buChar char="•"/>
              <a:tabLst/>
              <a:defRPr/>
            </a:pPr>
            <a:endParaRPr kumimoji="0" lang="en-US" sz="1100" b="0" i="0" u="none" strike="noStrike" kern="1200" cap="none" spc="0" normalizeH="0" baseline="0" noProof="0">
              <a:ln>
                <a:noFill/>
              </a:ln>
              <a:solidFill>
                <a:srgbClr val="000000"/>
              </a:solidFill>
              <a:effectLst/>
              <a:uLnTx/>
              <a:uFillTx/>
              <a:latin typeface="Open Sans"/>
              <a:ea typeface="Open Sans" panose="020B0606030504020204" pitchFamily="34" charset="0"/>
              <a:cs typeface="Open Sans" panose="020B0606030504020204" pitchFamily="34" charset="0"/>
            </a:endParaRPr>
          </a:p>
        </p:txBody>
      </p:sp>
      <p:grpSp>
        <p:nvGrpSpPr>
          <p:cNvPr id="42" name="Graphic 4">
            <a:extLst>
              <a:ext uri="{FF2B5EF4-FFF2-40B4-BE49-F238E27FC236}">
                <a16:creationId xmlns:a16="http://schemas.microsoft.com/office/drawing/2014/main" id="{4CAB4716-20C8-D243-23FE-BB7E4568BA11}"/>
              </a:ext>
            </a:extLst>
          </p:cNvPr>
          <p:cNvGrpSpPr/>
          <p:nvPr/>
        </p:nvGrpSpPr>
        <p:grpSpPr>
          <a:xfrm>
            <a:off x="8529086" y="2945557"/>
            <a:ext cx="362313" cy="361971"/>
            <a:chOff x="2559808" y="1402723"/>
            <a:chExt cx="362313" cy="361971"/>
          </a:xfrm>
          <a:solidFill>
            <a:schemeClr val="accent6"/>
          </a:solidFill>
        </p:grpSpPr>
        <p:sp>
          <p:nvSpPr>
            <p:cNvPr id="43" name="Graphic 4">
              <a:extLst>
                <a:ext uri="{FF2B5EF4-FFF2-40B4-BE49-F238E27FC236}">
                  <a16:creationId xmlns:a16="http://schemas.microsoft.com/office/drawing/2014/main" id="{5352848D-9286-86F8-2961-34F5BE978700}"/>
                </a:ext>
              </a:extLst>
            </p:cNvPr>
            <p:cNvSpPr/>
            <p:nvPr/>
          </p:nvSpPr>
          <p:spPr>
            <a:xfrm>
              <a:off x="2559808" y="1402723"/>
              <a:ext cx="362313" cy="361971"/>
            </a:xfrm>
            <a:custGeom>
              <a:avLst/>
              <a:gdLst>
                <a:gd name="connsiteX0" fmla="*/ 181474 w 362313"/>
                <a:gd name="connsiteY0" fmla="*/ 0 h 361971"/>
                <a:gd name="connsiteX1" fmla="*/ 0 w 362313"/>
                <a:gd name="connsiteY1" fmla="*/ 180667 h 361971"/>
                <a:gd name="connsiteX2" fmla="*/ 180835 w 362313"/>
                <a:gd name="connsiteY2" fmla="*/ 361972 h 361971"/>
                <a:gd name="connsiteX3" fmla="*/ 362309 w 362313"/>
                <a:gd name="connsiteY3" fmla="*/ 181305 h 361971"/>
                <a:gd name="connsiteX4" fmla="*/ 362309 w 362313"/>
                <a:gd name="connsiteY4" fmla="*/ 181305 h 361971"/>
                <a:gd name="connsiteX5" fmla="*/ 181474 w 362313"/>
                <a:gd name="connsiteY5" fmla="*/ 0 h 361971"/>
                <a:gd name="connsiteX6" fmla="*/ 181474 w 362313"/>
                <a:gd name="connsiteY6" fmla="*/ 348565 h 361971"/>
                <a:gd name="connsiteX7" fmla="*/ 12780 w 362313"/>
                <a:gd name="connsiteY7" fmla="*/ 180667 h 361971"/>
                <a:gd name="connsiteX8" fmla="*/ 181474 w 362313"/>
                <a:gd name="connsiteY8" fmla="*/ 12130 h 361971"/>
                <a:gd name="connsiteX9" fmla="*/ 350168 w 362313"/>
                <a:gd name="connsiteY9" fmla="*/ 180028 h 361971"/>
                <a:gd name="connsiteX10" fmla="*/ 350168 w 362313"/>
                <a:gd name="connsiteY10" fmla="*/ 180028 h 361971"/>
                <a:gd name="connsiteX11" fmla="*/ 181474 w 362313"/>
                <a:gd name="connsiteY11" fmla="*/ 348565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62313" h="361971">
                  <a:moveTo>
                    <a:pt x="181474" y="0"/>
                  </a:moveTo>
                  <a:cubicBezTo>
                    <a:pt x="81152" y="0"/>
                    <a:pt x="0" y="81077"/>
                    <a:pt x="0" y="180667"/>
                  </a:cubicBezTo>
                  <a:cubicBezTo>
                    <a:pt x="0" y="280895"/>
                    <a:pt x="81152" y="361972"/>
                    <a:pt x="180835" y="361972"/>
                  </a:cubicBezTo>
                  <a:cubicBezTo>
                    <a:pt x="281157" y="361972"/>
                    <a:pt x="362309" y="280895"/>
                    <a:pt x="362309" y="181305"/>
                  </a:cubicBezTo>
                  <a:cubicBezTo>
                    <a:pt x="362309" y="181305"/>
                    <a:pt x="362309" y="181305"/>
                    <a:pt x="362309" y="181305"/>
                  </a:cubicBezTo>
                  <a:cubicBezTo>
                    <a:pt x="362948" y="80438"/>
                    <a:pt x="281796" y="0"/>
                    <a:pt x="181474" y="0"/>
                  </a:cubicBezTo>
                  <a:close/>
                  <a:moveTo>
                    <a:pt x="181474" y="348565"/>
                  </a:moveTo>
                  <a:cubicBezTo>
                    <a:pt x="88181" y="348565"/>
                    <a:pt x="12780" y="273234"/>
                    <a:pt x="12780" y="180667"/>
                  </a:cubicBezTo>
                  <a:cubicBezTo>
                    <a:pt x="12780" y="88099"/>
                    <a:pt x="88820" y="12130"/>
                    <a:pt x="181474" y="12130"/>
                  </a:cubicBezTo>
                  <a:cubicBezTo>
                    <a:pt x="274128" y="12130"/>
                    <a:pt x="350168" y="87461"/>
                    <a:pt x="350168" y="180028"/>
                  </a:cubicBezTo>
                  <a:cubicBezTo>
                    <a:pt x="350168" y="180028"/>
                    <a:pt x="350168" y="180028"/>
                    <a:pt x="350168" y="180028"/>
                  </a:cubicBezTo>
                  <a:cubicBezTo>
                    <a:pt x="350168" y="273234"/>
                    <a:pt x="274767" y="348565"/>
                    <a:pt x="181474" y="348565"/>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44" name="Graphic 4">
              <a:extLst>
                <a:ext uri="{FF2B5EF4-FFF2-40B4-BE49-F238E27FC236}">
                  <a16:creationId xmlns:a16="http://schemas.microsoft.com/office/drawing/2014/main" id="{BF0A103F-2DBC-45ED-5460-98D4F2EA944C}"/>
                </a:ext>
              </a:extLst>
            </p:cNvPr>
            <p:cNvSpPr/>
            <p:nvPr/>
          </p:nvSpPr>
          <p:spPr>
            <a:xfrm>
              <a:off x="2621152" y="1569595"/>
              <a:ext cx="136744" cy="133175"/>
            </a:xfrm>
            <a:custGeom>
              <a:avLst/>
              <a:gdLst>
                <a:gd name="connsiteX0" fmla="*/ 127160 w 136744"/>
                <a:gd name="connsiteY0" fmla="*/ 54014 h 133175"/>
                <a:gd name="connsiteX1" fmla="*/ 122687 w 136744"/>
                <a:gd name="connsiteY1" fmla="*/ 49545 h 133175"/>
                <a:gd name="connsiteX2" fmla="*/ 123965 w 136744"/>
                <a:gd name="connsiteY2" fmla="*/ 43161 h 133175"/>
                <a:gd name="connsiteX3" fmla="*/ 123965 w 136744"/>
                <a:gd name="connsiteY3" fmla="*/ 26563 h 133175"/>
                <a:gd name="connsiteX4" fmla="*/ 107990 w 136744"/>
                <a:gd name="connsiteY4" fmla="*/ 20817 h 133175"/>
                <a:gd name="connsiteX5" fmla="*/ 102239 w 136744"/>
                <a:gd name="connsiteY5" fmla="*/ 20179 h 133175"/>
                <a:gd name="connsiteX6" fmla="*/ 99683 w 136744"/>
                <a:gd name="connsiteY6" fmla="*/ 14433 h 133175"/>
                <a:gd name="connsiteX7" fmla="*/ 90098 w 136744"/>
                <a:gd name="connsiteY7" fmla="*/ 1027 h 133175"/>
                <a:gd name="connsiteX8" fmla="*/ 74123 w 136744"/>
                <a:gd name="connsiteY8" fmla="*/ 5496 h 133175"/>
                <a:gd name="connsiteX9" fmla="*/ 69011 w 136744"/>
                <a:gd name="connsiteY9" fmla="*/ 8688 h 133175"/>
                <a:gd name="connsiteX10" fmla="*/ 63899 w 136744"/>
                <a:gd name="connsiteY10" fmla="*/ 5496 h 133175"/>
                <a:gd name="connsiteX11" fmla="*/ 47925 w 136744"/>
                <a:gd name="connsiteY11" fmla="*/ 388 h 133175"/>
                <a:gd name="connsiteX12" fmla="*/ 37701 w 136744"/>
                <a:gd name="connsiteY12" fmla="*/ 13795 h 133175"/>
                <a:gd name="connsiteX13" fmla="*/ 35145 w 136744"/>
                <a:gd name="connsiteY13" fmla="*/ 19540 h 133175"/>
                <a:gd name="connsiteX14" fmla="*/ 28755 w 136744"/>
                <a:gd name="connsiteY14" fmla="*/ 20179 h 133175"/>
                <a:gd name="connsiteX15" fmla="*/ 10863 w 136744"/>
                <a:gd name="connsiteY15" fmla="*/ 30393 h 133175"/>
                <a:gd name="connsiteX16" fmla="*/ 12780 w 136744"/>
                <a:gd name="connsiteY16" fmla="*/ 42523 h 133175"/>
                <a:gd name="connsiteX17" fmla="*/ 14058 w 136744"/>
                <a:gd name="connsiteY17" fmla="*/ 48268 h 133175"/>
                <a:gd name="connsiteX18" fmla="*/ 9585 w 136744"/>
                <a:gd name="connsiteY18" fmla="*/ 52099 h 133175"/>
                <a:gd name="connsiteX19" fmla="*/ 0 w 136744"/>
                <a:gd name="connsiteY19" fmla="*/ 65505 h 133175"/>
                <a:gd name="connsiteX20" fmla="*/ 9585 w 136744"/>
                <a:gd name="connsiteY20" fmla="*/ 78911 h 133175"/>
                <a:gd name="connsiteX21" fmla="*/ 14058 w 136744"/>
                <a:gd name="connsiteY21" fmla="*/ 83380 h 133175"/>
                <a:gd name="connsiteX22" fmla="*/ 12780 w 136744"/>
                <a:gd name="connsiteY22" fmla="*/ 89764 h 133175"/>
                <a:gd name="connsiteX23" fmla="*/ 12780 w 136744"/>
                <a:gd name="connsiteY23" fmla="*/ 106362 h 133175"/>
                <a:gd name="connsiteX24" fmla="*/ 28755 w 136744"/>
                <a:gd name="connsiteY24" fmla="*/ 112108 h 133175"/>
                <a:gd name="connsiteX25" fmla="*/ 34506 w 136744"/>
                <a:gd name="connsiteY25" fmla="*/ 112746 h 133175"/>
                <a:gd name="connsiteX26" fmla="*/ 37062 w 136744"/>
                <a:gd name="connsiteY26" fmla="*/ 118492 h 133175"/>
                <a:gd name="connsiteX27" fmla="*/ 46646 w 136744"/>
                <a:gd name="connsiteY27" fmla="*/ 131898 h 133175"/>
                <a:gd name="connsiteX28" fmla="*/ 62621 w 136744"/>
                <a:gd name="connsiteY28" fmla="*/ 127430 h 133175"/>
                <a:gd name="connsiteX29" fmla="*/ 67733 w 136744"/>
                <a:gd name="connsiteY29" fmla="*/ 124238 h 133175"/>
                <a:gd name="connsiteX30" fmla="*/ 72845 w 136744"/>
                <a:gd name="connsiteY30" fmla="*/ 127430 h 133175"/>
                <a:gd name="connsiteX31" fmla="*/ 85625 w 136744"/>
                <a:gd name="connsiteY31" fmla="*/ 133175 h 133175"/>
                <a:gd name="connsiteX32" fmla="*/ 89459 w 136744"/>
                <a:gd name="connsiteY32" fmla="*/ 132537 h 133175"/>
                <a:gd name="connsiteX33" fmla="*/ 99683 w 136744"/>
                <a:gd name="connsiteY33" fmla="*/ 119130 h 133175"/>
                <a:gd name="connsiteX34" fmla="*/ 102239 w 136744"/>
                <a:gd name="connsiteY34" fmla="*/ 114023 h 133175"/>
                <a:gd name="connsiteX35" fmla="*/ 108629 w 136744"/>
                <a:gd name="connsiteY35" fmla="*/ 113385 h 133175"/>
                <a:gd name="connsiteX36" fmla="*/ 126521 w 136744"/>
                <a:gd name="connsiteY36" fmla="*/ 103170 h 133175"/>
                <a:gd name="connsiteX37" fmla="*/ 124604 w 136744"/>
                <a:gd name="connsiteY37" fmla="*/ 91041 h 133175"/>
                <a:gd name="connsiteX38" fmla="*/ 123326 w 136744"/>
                <a:gd name="connsiteY38" fmla="*/ 85295 h 133175"/>
                <a:gd name="connsiteX39" fmla="*/ 127160 w 136744"/>
                <a:gd name="connsiteY39" fmla="*/ 81465 h 133175"/>
                <a:gd name="connsiteX40" fmla="*/ 136745 w 136744"/>
                <a:gd name="connsiteY40" fmla="*/ 68058 h 133175"/>
                <a:gd name="connsiteX41" fmla="*/ 127160 w 136744"/>
                <a:gd name="connsiteY41" fmla="*/ 54014 h 133175"/>
                <a:gd name="connsiteX42" fmla="*/ 119492 w 136744"/>
                <a:gd name="connsiteY42" fmla="*/ 71250 h 133175"/>
                <a:gd name="connsiteX43" fmla="*/ 110546 w 136744"/>
                <a:gd name="connsiteY43" fmla="*/ 81465 h 133175"/>
                <a:gd name="connsiteX44" fmla="*/ 111824 w 136744"/>
                <a:gd name="connsiteY44" fmla="*/ 94871 h 133175"/>
                <a:gd name="connsiteX45" fmla="*/ 113102 w 136744"/>
                <a:gd name="connsiteY45" fmla="*/ 99978 h 133175"/>
                <a:gd name="connsiteX46" fmla="*/ 107351 w 136744"/>
                <a:gd name="connsiteY46" fmla="*/ 100617 h 133175"/>
                <a:gd name="connsiteX47" fmla="*/ 93932 w 136744"/>
                <a:gd name="connsiteY47" fmla="*/ 103809 h 133175"/>
                <a:gd name="connsiteX48" fmla="*/ 86903 w 136744"/>
                <a:gd name="connsiteY48" fmla="*/ 115300 h 133175"/>
                <a:gd name="connsiteX49" fmla="*/ 84347 w 136744"/>
                <a:gd name="connsiteY49" fmla="*/ 121046 h 133175"/>
                <a:gd name="connsiteX50" fmla="*/ 79235 w 136744"/>
                <a:gd name="connsiteY50" fmla="*/ 117854 h 133175"/>
                <a:gd name="connsiteX51" fmla="*/ 67094 w 136744"/>
                <a:gd name="connsiteY51" fmla="*/ 112108 h 133175"/>
                <a:gd name="connsiteX52" fmla="*/ 67094 w 136744"/>
                <a:gd name="connsiteY52" fmla="*/ 112108 h 133175"/>
                <a:gd name="connsiteX53" fmla="*/ 54314 w 136744"/>
                <a:gd name="connsiteY53" fmla="*/ 117215 h 133175"/>
                <a:gd name="connsiteX54" fmla="*/ 49841 w 136744"/>
                <a:gd name="connsiteY54" fmla="*/ 119769 h 133175"/>
                <a:gd name="connsiteX55" fmla="*/ 47925 w 136744"/>
                <a:gd name="connsiteY55" fmla="*/ 114662 h 133175"/>
                <a:gd name="connsiteX56" fmla="*/ 40896 w 136744"/>
                <a:gd name="connsiteY56" fmla="*/ 102532 h 133175"/>
                <a:gd name="connsiteX57" fmla="*/ 27477 w 136744"/>
                <a:gd name="connsiteY57" fmla="*/ 99340 h 133175"/>
                <a:gd name="connsiteX58" fmla="*/ 21726 w 136744"/>
                <a:gd name="connsiteY58" fmla="*/ 99340 h 133175"/>
                <a:gd name="connsiteX59" fmla="*/ 23004 w 136744"/>
                <a:gd name="connsiteY59" fmla="*/ 94233 h 133175"/>
                <a:gd name="connsiteX60" fmla="*/ 15975 w 136744"/>
                <a:gd name="connsiteY60" fmla="*/ 69974 h 133175"/>
                <a:gd name="connsiteX61" fmla="*/ 15336 w 136744"/>
                <a:gd name="connsiteY61" fmla="*/ 69335 h 133175"/>
                <a:gd name="connsiteX62" fmla="*/ 11502 w 136744"/>
                <a:gd name="connsiteY62" fmla="*/ 65505 h 133175"/>
                <a:gd name="connsiteX63" fmla="*/ 15975 w 136744"/>
                <a:gd name="connsiteY63" fmla="*/ 61674 h 133175"/>
                <a:gd name="connsiteX64" fmla="*/ 24921 w 136744"/>
                <a:gd name="connsiteY64" fmla="*/ 51460 h 133175"/>
                <a:gd name="connsiteX65" fmla="*/ 23643 w 136744"/>
                <a:gd name="connsiteY65" fmla="*/ 38054 h 133175"/>
                <a:gd name="connsiteX66" fmla="*/ 22365 w 136744"/>
                <a:gd name="connsiteY66" fmla="*/ 32308 h 133175"/>
                <a:gd name="connsiteX67" fmla="*/ 28116 w 136744"/>
                <a:gd name="connsiteY67" fmla="*/ 31670 h 133175"/>
                <a:gd name="connsiteX68" fmla="*/ 41535 w 136744"/>
                <a:gd name="connsiteY68" fmla="*/ 29116 h 133175"/>
                <a:gd name="connsiteX69" fmla="*/ 48563 w 136744"/>
                <a:gd name="connsiteY69" fmla="*/ 17625 h 133175"/>
                <a:gd name="connsiteX70" fmla="*/ 51119 w 136744"/>
                <a:gd name="connsiteY70" fmla="*/ 11879 h 133175"/>
                <a:gd name="connsiteX71" fmla="*/ 56231 w 136744"/>
                <a:gd name="connsiteY71" fmla="*/ 15071 h 133175"/>
                <a:gd name="connsiteX72" fmla="*/ 68372 w 136744"/>
                <a:gd name="connsiteY72" fmla="*/ 20817 h 133175"/>
                <a:gd name="connsiteX73" fmla="*/ 81152 w 136744"/>
                <a:gd name="connsiteY73" fmla="*/ 15710 h 133175"/>
                <a:gd name="connsiteX74" fmla="*/ 85625 w 136744"/>
                <a:gd name="connsiteY74" fmla="*/ 13156 h 133175"/>
                <a:gd name="connsiteX75" fmla="*/ 87542 w 136744"/>
                <a:gd name="connsiteY75" fmla="*/ 18263 h 133175"/>
                <a:gd name="connsiteX76" fmla="*/ 94571 w 136744"/>
                <a:gd name="connsiteY76" fmla="*/ 30393 h 133175"/>
                <a:gd name="connsiteX77" fmla="*/ 107990 w 136744"/>
                <a:gd name="connsiteY77" fmla="*/ 33585 h 133175"/>
                <a:gd name="connsiteX78" fmla="*/ 113741 w 136744"/>
                <a:gd name="connsiteY78" fmla="*/ 34223 h 133175"/>
                <a:gd name="connsiteX79" fmla="*/ 112463 w 136744"/>
                <a:gd name="connsiteY79" fmla="*/ 39331 h 133175"/>
                <a:gd name="connsiteX80" fmla="*/ 111185 w 136744"/>
                <a:gd name="connsiteY80" fmla="*/ 53375 h 133175"/>
                <a:gd name="connsiteX81" fmla="*/ 120131 w 136744"/>
                <a:gd name="connsiteY81" fmla="*/ 64228 h 133175"/>
                <a:gd name="connsiteX82" fmla="*/ 123965 w 136744"/>
                <a:gd name="connsiteY82" fmla="*/ 68058 h 133175"/>
                <a:gd name="connsiteX83" fmla="*/ 119492 w 136744"/>
                <a:gd name="connsiteY83" fmla="*/ 71250 h 133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Lst>
              <a:rect l="l" t="t" r="r" b="b"/>
              <a:pathLst>
                <a:path w="136744" h="133175">
                  <a:moveTo>
                    <a:pt x="127160" y="54014"/>
                  </a:moveTo>
                  <a:cubicBezTo>
                    <a:pt x="125243" y="52737"/>
                    <a:pt x="123965" y="51460"/>
                    <a:pt x="122687" y="49545"/>
                  </a:cubicBezTo>
                  <a:cubicBezTo>
                    <a:pt x="122687" y="47630"/>
                    <a:pt x="123326" y="45076"/>
                    <a:pt x="123965" y="43161"/>
                  </a:cubicBezTo>
                  <a:cubicBezTo>
                    <a:pt x="126521" y="38054"/>
                    <a:pt x="126521" y="31670"/>
                    <a:pt x="123965" y="26563"/>
                  </a:cubicBezTo>
                  <a:cubicBezTo>
                    <a:pt x="120131" y="22094"/>
                    <a:pt x="113741" y="20179"/>
                    <a:pt x="107990" y="20817"/>
                  </a:cubicBezTo>
                  <a:cubicBezTo>
                    <a:pt x="106073" y="20817"/>
                    <a:pt x="104156" y="20817"/>
                    <a:pt x="102239" y="20179"/>
                  </a:cubicBezTo>
                  <a:cubicBezTo>
                    <a:pt x="100961" y="18263"/>
                    <a:pt x="100322" y="16348"/>
                    <a:pt x="99683" y="14433"/>
                  </a:cubicBezTo>
                  <a:cubicBezTo>
                    <a:pt x="97766" y="9326"/>
                    <a:pt x="95849" y="2942"/>
                    <a:pt x="90098" y="1027"/>
                  </a:cubicBezTo>
                  <a:cubicBezTo>
                    <a:pt x="84347" y="-250"/>
                    <a:pt x="78596" y="1665"/>
                    <a:pt x="74123" y="5496"/>
                  </a:cubicBezTo>
                  <a:cubicBezTo>
                    <a:pt x="72206" y="6772"/>
                    <a:pt x="70928" y="8049"/>
                    <a:pt x="69011" y="8688"/>
                  </a:cubicBezTo>
                  <a:cubicBezTo>
                    <a:pt x="67094" y="8049"/>
                    <a:pt x="65177" y="6772"/>
                    <a:pt x="63899" y="5496"/>
                  </a:cubicBezTo>
                  <a:cubicBezTo>
                    <a:pt x="59426" y="1027"/>
                    <a:pt x="53675" y="-888"/>
                    <a:pt x="47925" y="388"/>
                  </a:cubicBezTo>
                  <a:cubicBezTo>
                    <a:pt x="41535" y="2304"/>
                    <a:pt x="39617" y="8688"/>
                    <a:pt x="37701" y="13795"/>
                  </a:cubicBezTo>
                  <a:cubicBezTo>
                    <a:pt x="37062" y="15710"/>
                    <a:pt x="36423" y="17625"/>
                    <a:pt x="35145" y="19540"/>
                  </a:cubicBezTo>
                  <a:cubicBezTo>
                    <a:pt x="33228" y="20179"/>
                    <a:pt x="30672" y="20179"/>
                    <a:pt x="28755" y="20179"/>
                  </a:cubicBezTo>
                  <a:cubicBezTo>
                    <a:pt x="21087" y="17625"/>
                    <a:pt x="12780" y="22094"/>
                    <a:pt x="10863" y="30393"/>
                  </a:cubicBezTo>
                  <a:cubicBezTo>
                    <a:pt x="9585" y="34223"/>
                    <a:pt x="10224" y="38692"/>
                    <a:pt x="12780" y="42523"/>
                  </a:cubicBezTo>
                  <a:cubicBezTo>
                    <a:pt x="13419" y="44438"/>
                    <a:pt x="14058" y="46353"/>
                    <a:pt x="14058" y="48268"/>
                  </a:cubicBezTo>
                  <a:cubicBezTo>
                    <a:pt x="12780" y="49545"/>
                    <a:pt x="10863" y="51460"/>
                    <a:pt x="9585" y="52099"/>
                  </a:cubicBezTo>
                  <a:cubicBezTo>
                    <a:pt x="5112" y="55290"/>
                    <a:pt x="0" y="59121"/>
                    <a:pt x="0" y="65505"/>
                  </a:cubicBezTo>
                  <a:cubicBezTo>
                    <a:pt x="0" y="71889"/>
                    <a:pt x="5112" y="75719"/>
                    <a:pt x="9585" y="78911"/>
                  </a:cubicBezTo>
                  <a:cubicBezTo>
                    <a:pt x="11502" y="80188"/>
                    <a:pt x="12780" y="81465"/>
                    <a:pt x="14058" y="83380"/>
                  </a:cubicBezTo>
                  <a:cubicBezTo>
                    <a:pt x="14058" y="85295"/>
                    <a:pt x="13419" y="87849"/>
                    <a:pt x="12780" y="89764"/>
                  </a:cubicBezTo>
                  <a:cubicBezTo>
                    <a:pt x="10224" y="94871"/>
                    <a:pt x="10224" y="101255"/>
                    <a:pt x="12780" y="106362"/>
                  </a:cubicBezTo>
                  <a:cubicBezTo>
                    <a:pt x="16614" y="110831"/>
                    <a:pt x="23004" y="112746"/>
                    <a:pt x="28755" y="112108"/>
                  </a:cubicBezTo>
                  <a:cubicBezTo>
                    <a:pt x="30672" y="112108"/>
                    <a:pt x="32589" y="112108"/>
                    <a:pt x="34506" y="112746"/>
                  </a:cubicBezTo>
                  <a:cubicBezTo>
                    <a:pt x="35783" y="114662"/>
                    <a:pt x="36423" y="116577"/>
                    <a:pt x="37062" y="118492"/>
                  </a:cubicBezTo>
                  <a:cubicBezTo>
                    <a:pt x="38978" y="123599"/>
                    <a:pt x="40896" y="129983"/>
                    <a:pt x="46646" y="131898"/>
                  </a:cubicBezTo>
                  <a:cubicBezTo>
                    <a:pt x="52397" y="133175"/>
                    <a:pt x="58148" y="131260"/>
                    <a:pt x="62621" y="127430"/>
                  </a:cubicBezTo>
                  <a:cubicBezTo>
                    <a:pt x="64538" y="126153"/>
                    <a:pt x="65816" y="124876"/>
                    <a:pt x="67733" y="124238"/>
                  </a:cubicBezTo>
                  <a:cubicBezTo>
                    <a:pt x="69650" y="124876"/>
                    <a:pt x="71567" y="126153"/>
                    <a:pt x="72845" y="127430"/>
                  </a:cubicBezTo>
                  <a:cubicBezTo>
                    <a:pt x="76679" y="130622"/>
                    <a:pt x="81152" y="132537"/>
                    <a:pt x="85625" y="133175"/>
                  </a:cubicBezTo>
                  <a:cubicBezTo>
                    <a:pt x="86903" y="133175"/>
                    <a:pt x="88181" y="133175"/>
                    <a:pt x="89459" y="132537"/>
                  </a:cubicBezTo>
                  <a:cubicBezTo>
                    <a:pt x="95849" y="130622"/>
                    <a:pt x="97766" y="124238"/>
                    <a:pt x="99683" y="119130"/>
                  </a:cubicBezTo>
                  <a:cubicBezTo>
                    <a:pt x="100322" y="117215"/>
                    <a:pt x="100961" y="115300"/>
                    <a:pt x="102239" y="114023"/>
                  </a:cubicBezTo>
                  <a:cubicBezTo>
                    <a:pt x="104156" y="113385"/>
                    <a:pt x="106712" y="113385"/>
                    <a:pt x="108629" y="113385"/>
                  </a:cubicBezTo>
                  <a:cubicBezTo>
                    <a:pt x="116297" y="115938"/>
                    <a:pt x="124604" y="111470"/>
                    <a:pt x="126521" y="103170"/>
                  </a:cubicBezTo>
                  <a:cubicBezTo>
                    <a:pt x="127799" y="99340"/>
                    <a:pt x="127160" y="94871"/>
                    <a:pt x="124604" y="91041"/>
                  </a:cubicBezTo>
                  <a:cubicBezTo>
                    <a:pt x="123965" y="89126"/>
                    <a:pt x="123326" y="87210"/>
                    <a:pt x="123326" y="85295"/>
                  </a:cubicBezTo>
                  <a:cubicBezTo>
                    <a:pt x="124604" y="84018"/>
                    <a:pt x="125882" y="82742"/>
                    <a:pt x="127160" y="81465"/>
                  </a:cubicBezTo>
                  <a:cubicBezTo>
                    <a:pt x="131633" y="78273"/>
                    <a:pt x="136745" y="74442"/>
                    <a:pt x="136745" y="68058"/>
                  </a:cubicBezTo>
                  <a:cubicBezTo>
                    <a:pt x="136745" y="61674"/>
                    <a:pt x="131633" y="57206"/>
                    <a:pt x="127160" y="54014"/>
                  </a:cubicBezTo>
                  <a:close/>
                  <a:moveTo>
                    <a:pt x="119492" y="71250"/>
                  </a:moveTo>
                  <a:cubicBezTo>
                    <a:pt x="115658" y="73804"/>
                    <a:pt x="112463" y="76996"/>
                    <a:pt x="110546" y="81465"/>
                  </a:cubicBezTo>
                  <a:cubicBezTo>
                    <a:pt x="109268" y="85934"/>
                    <a:pt x="109907" y="91041"/>
                    <a:pt x="111824" y="94871"/>
                  </a:cubicBezTo>
                  <a:cubicBezTo>
                    <a:pt x="112463" y="96786"/>
                    <a:pt x="112463" y="98702"/>
                    <a:pt x="113102" y="99978"/>
                  </a:cubicBezTo>
                  <a:cubicBezTo>
                    <a:pt x="111185" y="99978"/>
                    <a:pt x="109268" y="100617"/>
                    <a:pt x="107351" y="100617"/>
                  </a:cubicBezTo>
                  <a:cubicBezTo>
                    <a:pt x="102878" y="99978"/>
                    <a:pt x="97766" y="101255"/>
                    <a:pt x="93932" y="103809"/>
                  </a:cubicBezTo>
                  <a:cubicBezTo>
                    <a:pt x="90737" y="107001"/>
                    <a:pt x="88181" y="110831"/>
                    <a:pt x="86903" y="115300"/>
                  </a:cubicBezTo>
                  <a:cubicBezTo>
                    <a:pt x="86264" y="117215"/>
                    <a:pt x="85625" y="119130"/>
                    <a:pt x="84347" y="121046"/>
                  </a:cubicBezTo>
                  <a:cubicBezTo>
                    <a:pt x="82430" y="120407"/>
                    <a:pt x="81152" y="119130"/>
                    <a:pt x="79235" y="117854"/>
                  </a:cubicBezTo>
                  <a:cubicBezTo>
                    <a:pt x="76040" y="114662"/>
                    <a:pt x="71567" y="112746"/>
                    <a:pt x="67094" y="112108"/>
                  </a:cubicBezTo>
                  <a:lnTo>
                    <a:pt x="67094" y="112108"/>
                  </a:lnTo>
                  <a:cubicBezTo>
                    <a:pt x="62621" y="112746"/>
                    <a:pt x="58148" y="114662"/>
                    <a:pt x="54314" y="117215"/>
                  </a:cubicBezTo>
                  <a:cubicBezTo>
                    <a:pt x="53036" y="118492"/>
                    <a:pt x="51119" y="119130"/>
                    <a:pt x="49841" y="119769"/>
                  </a:cubicBezTo>
                  <a:cubicBezTo>
                    <a:pt x="49202" y="117854"/>
                    <a:pt x="48563" y="116577"/>
                    <a:pt x="47925" y="114662"/>
                  </a:cubicBezTo>
                  <a:cubicBezTo>
                    <a:pt x="46646" y="110193"/>
                    <a:pt x="44730" y="105724"/>
                    <a:pt x="40896" y="102532"/>
                  </a:cubicBezTo>
                  <a:cubicBezTo>
                    <a:pt x="37062" y="99978"/>
                    <a:pt x="32589" y="99340"/>
                    <a:pt x="27477" y="99340"/>
                  </a:cubicBezTo>
                  <a:cubicBezTo>
                    <a:pt x="25560" y="99340"/>
                    <a:pt x="23004" y="99340"/>
                    <a:pt x="21726" y="99340"/>
                  </a:cubicBezTo>
                  <a:cubicBezTo>
                    <a:pt x="22365" y="97425"/>
                    <a:pt x="22365" y="95510"/>
                    <a:pt x="23004" y="94233"/>
                  </a:cubicBezTo>
                  <a:cubicBezTo>
                    <a:pt x="27477" y="85934"/>
                    <a:pt x="24921" y="75081"/>
                    <a:pt x="15975" y="69974"/>
                  </a:cubicBezTo>
                  <a:cubicBezTo>
                    <a:pt x="15975" y="69974"/>
                    <a:pt x="15336" y="69974"/>
                    <a:pt x="15336" y="69335"/>
                  </a:cubicBezTo>
                  <a:cubicBezTo>
                    <a:pt x="14058" y="68058"/>
                    <a:pt x="12780" y="66782"/>
                    <a:pt x="11502" y="65505"/>
                  </a:cubicBezTo>
                  <a:cubicBezTo>
                    <a:pt x="12780" y="64228"/>
                    <a:pt x="14058" y="62951"/>
                    <a:pt x="15975" y="61674"/>
                  </a:cubicBezTo>
                  <a:cubicBezTo>
                    <a:pt x="19809" y="59121"/>
                    <a:pt x="23004" y="55929"/>
                    <a:pt x="24921" y="51460"/>
                  </a:cubicBezTo>
                  <a:cubicBezTo>
                    <a:pt x="26199" y="46991"/>
                    <a:pt x="25560" y="41884"/>
                    <a:pt x="23643" y="38054"/>
                  </a:cubicBezTo>
                  <a:cubicBezTo>
                    <a:pt x="23004" y="36139"/>
                    <a:pt x="22365" y="34223"/>
                    <a:pt x="22365" y="32308"/>
                  </a:cubicBezTo>
                  <a:cubicBezTo>
                    <a:pt x="24282" y="32308"/>
                    <a:pt x="26199" y="32308"/>
                    <a:pt x="28116" y="31670"/>
                  </a:cubicBezTo>
                  <a:cubicBezTo>
                    <a:pt x="32589" y="32308"/>
                    <a:pt x="37701" y="31031"/>
                    <a:pt x="41535" y="29116"/>
                  </a:cubicBezTo>
                  <a:cubicBezTo>
                    <a:pt x="44730" y="25924"/>
                    <a:pt x="47285" y="22094"/>
                    <a:pt x="48563" y="17625"/>
                  </a:cubicBezTo>
                  <a:cubicBezTo>
                    <a:pt x="49202" y="15710"/>
                    <a:pt x="49841" y="13795"/>
                    <a:pt x="51119" y="11879"/>
                  </a:cubicBezTo>
                  <a:cubicBezTo>
                    <a:pt x="53036" y="12518"/>
                    <a:pt x="54314" y="13795"/>
                    <a:pt x="56231" y="15071"/>
                  </a:cubicBezTo>
                  <a:cubicBezTo>
                    <a:pt x="59426" y="18263"/>
                    <a:pt x="63899" y="20179"/>
                    <a:pt x="68372" y="20817"/>
                  </a:cubicBezTo>
                  <a:cubicBezTo>
                    <a:pt x="72845" y="20179"/>
                    <a:pt x="77318" y="18263"/>
                    <a:pt x="81152" y="15710"/>
                  </a:cubicBezTo>
                  <a:cubicBezTo>
                    <a:pt x="82430" y="14433"/>
                    <a:pt x="84347" y="13795"/>
                    <a:pt x="85625" y="13156"/>
                  </a:cubicBezTo>
                  <a:cubicBezTo>
                    <a:pt x="86264" y="15071"/>
                    <a:pt x="86903" y="16348"/>
                    <a:pt x="87542" y="18263"/>
                  </a:cubicBezTo>
                  <a:cubicBezTo>
                    <a:pt x="88820" y="22732"/>
                    <a:pt x="90737" y="27201"/>
                    <a:pt x="94571" y="30393"/>
                  </a:cubicBezTo>
                  <a:cubicBezTo>
                    <a:pt x="98405" y="32947"/>
                    <a:pt x="102878" y="33585"/>
                    <a:pt x="107990" y="33585"/>
                  </a:cubicBezTo>
                  <a:cubicBezTo>
                    <a:pt x="109907" y="33585"/>
                    <a:pt x="112463" y="33585"/>
                    <a:pt x="113741" y="34223"/>
                  </a:cubicBezTo>
                  <a:cubicBezTo>
                    <a:pt x="113102" y="36139"/>
                    <a:pt x="113102" y="38054"/>
                    <a:pt x="112463" y="39331"/>
                  </a:cubicBezTo>
                  <a:cubicBezTo>
                    <a:pt x="110546" y="43799"/>
                    <a:pt x="109907" y="48268"/>
                    <a:pt x="111185" y="53375"/>
                  </a:cubicBezTo>
                  <a:cubicBezTo>
                    <a:pt x="113102" y="57844"/>
                    <a:pt x="116297" y="61674"/>
                    <a:pt x="120131" y="64228"/>
                  </a:cubicBezTo>
                  <a:cubicBezTo>
                    <a:pt x="121409" y="65505"/>
                    <a:pt x="123326" y="66782"/>
                    <a:pt x="123965" y="68058"/>
                  </a:cubicBezTo>
                  <a:cubicBezTo>
                    <a:pt x="122048" y="68697"/>
                    <a:pt x="120770" y="69974"/>
                    <a:pt x="119492" y="71250"/>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45" name="Graphic 4">
              <a:extLst>
                <a:ext uri="{FF2B5EF4-FFF2-40B4-BE49-F238E27FC236}">
                  <a16:creationId xmlns:a16="http://schemas.microsoft.com/office/drawing/2014/main" id="{CC32E752-EF9C-10F6-A2CD-5BB14775BD21}"/>
                </a:ext>
              </a:extLst>
            </p:cNvPr>
            <p:cNvSpPr/>
            <p:nvPr/>
          </p:nvSpPr>
          <p:spPr>
            <a:xfrm>
              <a:off x="2662886" y="1611148"/>
              <a:ext cx="50682" cy="50765"/>
            </a:xfrm>
            <a:custGeom>
              <a:avLst/>
              <a:gdLst>
                <a:gd name="connsiteX0" fmla="*/ 37501 w 50682"/>
                <a:gd name="connsiteY0" fmla="*/ 2885 h 50765"/>
                <a:gd name="connsiteX1" fmla="*/ 2995 w 50682"/>
                <a:gd name="connsiteY1" fmla="*/ 13738 h 50765"/>
                <a:gd name="connsiteX2" fmla="*/ 1078 w 50682"/>
                <a:gd name="connsiteY2" fmla="*/ 32890 h 50765"/>
                <a:gd name="connsiteX3" fmla="*/ 25360 w 50682"/>
                <a:gd name="connsiteY3" fmla="*/ 50765 h 50765"/>
                <a:gd name="connsiteX4" fmla="*/ 33028 w 50682"/>
                <a:gd name="connsiteY4" fmla="*/ 49488 h 50765"/>
                <a:gd name="connsiteX5" fmla="*/ 49642 w 50682"/>
                <a:gd name="connsiteY5" fmla="*/ 17568 h 50765"/>
                <a:gd name="connsiteX6" fmla="*/ 37501 w 50682"/>
                <a:gd name="connsiteY6" fmla="*/ 2885 h 50765"/>
                <a:gd name="connsiteX7" fmla="*/ 37501 w 50682"/>
                <a:gd name="connsiteY7" fmla="*/ 2885 h 50765"/>
                <a:gd name="connsiteX8" fmla="*/ 29194 w 50682"/>
                <a:gd name="connsiteY8" fmla="*/ 37359 h 50765"/>
                <a:gd name="connsiteX9" fmla="*/ 13219 w 50682"/>
                <a:gd name="connsiteY9" fmla="*/ 29059 h 50765"/>
                <a:gd name="connsiteX10" fmla="*/ 22165 w 50682"/>
                <a:gd name="connsiteY10" fmla="*/ 13099 h 50765"/>
                <a:gd name="connsiteX11" fmla="*/ 25360 w 50682"/>
                <a:gd name="connsiteY11" fmla="*/ 12461 h 50765"/>
                <a:gd name="connsiteX12" fmla="*/ 37501 w 50682"/>
                <a:gd name="connsiteY12" fmla="*/ 21399 h 50765"/>
                <a:gd name="connsiteX13" fmla="*/ 29194 w 50682"/>
                <a:gd name="connsiteY13" fmla="*/ 37359 h 50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0682" h="50765">
                  <a:moveTo>
                    <a:pt x="37501" y="2885"/>
                  </a:moveTo>
                  <a:cubicBezTo>
                    <a:pt x="25360" y="-3499"/>
                    <a:pt x="10024" y="970"/>
                    <a:pt x="2995" y="13738"/>
                  </a:cubicBezTo>
                  <a:cubicBezTo>
                    <a:pt x="-200" y="19483"/>
                    <a:pt x="-839" y="26506"/>
                    <a:pt x="1078" y="32890"/>
                  </a:cubicBezTo>
                  <a:cubicBezTo>
                    <a:pt x="4273" y="43743"/>
                    <a:pt x="14497" y="50765"/>
                    <a:pt x="25360" y="50765"/>
                  </a:cubicBezTo>
                  <a:cubicBezTo>
                    <a:pt x="27916" y="50765"/>
                    <a:pt x="30472" y="50127"/>
                    <a:pt x="33028" y="49488"/>
                  </a:cubicBezTo>
                  <a:cubicBezTo>
                    <a:pt x="46447" y="45019"/>
                    <a:pt x="53476" y="30975"/>
                    <a:pt x="49642" y="17568"/>
                  </a:cubicBezTo>
                  <a:cubicBezTo>
                    <a:pt x="47725" y="10546"/>
                    <a:pt x="43252" y="5439"/>
                    <a:pt x="37501" y="2885"/>
                  </a:cubicBezTo>
                  <a:lnTo>
                    <a:pt x="37501" y="2885"/>
                  </a:lnTo>
                  <a:close/>
                  <a:moveTo>
                    <a:pt x="29194" y="37359"/>
                  </a:moveTo>
                  <a:cubicBezTo>
                    <a:pt x="22804" y="39274"/>
                    <a:pt x="15775" y="35443"/>
                    <a:pt x="13219" y="29059"/>
                  </a:cubicBezTo>
                  <a:cubicBezTo>
                    <a:pt x="11302" y="22037"/>
                    <a:pt x="15136" y="15015"/>
                    <a:pt x="22165" y="13099"/>
                  </a:cubicBezTo>
                  <a:cubicBezTo>
                    <a:pt x="23443" y="12461"/>
                    <a:pt x="24721" y="12461"/>
                    <a:pt x="25360" y="12461"/>
                  </a:cubicBezTo>
                  <a:cubicBezTo>
                    <a:pt x="31111" y="12461"/>
                    <a:pt x="35584" y="16291"/>
                    <a:pt x="37501" y="21399"/>
                  </a:cubicBezTo>
                  <a:cubicBezTo>
                    <a:pt x="39418" y="27783"/>
                    <a:pt x="36223" y="34805"/>
                    <a:pt x="29194" y="37359"/>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46" name="Graphic 4">
              <a:extLst>
                <a:ext uri="{FF2B5EF4-FFF2-40B4-BE49-F238E27FC236}">
                  <a16:creationId xmlns:a16="http://schemas.microsoft.com/office/drawing/2014/main" id="{AD1E6608-1D56-428E-399E-7E08C7682912}"/>
                </a:ext>
              </a:extLst>
            </p:cNvPr>
            <p:cNvSpPr/>
            <p:nvPr/>
          </p:nvSpPr>
          <p:spPr>
            <a:xfrm>
              <a:off x="2725947" y="1463621"/>
              <a:ext cx="138022" cy="133175"/>
            </a:xfrm>
            <a:custGeom>
              <a:avLst/>
              <a:gdLst>
                <a:gd name="connsiteX0" fmla="*/ 128438 w 138022"/>
                <a:gd name="connsiteY0" fmla="*/ 54014 h 133175"/>
                <a:gd name="connsiteX1" fmla="*/ 123326 w 138022"/>
                <a:gd name="connsiteY1" fmla="*/ 49545 h 133175"/>
                <a:gd name="connsiteX2" fmla="*/ 124604 w 138022"/>
                <a:gd name="connsiteY2" fmla="*/ 43161 h 133175"/>
                <a:gd name="connsiteX3" fmla="*/ 120770 w 138022"/>
                <a:gd name="connsiteY3" fmla="*/ 22732 h 133175"/>
                <a:gd name="connsiteX4" fmla="*/ 108629 w 138022"/>
                <a:gd name="connsiteY4" fmla="*/ 20817 h 133175"/>
                <a:gd name="connsiteX5" fmla="*/ 102878 w 138022"/>
                <a:gd name="connsiteY5" fmla="*/ 20179 h 133175"/>
                <a:gd name="connsiteX6" fmla="*/ 100322 w 138022"/>
                <a:gd name="connsiteY6" fmla="*/ 14433 h 133175"/>
                <a:gd name="connsiteX7" fmla="*/ 90737 w 138022"/>
                <a:gd name="connsiteY7" fmla="*/ 1027 h 133175"/>
                <a:gd name="connsiteX8" fmla="*/ 74762 w 138022"/>
                <a:gd name="connsiteY8" fmla="*/ 5495 h 133175"/>
                <a:gd name="connsiteX9" fmla="*/ 66455 w 138022"/>
                <a:gd name="connsiteY9" fmla="*/ 8049 h 133175"/>
                <a:gd name="connsiteX10" fmla="*/ 63899 w 138022"/>
                <a:gd name="connsiteY10" fmla="*/ 5495 h 133175"/>
                <a:gd name="connsiteX11" fmla="*/ 47925 w 138022"/>
                <a:gd name="connsiteY11" fmla="*/ 388 h 133175"/>
                <a:gd name="connsiteX12" fmla="*/ 37701 w 138022"/>
                <a:gd name="connsiteY12" fmla="*/ 13795 h 133175"/>
                <a:gd name="connsiteX13" fmla="*/ 35145 w 138022"/>
                <a:gd name="connsiteY13" fmla="*/ 19540 h 133175"/>
                <a:gd name="connsiteX14" fmla="*/ 28755 w 138022"/>
                <a:gd name="connsiteY14" fmla="*/ 20179 h 133175"/>
                <a:gd name="connsiteX15" fmla="*/ 10863 w 138022"/>
                <a:gd name="connsiteY15" fmla="*/ 30393 h 133175"/>
                <a:gd name="connsiteX16" fmla="*/ 12780 w 138022"/>
                <a:gd name="connsiteY16" fmla="*/ 42523 h 133175"/>
                <a:gd name="connsiteX17" fmla="*/ 14058 w 138022"/>
                <a:gd name="connsiteY17" fmla="*/ 48268 h 133175"/>
                <a:gd name="connsiteX18" fmla="*/ 9585 w 138022"/>
                <a:gd name="connsiteY18" fmla="*/ 52099 h 133175"/>
                <a:gd name="connsiteX19" fmla="*/ 0 w 138022"/>
                <a:gd name="connsiteY19" fmla="*/ 65505 h 133175"/>
                <a:gd name="connsiteX20" fmla="*/ 9585 w 138022"/>
                <a:gd name="connsiteY20" fmla="*/ 78911 h 133175"/>
                <a:gd name="connsiteX21" fmla="*/ 14697 w 138022"/>
                <a:gd name="connsiteY21" fmla="*/ 83380 h 133175"/>
                <a:gd name="connsiteX22" fmla="*/ 13419 w 138022"/>
                <a:gd name="connsiteY22" fmla="*/ 89764 h 133175"/>
                <a:gd name="connsiteX23" fmla="*/ 17253 w 138022"/>
                <a:gd name="connsiteY23" fmla="*/ 110193 h 133175"/>
                <a:gd name="connsiteX24" fmla="*/ 29394 w 138022"/>
                <a:gd name="connsiteY24" fmla="*/ 112108 h 133175"/>
                <a:gd name="connsiteX25" fmla="*/ 35145 w 138022"/>
                <a:gd name="connsiteY25" fmla="*/ 112746 h 133175"/>
                <a:gd name="connsiteX26" fmla="*/ 37701 w 138022"/>
                <a:gd name="connsiteY26" fmla="*/ 118492 h 133175"/>
                <a:gd name="connsiteX27" fmla="*/ 47285 w 138022"/>
                <a:gd name="connsiteY27" fmla="*/ 131898 h 133175"/>
                <a:gd name="connsiteX28" fmla="*/ 63260 w 138022"/>
                <a:gd name="connsiteY28" fmla="*/ 127430 h 133175"/>
                <a:gd name="connsiteX29" fmla="*/ 68372 w 138022"/>
                <a:gd name="connsiteY29" fmla="*/ 124238 h 133175"/>
                <a:gd name="connsiteX30" fmla="*/ 73484 w 138022"/>
                <a:gd name="connsiteY30" fmla="*/ 127430 h 133175"/>
                <a:gd name="connsiteX31" fmla="*/ 86264 w 138022"/>
                <a:gd name="connsiteY31" fmla="*/ 133175 h 133175"/>
                <a:gd name="connsiteX32" fmla="*/ 89459 w 138022"/>
                <a:gd name="connsiteY32" fmla="*/ 132537 h 133175"/>
                <a:gd name="connsiteX33" fmla="*/ 99683 w 138022"/>
                <a:gd name="connsiteY33" fmla="*/ 119130 h 133175"/>
                <a:gd name="connsiteX34" fmla="*/ 102239 w 138022"/>
                <a:gd name="connsiteY34" fmla="*/ 114023 h 133175"/>
                <a:gd name="connsiteX35" fmla="*/ 108629 w 138022"/>
                <a:gd name="connsiteY35" fmla="*/ 113385 h 133175"/>
                <a:gd name="connsiteX36" fmla="*/ 126521 w 138022"/>
                <a:gd name="connsiteY36" fmla="*/ 103170 h 133175"/>
                <a:gd name="connsiteX37" fmla="*/ 125243 w 138022"/>
                <a:gd name="connsiteY37" fmla="*/ 91679 h 133175"/>
                <a:gd name="connsiteX38" fmla="*/ 123965 w 138022"/>
                <a:gd name="connsiteY38" fmla="*/ 85934 h 133175"/>
                <a:gd name="connsiteX39" fmla="*/ 128438 w 138022"/>
                <a:gd name="connsiteY39" fmla="*/ 82103 h 133175"/>
                <a:gd name="connsiteX40" fmla="*/ 138023 w 138022"/>
                <a:gd name="connsiteY40" fmla="*/ 68697 h 133175"/>
                <a:gd name="connsiteX41" fmla="*/ 128438 w 138022"/>
                <a:gd name="connsiteY41" fmla="*/ 54014 h 133175"/>
                <a:gd name="connsiteX42" fmla="*/ 120131 w 138022"/>
                <a:gd name="connsiteY42" fmla="*/ 71251 h 133175"/>
                <a:gd name="connsiteX43" fmla="*/ 111824 w 138022"/>
                <a:gd name="connsiteY43" fmla="*/ 94233 h 133175"/>
                <a:gd name="connsiteX44" fmla="*/ 112463 w 138022"/>
                <a:gd name="connsiteY44" fmla="*/ 94871 h 133175"/>
                <a:gd name="connsiteX45" fmla="*/ 113741 w 138022"/>
                <a:gd name="connsiteY45" fmla="*/ 100617 h 133175"/>
                <a:gd name="connsiteX46" fmla="*/ 107990 w 138022"/>
                <a:gd name="connsiteY46" fmla="*/ 101255 h 133175"/>
                <a:gd name="connsiteX47" fmla="*/ 94571 w 138022"/>
                <a:gd name="connsiteY47" fmla="*/ 103809 h 133175"/>
                <a:gd name="connsiteX48" fmla="*/ 87542 w 138022"/>
                <a:gd name="connsiteY48" fmla="*/ 115300 h 133175"/>
                <a:gd name="connsiteX49" fmla="*/ 84986 w 138022"/>
                <a:gd name="connsiteY49" fmla="*/ 120407 h 133175"/>
                <a:gd name="connsiteX50" fmla="*/ 79874 w 138022"/>
                <a:gd name="connsiteY50" fmla="*/ 117215 h 133175"/>
                <a:gd name="connsiteX51" fmla="*/ 67733 w 138022"/>
                <a:gd name="connsiteY51" fmla="*/ 111470 h 133175"/>
                <a:gd name="connsiteX52" fmla="*/ 67733 w 138022"/>
                <a:gd name="connsiteY52" fmla="*/ 111470 h 133175"/>
                <a:gd name="connsiteX53" fmla="*/ 54954 w 138022"/>
                <a:gd name="connsiteY53" fmla="*/ 116577 h 133175"/>
                <a:gd name="connsiteX54" fmla="*/ 50480 w 138022"/>
                <a:gd name="connsiteY54" fmla="*/ 119130 h 133175"/>
                <a:gd name="connsiteX55" fmla="*/ 48564 w 138022"/>
                <a:gd name="connsiteY55" fmla="*/ 114023 h 133175"/>
                <a:gd name="connsiteX56" fmla="*/ 29394 w 138022"/>
                <a:gd name="connsiteY56" fmla="*/ 98702 h 133175"/>
                <a:gd name="connsiteX57" fmla="*/ 28116 w 138022"/>
                <a:gd name="connsiteY57" fmla="*/ 98702 h 133175"/>
                <a:gd name="connsiteX58" fmla="*/ 22365 w 138022"/>
                <a:gd name="connsiteY58" fmla="*/ 98702 h 133175"/>
                <a:gd name="connsiteX59" fmla="*/ 23643 w 138022"/>
                <a:gd name="connsiteY59" fmla="*/ 92956 h 133175"/>
                <a:gd name="connsiteX60" fmla="*/ 16614 w 138022"/>
                <a:gd name="connsiteY60" fmla="*/ 68697 h 133175"/>
                <a:gd name="connsiteX61" fmla="*/ 15975 w 138022"/>
                <a:gd name="connsiteY61" fmla="*/ 68059 h 133175"/>
                <a:gd name="connsiteX62" fmla="*/ 12141 w 138022"/>
                <a:gd name="connsiteY62" fmla="*/ 64228 h 133175"/>
                <a:gd name="connsiteX63" fmla="*/ 16614 w 138022"/>
                <a:gd name="connsiteY63" fmla="*/ 60398 h 133175"/>
                <a:gd name="connsiteX64" fmla="*/ 25560 w 138022"/>
                <a:gd name="connsiteY64" fmla="*/ 50183 h 133175"/>
                <a:gd name="connsiteX65" fmla="*/ 24282 w 138022"/>
                <a:gd name="connsiteY65" fmla="*/ 36777 h 133175"/>
                <a:gd name="connsiteX66" fmla="*/ 23004 w 138022"/>
                <a:gd name="connsiteY66" fmla="*/ 31031 h 133175"/>
                <a:gd name="connsiteX67" fmla="*/ 28755 w 138022"/>
                <a:gd name="connsiteY67" fmla="*/ 31031 h 133175"/>
                <a:gd name="connsiteX68" fmla="*/ 42174 w 138022"/>
                <a:gd name="connsiteY68" fmla="*/ 28478 h 133175"/>
                <a:gd name="connsiteX69" fmla="*/ 49202 w 138022"/>
                <a:gd name="connsiteY69" fmla="*/ 16987 h 133175"/>
                <a:gd name="connsiteX70" fmla="*/ 51759 w 138022"/>
                <a:gd name="connsiteY70" fmla="*/ 11879 h 133175"/>
                <a:gd name="connsiteX71" fmla="*/ 56870 w 138022"/>
                <a:gd name="connsiteY71" fmla="*/ 15071 h 133175"/>
                <a:gd name="connsiteX72" fmla="*/ 69011 w 138022"/>
                <a:gd name="connsiteY72" fmla="*/ 20817 h 133175"/>
                <a:gd name="connsiteX73" fmla="*/ 81791 w 138022"/>
                <a:gd name="connsiteY73" fmla="*/ 15710 h 133175"/>
                <a:gd name="connsiteX74" fmla="*/ 86264 w 138022"/>
                <a:gd name="connsiteY74" fmla="*/ 13156 h 133175"/>
                <a:gd name="connsiteX75" fmla="*/ 88181 w 138022"/>
                <a:gd name="connsiteY75" fmla="*/ 18263 h 133175"/>
                <a:gd name="connsiteX76" fmla="*/ 107351 w 138022"/>
                <a:gd name="connsiteY76" fmla="*/ 33585 h 133175"/>
                <a:gd name="connsiteX77" fmla="*/ 107990 w 138022"/>
                <a:gd name="connsiteY77" fmla="*/ 33585 h 133175"/>
                <a:gd name="connsiteX78" fmla="*/ 113741 w 138022"/>
                <a:gd name="connsiteY78" fmla="*/ 33585 h 133175"/>
                <a:gd name="connsiteX79" fmla="*/ 112463 w 138022"/>
                <a:gd name="connsiteY79" fmla="*/ 38692 h 133175"/>
                <a:gd name="connsiteX80" fmla="*/ 119492 w 138022"/>
                <a:gd name="connsiteY80" fmla="*/ 62951 h 133175"/>
                <a:gd name="connsiteX81" fmla="*/ 120131 w 138022"/>
                <a:gd name="connsiteY81" fmla="*/ 63590 h 133175"/>
                <a:gd name="connsiteX82" fmla="*/ 123965 w 138022"/>
                <a:gd name="connsiteY82" fmla="*/ 67420 h 133175"/>
                <a:gd name="connsiteX83" fmla="*/ 120131 w 138022"/>
                <a:gd name="connsiteY83" fmla="*/ 71251 h 133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Lst>
              <a:rect l="l" t="t" r="r" b="b"/>
              <a:pathLst>
                <a:path w="138022" h="133175">
                  <a:moveTo>
                    <a:pt x="128438" y="54014"/>
                  </a:moveTo>
                  <a:cubicBezTo>
                    <a:pt x="126521" y="52737"/>
                    <a:pt x="125243" y="51460"/>
                    <a:pt x="123326" y="49545"/>
                  </a:cubicBezTo>
                  <a:cubicBezTo>
                    <a:pt x="123326" y="47630"/>
                    <a:pt x="123965" y="45076"/>
                    <a:pt x="124604" y="43161"/>
                  </a:cubicBezTo>
                  <a:cubicBezTo>
                    <a:pt x="129077" y="36777"/>
                    <a:pt x="127160" y="27201"/>
                    <a:pt x="120770" y="22732"/>
                  </a:cubicBezTo>
                  <a:cubicBezTo>
                    <a:pt x="116936" y="20179"/>
                    <a:pt x="112463" y="19540"/>
                    <a:pt x="108629" y="20817"/>
                  </a:cubicBezTo>
                  <a:cubicBezTo>
                    <a:pt x="106712" y="20817"/>
                    <a:pt x="104795" y="20817"/>
                    <a:pt x="102878" y="20179"/>
                  </a:cubicBezTo>
                  <a:cubicBezTo>
                    <a:pt x="101600" y="18263"/>
                    <a:pt x="100961" y="16348"/>
                    <a:pt x="100322" y="14433"/>
                  </a:cubicBezTo>
                  <a:cubicBezTo>
                    <a:pt x="98405" y="9326"/>
                    <a:pt x="96488" y="2942"/>
                    <a:pt x="90737" y="1027"/>
                  </a:cubicBezTo>
                  <a:cubicBezTo>
                    <a:pt x="84986" y="-250"/>
                    <a:pt x="79235" y="1665"/>
                    <a:pt x="74762" y="5495"/>
                  </a:cubicBezTo>
                  <a:cubicBezTo>
                    <a:pt x="73484" y="8687"/>
                    <a:pt x="69650" y="9326"/>
                    <a:pt x="66455" y="8049"/>
                  </a:cubicBezTo>
                  <a:cubicBezTo>
                    <a:pt x="65177" y="7411"/>
                    <a:pt x="64538" y="6772"/>
                    <a:pt x="63899" y="5495"/>
                  </a:cubicBezTo>
                  <a:cubicBezTo>
                    <a:pt x="59426" y="1027"/>
                    <a:pt x="53675" y="-888"/>
                    <a:pt x="47925" y="388"/>
                  </a:cubicBezTo>
                  <a:cubicBezTo>
                    <a:pt x="41535" y="2304"/>
                    <a:pt x="38979" y="8687"/>
                    <a:pt x="37701" y="13795"/>
                  </a:cubicBezTo>
                  <a:cubicBezTo>
                    <a:pt x="37062" y="15710"/>
                    <a:pt x="36423" y="17625"/>
                    <a:pt x="35145" y="19540"/>
                  </a:cubicBezTo>
                  <a:cubicBezTo>
                    <a:pt x="33228" y="20179"/>
                    <a:pt x="30672" y="20179"/>
                    <a:pt x="28755" y="20179"/>
                  </a:cubicBezTo>
                  <a:cubicBezTo>
                    <a:pt x="21087" y="17625"/>
                    <a:pt x="12780" y="22732"/>
                    <a:pt x="10863" y="30393"/>
                  </a:cubicBezTo>
                  <a:cubicBezTo>
                    <a:pt x="9585" y="34223"/>
                    <a:pt x="10224" y="38692"/>
                    <a:pt x="12780" y="42523"/>
                  </a:cubicBezTo>
                  <a:cubicBezTo>
                    <a:pt x="13419" y="44438"/>
                    <a:pt x="14058" y="46353"/>
                    <a:pt x="14058" y="48268"/>
                  </a:cubicBezTo>
                  <a:cubicBezTo>
                    <a:pt x="12780" y="49545"/>
                    <a:pt x="10863" y="50822"/>
                    <a:pt x="9585" y="52099"/>
                  </a:cubicBezTo>
                  <a:cubicBezTo>
                    <a:pt x="5112" y="55291"/>
                    <a:pt x="0" y="59121"/>
                    <a:pt x="0" y="65505"/>
                  </a:cubicBezTo>
                  <a:cubicBezTo>
                    <a:pt x="0" y="71889"/>
                    <a:pt x="5112" y="75719"/>
                    <a:pt x="9585" y="78911"/>
                  </a:cubicBezTo>
                  <a:cubicBezTo>
                    <a:pt x="11502" y="80188"/>
                    <a:pt x="12780" y="81465"/>
                    <a:pt x="14697" y="83380"/>
                  </a:cubicBezTo>
                  <a:cubicBezTo>
                    <a:pt x="14697" y="85295"/>
                    <a:pt x="14058" y="87849"/>
                    <a:pt x="13419" y="89764"/>
                  </a:cubicBezTo>
                  <a:cubicBezTo>
                    <a:pt x="8946" y="96786"/>
                    <a:pt x="10863" y="105724"/>
                    <a:pt x="17253" y="110193"/>
                  </a:cubicBezTo>
                  <a:cubicBezTo>
                    <a:pt x="20448" y="112746"/>
                    <a:pt x="24921" y="113385"/>
                    <a:pt x="29394" y="112108"/>
                  </a:cubicBezTo>
                  <a:cubicBezTo>
                    <a:pt x="31311" y="112108"/>
                    <a:pt x="33228" y="112108"/>
                    <a:pt x="35145" y="112746"/>
                  </a:cubicBezTo>
                  <a:cubicBezTo>
                    <a:pt x="36423" y="114662"/>
                    <a:pt x="37062" y="116577"/>
                    <a:pt x="37701" y="118492"/>
                  </a:cubicBezTo>
                  <a:cubicBezTo>
                    <a:pt x="39617" y="123599"/>
                    <a:pt x="41535" y="129983"/>
                    <a:pt x="47285" y="131898"/>
                  </a:cubicBezTo>
                  <a:cubicBezTo>
                    <a:pt x="53036" y="133175"/>
                    <a:pt x="58787" y="131260"/>
                    <a:pt x="63260" y="127430"/>
                  </a:cubicBezTo>
                  <a:cubicBezTo>
                    <a:pt x="65177" y="126153"/>
                    <a:pt x="66455" y="124876"/>
                    <a:pt x="68372" y="124238"/>
                  </a:cubicBezTo>
                  <a:cubicBezTo>
                    <a:pt x="70289" y="124876"/>
                    <a:pt x="72206" y="126153"/>
                    <a:pt x="73484" y="127430"/>
                  </a:cubicBezTo>
                  <a:cubicBezTo>
                    <a:pt x="77318" y="130622"/>
                    <a:pt x="81791" y="132537"/>
                    <a:pt x="86264" y="133175"/>
                  </a:cubicBezTo>
                  <a:cubicBezTo>
                    <a:pt x="87542" y="133175"/>
                    <a:pt x="88820" y="133175"/>
                    <a:pt x="89459" y="132537"/>
                  </a:cubicBezTo>
                  <a:cubicBezTo>
                    <a:pt x="95849" y="130622"/>
                    <a:pt x="97766" y="124238"/>
                    <a:pt x="99683" y="119130"/>
                  </a:cubicBezTo>
                  <a:cubicBezTo>
                    <a:pt x="100322" y="117215"/>
                    <a:pt x="100961" y="115300"/>
                    <a:pt x="102239" y="114023"/>
                  </a:cubicBezTo>
                  <a:cubicBezTo>
                    <a:pt x="104156" y="113385"/>
                    <a:pt x="106712" y="113385"/>
                    <a:pt x="108629" y="113385"/>
                  </a:cubicBezTo>
                  <a:cubicBezTo>
                    <a:pt x="116297" y="115300"/>
                    <a:pt x="124604" y="110831"/>
                    <a:pt x="126521" y="103170"/>
                  </a:cubicBezTo>
                  <a:cubicBezTo>
                    <a:pt x="127799" y="99340"/>
                    <a:pt x="127160" y="94871"/>
                    <a:pt x="125243" y="91679"/>
                  </a:cubicBezTo>
                  <a:cubicBezTo>
                    <a:pt x="124604" y="89764"/>
                    <a:pt x="123965" y="87849"/>
                    <a:pt x="123965" y="85934"/>
                  </a:cubicBezTo>
                  <a:cubicBezTo>
                    <a:pt x="125243" y="84657"/>
                    <a:pt x="127160" y="83380"/>
                    <a:pt x="128438" y="82103"/>
                  </a:cubicBezTo>
                  <a:cubicBezTo>
                    <a:pt x="133550" y="79550"/>
                    <a:pt x="137384" y="74443"/>
                    <a:pt x="138023" y="68697"/>
                  </a:cubicBezTo>
                  <a:cubicBezTo>
                    <a:pt x="138023" y="61675"/>
                    <a:pt x="132911" y="57206"/>
                    <a:pt x="128438" y="54014"/>
                  </a:cubicBezTo>
                  <a:close/>
                  <a:moveTo>
                    <a:pt x="120131" y="71251"/>
                  </a:moveTo>
                  <a:cubicBezTo>
                    <a:pt x="111185" y="75081"/>
                    <a:pt x="107990" y="85934"/>
                    <a:pt x="111824" y="94233"/>
                  </a:cubicBezTo>
                  <a:cubicBezTo>
                    <a:pt x="111824" y="94233"/>
                    <a:pt x="111824" y="94871"/>
                    <a:pt x="112463" y="94871"/>
                  </a:cubicBezTo>
                  <a:cubicBezTo>
                    <a:pt x="113102" y="96786"/>
                    <a:pt x="113741" y="98702"/>
                    <a:pt x="113741" y="100617"/>
                  </a:cubicBezTo>
                  <a:cubicBezTo>
                    <a:pt x="111824" y="100617"/>
                    <a:pt x="109907" y="101255"/>
                    <a:pt x="107990" y="101255"/>
                  </a:cubicBezTo>
                  <a:cubicBezTo>
                    <a:pt x="103517" y="100617"/>
                    <a:pt x="98405" y="101894"/>
                    <a:pt x="94571" y="103809"/>
                  </a:cubicBezTo>
                  <a:cubicBezTo>
                    <a:pt x="91376" y="107001"/>
                    <a:pt x="88820" y="110831"/>
                    <a:pt x="87542" y="115300"/>
                  </a:cubicBezTo>
                  <a:cubicBezTo>
                    <a:pt x="86903" y="117215"/>
                    <a:pt x="86264" y="119130"/>
                    <a:pt x="84986" y="120407"/>
                  </a:cubicBezTo>
                  <a:cubicBezTo>
                    <a:pt x="83069" y="119769"/>
                    <a:pt x="81791" y="118492"/>
                    <a:pt x="79874" y="117215"/>
                  </a:cubicBezTo>
                  <a:cubicBezTo>
                    <a:pt x="76679" y="114023"/>
                    <a:pt x="72206" y="112108"/>
                    <a:pt x="67733" y="111470"/>
                  </a:cubicBezTo>
                  <a:lnTo>
                    <a:pt x="67733" y="111470"/>
                  </a:lnTo>
                  <a:cubicBezTo>
                    <a:pt x="63260" y="112108"/>
                    <a:pt x="58787" y="114023"/>
                    <a:pt x="54954" y="116577"/>
                  </a:cubicBezTo>
                  <a:cubicBezTo>
                    <a:pt x="53675" y="117854"/>
                    <a:pt x="51759" y="118492"/>
                    <a:pt x="50480" y="119130"/>
                  </a:cubicBezTo>
                  <a:cubicBezTo>
                    <a:pt x="49841" y="117215"/>
                    <a:pt x="49202" y="115938"/>
                    <a:pt x="48564" y="114023"/>
                  </a:cubicBezTo>
                  <a:cubicBezTo>
                    <a:pt x="47285" y="104447"/>
                    <a:pt x="38979" y="98063"/>
                    <a:pt x="29394" y="98702"/>
                  </a:cubicBezTo>
                  <a:cubicBezTo>
                    <a:pt x="28755" y="98702"/>
                    <a:pt x="28755" y="98702"/>
                    <a:pt x="28116" y="98702"/>
                  </a:cubicBezTo>
                  <a:lnTo>
                    <a:pt x="22365" y="98702"/>
                  </a:lnTo>
                  <a:cubicBezTo>
                    <a:pt x="22365" y="96786"/>
                    <a:pt x="23004" y="94871"/>
                    <a:pt x="23643" y="92956"/>
                  </a:cubicBezTo>
                  <a:cubicBezTo>
                    <a:pt x="28116" y="84657"/>
                    <a:pt x="25560" y="73804"/>
                    <a:pt x="16614" y="68697"/>
                  </a:cubicBezTo>
                  <a:cubicBezTo>
                    <a:pt x="16614" y="68697"/>
                    <a:pt x="15975" y="68697"/>
                    <a:pt x="15975" y="68059"/>
                  </a:cubicBezTo>
                  <a:cubicBezTo>
                    <a:pt x="14697" y="66782"/>
                    <a:pt x="13419" y="65505"/>
                    <a:pt x="12141" y="64228"/>
                  </a:cubicBezTo>
                  <a:cubicBezTo>
                    <a:pt x="13419" y="62951"/>
                    <a:pt x="14697" y="61675"/>
                    <a:pt x="16614" y="60398"/>
                  </a:cubicBezTo>
                  <a:cubicBezTo>
                    <a:pt x="20448" y="57844"/>
                    <a:pt x="23643" y="54652"/>
                    <a:pt x="25560" y="50183"/>
                  </a:cubicBezTo>
                  <a:cubicBezTo>
                    <a:pt x="26838" y="45715"/>
                    <a:pt x="26199" y="40607"/>
                    <a:pt x="24282" y="36777"/>
                  </a:cubicBezTo>
                  <a:cubicBezTo>
                    <a:pt x="23643" y="34862"/>
                    <a:pt x="23004" y="32947"/>
                    <a:pt x="23004" y="31031"/>
                  </a:cubicBezTo>
                  <a:cubicBezTo>
                    <a:pt x="24921" y="31031"/>
                    <a:pt x="26838" y="31031"/>
                    <a:pt x="28755" y="31031"/>
                  </a:cubicBezTo>
                  <a:cubicBezTo>
                    <a:pt x="33228" y="31670"/>
                    <a:pt x="38340" y="30393"/>
                    <a:pt x="42174" y="28478"/>
                  </a:cubicBezTo>
                  <a:cubicBezTo>
                    <a:pt x="45369" y="25286"/>
                    <a:pt x="47925" y="21455"/>
                    <a:pt x="49202" y="16987"/>
                  </a:cubicBezTo>
                  <a:cubicBezTo>
                    <a:pt x="49841" y="15071"/>
                    <a:pt x="50480" y="13156"/>
                    <a:pt x="51759" y="11879"/>
                  </a:cubicBezTo>
                  <a:cubicBezTo>
                    <a:pt x="53675" y="12518"/>
                    <a:pt x="54954" y="13795"/>
                    <a:pt x="56870" y="15071"/>
                  </a:cubicBezTo>
                  <a:cubicBezTo>
                    <a:pt x="60065" y="18263"/>
                    <a:pt x="64538" y="20179"/>
                    <a:pt x="69011" y="20817"/>
                  </a:cubicBezTo>
                  <a:cubicBezTo>
                    <a:pt x="73484" y="20179"/>
                    <a:pt x="77957" y="18263"/>
                    <a:pt x="81791" y="15710"/>
                  </a:cubicBezTo>
                  <a:cubicBezTo>
                    <a:pt x="83069" y="14433"/>
                    <a:pt x="84986" y="13795"/>
                    <a:pt x="86264" y="13156"/>
                  </a:cubicBezTo>
                  <a:cubicBezTo>
                    <a:pt x="86903" y="15071"/>
                    <a:pt x="87542" y="16348"/>
                    <a:pt x="88181" y="18263"/>
                  </a:cubicBezTo>
                  <a:cubicBezTo>
                    <a:pt x="89459" y="27839"/>
                    <a:pt x="97766" y="34862"/>
                    <a:pt x="107351" y="33585"/>
                  </a:cubicBezTo>
                  <a:cubicBezTo>
                    <a:pt x="107351" y="33585"/>
                    <a:pt x="107990" y="33585"/>
                    <a:pt x="107990" y="33585"/>
                  </a:cubicBezTo>
                  <a:cubicBezTo>
                    <a:pt x="109907" y="33585"/>
                    <a:pt x="112463" y="33585"/>
                    <a:pt x="113741" y="33585"/>
                  </a:cubicBezTo>
                  <a:cubicBezTo>
                    <a:pt x="113102" y="35500"/>
                    <a:pt x="113102" y="37415"/>
                    <a:pt x="112463" y="38692"/>
                  </a:cubicBezTo>
                  <a:cubicBezTo>
                    <a:pt x="107990" y="46991"/>
                    <a:pt x="110546" y="57844"/>
                    <a:pt x="119492" y="62951"/>
                  </a:cubicBezTo>
                  <a:cubicBezTo>
                    <a:pt x="119492" y="62951"/>
                    <a:pt x="120131" y="62951"/>
                    <a:pt x="120131" y="63590"/>
                  </a:cubicBezTo>
                  <a:cubicBezTo>
                    <a:pt x="121409" y="64867"/>
                    <a:pt x="122687" y="66143"/>
                    <a:pt x="123965" y="67420"/>
                  </a:cubicBezTo>
                  <a:cubicBezTo>
                    <a:pt x="123326" y="69335"/>
                    <a:pt x="122048" y="69974"/>
                    <a:pt x="120131" y="71251"/>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47" name="Graphic 4">
              <a:extLst>
                <a:ext uri="{FF2B5EF4-FFF2-40B4-BE49-F238E27FC236}">
                  <a16:creationId xmlns:a16="http://schemas.microsoft.com/office/drawing/2014/main" id="{66303F28-1A1D-CFBE-9E5A-C387F2F6EB17}"/>
                </a:ext>
              </a:extLst>
            </p:cNvPr>
            <p:cNvSpPr/>
            <p:nvPr/>
          </p:nvSpPr>
          <p:spPr>
            <a:xfrm>
              <a:off x="2769705" y="1505030"/>
              <a:ext cx="51144" cy="50601"/>
            </a:xfrm>
            <a:custGeom>
              <a:avLst/>
              <a:gdLst>
                <a:gd name="connsiteX0" fmla="*/ 17585 w 51144"/>
                <a:gd name="connsiteY0" fmla="*/ 1114 h 50601"/>
                <a:gd name="connsiteX1" fmla="*/ 2888 w 51144"/>
                <a:gd name="connsiteY1" fmla="*/ 13243 h 50601"/>
                <a:gd name="connsiteX2" fmla="*/ 13751 w 51144"/>
                <a:gd name="connsiteY2" fmla="*/ 47717 h 50601"/>
                <a:gd name="connsiteX3" fmla="*/ 48256 w 51144"/>
                <a:gd name="connsiteY3" fmla="*/ 36864 h 50601"/>
                <a:gd name="connsiteX4" fmla="*/ 37393 w 51144"/>
                <a:gd name="connsiteY4" fmla="*/ 2390 h 50601"/>
                <a:gd name="connsiteX5" fmla="*/ 17585 w 51144"/>
                <a:gd name="connsiteY5" fmla="*/ 1114 h 50601"/>
                <a:gd name="connsiteX6" fmla="*/ 28447 w 51144"/>
                <a:gd name="connsiteY6" fmla="*/ 37502 h 50601"/>
                <a:gd name="connsiteX7" fmla="*/ 13751 w 51144"/>
                <a:gd name="connsiteY7" fmla="*/ 26650 h 50601"/>
                <a:gd name="connsiteX8" fmla="*/ 20780 w 51144"/>
                <a:gd name="connsiteY8" fmla="*/ 13243 h 50601"/>
                <a:gd name="connsiteX9" fmla="*/ 24613 w 51144"/>
                <a:gd name="connsiteY9" fmla="*/ 12605 h 50601"/>
                <a:gd name="connsiteX10" fmla="*/ 36755 w 51144"/>
                <a:gd name="connsiteY10" fmla="*/ 26011 h 50601"/>
                <a:gd name="connsiteX11" fmla="*/ 28447 w 51144"/>
                <a:gd name="connsiteY11" fmla="*/ 37502 h 50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1144" h="50601">
                  <a:moveTo>
                    <a:pt x="17585" y="1114"/>
                  </a:moveTo>
                  <a:cubicBezTo>
                    <a:pt x="11195" y="3029"/>
                    <a:pt x="5444" y="7498"/>
                    <a:pt x="2888" y="13243"/>
                  </a:cubicBezTo>
                  <a:cubicBezTo>
                    <a:pt x="-3502" y="26011"/>
                    <a:pt x="971" y="41333"/>
                    <a:pt x="13751" y="47717"/>
                  </a:cubicBezTo>
                  <a:cubicBezTo>
                    <a:pt x="26531" y="54101"/>
                    <a:pt x="41866" y="49632"/>
                    <a:pt x="48256" y="36864"/>
                  </a:cubicBezTo>
                  <a:cubicBezTo>
                    <a:pt x="54646" y="24096"/>
                    <a:pt x="50173" y="8774"/>
                    <a:pt x="37393" y="2390"/>
                  </a:cubicBezTo>
                  <a:cubicBezTo>
                    <a:pt x="31003" y="-163"/>
                    <a:pt x="23975" y="-802"/>
                    <a:pt x="17585" y="1114"/>
                  </a:cubicBezTo>
                  <a:close/>
                  <a:moveTo>
                    <a:pt x="28447" y="37502"/>
                  </a:moveTo>
                  <a:cubicBezTo>
                    <a:pt x="21419" y="38779"/>
                    <a:pt x="15029" y="33672"/>
                    <a:pt x="13751" y="26650"/>
                  </a:cubicBezTo>
                  <a:cubicBezTo>
                    <a:pt x="13112" y="20904"/>
                    <a:pt x="15668" y="15797"/>
                    <a:pt x="20780" y="13243"/>
                  </a:cubicBezTo>
                  <a:cubicBezTo>
                    <a:pt x="22058" y="12605"/>
                    <a:pt x="23336" y="12605"/>
                    <a:pt x="24613" y="12605"/>
                  </a:cubicBezTo>
                  <a:cubicBezTo>
                    <a:pt x="31642" y="13243"/>
                    <a:pt x="36755" y="18989"/>
                    <a:pt x="36755" y="26011"/>
                  </a:cubicBezTo>
                  <a:cubicBezTo>
                    <a:pt x="36755" y="31118"/>
                    <a:pt x="33560" y="35587"/>
                    <a:pt x="28447" y="37502"/>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grpSp>
      <p:grpSp>
        <p:nvGrpSpPr>
          <p:cNvPr id="48" name="Graphic 4">
            <a:extLst>
              <a:ext uri="{FF2B5EF4-FFF2-40B4-BE49-F238E27FC236}">
                <a16:creationId xmlns:a16="http://schemas.microsoft.com/office/drawing/2014/main" id="{C02DF4A0-08F0-C4DF-5081-1D345E024E42}"/>
              </a:ext>
            </a:extLst>
          </p:cNvPr>
          <p:cNvGrpSpPr/>
          <p:nvPr/>
        </p:nvGrpSpPr>
        <p:grpSpPr>
          <a:xfrm>
            <a:off x="5579335" y="2961193"/>
            <a:ext cx="362309" cy="361971"/>
            <a:chOff x="1515054" y="3339623"/>
            <a:chExt cx="362309" cy="361971"/>
          </a:xfrm>
          <a:solidFill>
            <a:schemeClr val="accent6"/>
          </a:solidFill>
        </p:grpSpPr>
        <p:sp>
          <p:nvSpPr>
            <p:cNvPr id="49" name="Graphic 4">
              <a:extLst>
                <a:ext uri="{FF2B5EF4-FFF2-40B4-BE49-F238E27FC236}">
                  <a16:creationId xmlns:a16="http://schemas.microsoft.com/office/drawing/2014/main" id="{7BD36D95-07E0-CB8E-55CB-53E2201A9F76}"/>
                </a:ext>
              </a:extLst>
            </p:cNvPr>
            <p:cNvSpPr/>
            <p:nvPr/>
          </p:nvSpPr>
          <p:spPr>
            <a:xfrm>
              <a:off x="1515054" y="3339623"/>
              <a:ext cx="362309" cy="361971"/>
            </a:xfrm>
            <a:custGeom>
              <a:avLst/>
              <a:gdLst>
                <a:gd name="connsiteX0" fmla="*/ 180835 w 362309"/>
                <a:gd name="connsiteY0" fmla="*/ 0 h 361971"/>
                <a:gd name="connsiteX1" fmla="*/ 0 w 362309"/>
                <a:gd name="connsiteY1" fmla="*/ 180667 h 361971"/>
                <a:gd name="connsiteX2" fmla="*/ 180835 w 362309"/>
                <a:gd name="connsiteY2" fmla="*/ 361972 h 361971"/>
                <a:gd name="connsiteX3" fmla="*/ 362309 w 362309"/>
                <a:gd name="connsiteY3" fmla="*/ 180667 h 361971"/>
                <a:gd name="connsiteX4" fmla="*/ 362309 w 362309"/>
                <a:gd name="connsiteY4" fmla="*/ 180667 h 361971"/>
                <a:gd name="connsiteX5" fmla="*/ 180835 w 362309"/>
                <a:gd name="connsiteY5" fmla="*/ 0 h 361971"/>
                <a:gd name="connsiteX6" fmla="*/ 180835 w 362309"/>
                <a:gd name="connsiteY6" fmla="*/ 349204 h 361971"/>
                <a:gd name="connsiteX7" fmla="*/ 12780 w 362309"/>
                <a:gd name="connsiteY7" fmla="*/ 180667 h 361971"/>
                <a:gd name="connsiteX8" fmla="*/ 180835 w 362309"/>
                <a:gd name="connsiteY8" fmla="*/ 12768 h 361971"/>
                <a:gd name="connsiteX9" fmla="*/ 349529 w 362309"/>
                <a:gd name="connsiteY9" fmla="*/ 181305 h 361971"/>
                <a:gd name="connsiteX10" fmla="*/ 349529 w 362309"/>
                <a:gd name="connsiteY10" fmla="*/ 181305 h 361971"/>
                <a:gd name="connsiteX11" fmla="*/ 180835 w 362309"/>
                <a:gd name="connsiteY11" fmla="*/ 349204 h 361971"/>
                <a:gd name="connsiteX12" fmla="*/ 180835 w 362309"/>
                <a:gd name="connsiteY12" fmla="*/ 349204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2309" h="361971">
                  <a:moveTo>
                    <a:pt x="180835" y="0"/>
                  </a:moveTo>
                  <a:cubicBezTo>
                    <a:pt x="80513" y="0"/>
                    <a:pt x="0" y="81077"/>
                    <a:pt x="0" y="180667"/>
                  </a:cubicBezTo>
                  <a:cubicBezTo>
                    <a:pt x="0" y="280895"/>
                    <a:pt x="81152" y="361972"/>
                    <a:pt x="180835" y="361972"/>
                  </a:cubicBezTo>
                  <a:cubicBezTo>
                    <a:pt x="280518" y="361972"/>
                    <a:pt x="362309" y="280895"/>
                    <a:pt x="362309" y="180667"/>
                  </a:cubicBezTo>
                  <a:lnTo>
                    <a:pt x="362309" y="180667"/>
                  </a:lnTo>
                  <a:cubicBezTo>
                    <a:pt x="361670" y="81077"/>
                    <a:pt x="280518" y="0"/>
                    <a:pt x="180835" y="0"/>
                  </a:cubicBezTo>
                  <a:close/>
                  <a:moveTo>
                    <a:pt x="180835" y="349204"/>
                  </a:moveTo>
                  <a:cubicBezTo>
                    <a:pt x="87542" y="349204"/>
                    <a:pt x="12780" y="273873"/>
                    <a:pt x="12780" y="180667"/>
                  </a:cubicBezTo>
                  <a:cubicBezTo>
                    <a:pt x="12780" y="87461"/>
                    <a:pt x="88181" y="12768"/>
                    <a:pt x="180835" y="12768"/>
                  </a:cubicBezTo>
                  <a:cubicBezTo>
                    <a:pt x="274128" y="12768"/>
                    <a:pt x="349529" y="88099"/>
                    <a:pt x="349529" y="181305"/>
                  </a:cubicBezTo>
                  <a:lnTo>
                    <a:pt x="349529" y="181305"/>
                  </a:lnTo>
                  <a:cubicBezTo>
                    <a:pt x="348891" y="273873"/>
                    <a:pt x="273489" y="349204"/>
                    <a:pt x="180835" y="349204"/>
                  </a:cubicBezTo>
                  <a:lnTo>
                    <a:pt x="180835" y="349204"/>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50" name="Graphic 4">
              <a:extLst>
                <a:ext uri="{FF2B5EF4-FFF2-40B4-BE49-F238E27FC236}">
                  <a16:creationId xmlns:a16="http://schemas.microsoft.com/office/drawing/2014/main" id="{DDB36494-51A1-8B86-676A-64B6496F91BE}"/>
                </a:ext>
              </a:extLst>
            </p:cNvPr>
            <p:cNvSpPr/>
            <p:nvPr/>
          </p:nvSpPr>
          <p:spPr>
            <a:xfrm>
              <a:off x="1655387" y="3442979"/>
              <a:ext cx="81466" cy="93909"/>
            </a:xfrm>
            <a:custGeom>
              <a:avLst/>
              <a:gdLst>
                <a:gd name="connsiteX0" fmla="*/ 9191 w 81466"/>
                <a:gd name="connsiteY0" fmla="*/ 65819 h 93909"/>
                <a:gd name="connsiteX1" fmla="*/ 16859 w 81466"/>
                <a:gd name="connsiteY1" fmla="*/ 87525 h 93909"/>
                <a:gd name="connsiteX2" fmla="*/ 23249 w 81466"/>
                <a:gd name="connsiteY2" fmla="*/ 93909 h 93909"/>
                <a:gd name="connsiteX3" fmla="*/ 57754 w 81466"/>
                <a:gd name="connsiteY3" fmla="*/ 93909 h 93909"/>
                <a:gd name="connsiteX4" fmla="*/ 64144 w 81466"/>
                <a:gd name="connsiteY4" fmla="*/ 87525 h 93909"/>
                <a:gd name="connsiteX5" fmla="*/ 71812 w 81466"/>
                <a:gd name="connsiteY5" fmla="*/ 65819 h 93909"/>
                <a:gd name="connsiteX6" fmla="*/ 81397 w 81466"/>
                <a:gd name="connsiteY6" fmla="*/ 39007 h 93909"/>
                <a:gd name="connsiteX7" fmla="*/ 39224 w 81466"/>
                <a:gd name="connsiteY7" fmla="*/ 64 h 93909"/>
                <a:gd name="connsiteX8" fmla="*/ 245 w 81466"/>
                <a:gd name="connsiteY8" fmla="*/ 39007 h 93909"/>
                <a:gd name="connsiteX9" fmla="*/ 9191 w 81466"/>
                <a:gd name="connsiteY9" fmla="*/ 65819 h 93909"/>
                <a:gd name="connsiteX10" fmla="*/ 40501 w 81466"/>
                <a:gd name="connsiteY10" fmla="*/ 11555 h 93909"/>
                <a:gd name="connsiteX11" fmla="*/ 68617 w 81466"/>
                <a:gd name="connsiteY11" fmla="*/ 37730 h 93909"/>
                <a:gd name="connsiteX12" fmla="*/ 68617 w 81466"/>
                <a:gd name="connsiteY12" fmla="*/ 39007 h 93909"/>
                <a:gd name="connsiteX13" fmla="*/ 61588 w 81466"/>
                <a:gd name="connsiteY13" fmla="*/ 58158 h 93909"/>
                <a:gd name="connsiteX14" fmla="*/ 51364 w 81466"/>
                <a:gd name="connsiteY14" fmla="*/ 81141 h 93909"/>
                <a:gd name="connsiteX15" fmla="*/ 29000 w 81466"/>
                <a:gd name="connsiteY15" fmla="*/ 81141 h 93909"/>
                <a:gd name="connsiteX16" fmla="*/ 18776 w 81466"/>
                <a:gd name="connsiteY16" fmla="*/ 58158 h 93909"/>
                <a:gd name="connsiteX17" fmla="*/ 11747 w 81466"/>
                <a:gd name="connsiteY17" fmla="*/ 39007 h 93909"/>
                <a:gd name="connsiteX18" fmla="*/ 38585 w 81466"/>
                <a:gd name="connsiteY18" fmla="*/ 12194 h 93909"/>
                <a:gd name="connsiteX19" fmla="*/ 40501 w 81466"/>
                <a:gd name="connsiteY19" fmla="*/ 11555 h 93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1466" h="93909">
                  <a:moveTo>
                    <a:pt x="9191" y="65819"/>
                  </a:moveTo>
                  <a:cubicBezTo>
                    <a:pt x="14303" y="71565"/>
                    <a:pt x="17498" y="79864"/>
                    <a:pt x="16859" y="87525"/>
                  </a:cubicBezTo>
                  <a:cubicBezTo>
                    <a:pt x="16859" y="91355"/>
                    <a:pt x="19415" y="93909"/>
                    <a:pt x="23249" y="93909"/>
                  </a:cubicBezTo>
                  <a:lnTo>
                    <a:pt x="57754" y="93909"/>
                  </a:lnTo>
                  <a:cubicBezTo>
                    <a:pt x="61588" y="93909"/>
                    <a:pt x="64144" y="91355"/>
                    <a:pt x="64144" y="87525"/>
                  </a:cubicBezTo>
                  <a:cubicBezTo>
                    <a:pt x="63505" y="79226"/>
                    <a:pt x="66700" y="71565"/>
                    <a:pt x="71812" y="65819"/>
                  </a:cubicBezTo>
                  <a:cubicBezTo>
                    <a:pt x="78202" y="58158"/>
                    <a:pt x="82036" y="48583"/>
                    <a:pt x="81397" y="39007"/>
                  </a:cubicBezTo>
                  <a:cubicBezTo>
                    <a:pt x="80758" y="16663"/>
                    <a:pt x="61588" y="-1212"/>
                    <a:pt x="39224" y="64"/>
                  </a:cubicBezTo>
                  <a:cubicBezTo>
                    <a:pt x="18137" y="703"/>
                    <a:pt x="884" y="17939"/>
                    <a:pt x="245" y="39007"/>
                  </a:cubicBezTo>
                  <a:cubicBezTo>
                    <a:pt x="-1033" y="48583"/>
                    <a:pt x="2801" y="58158"/>
                    <a:pt x="9191" y="65819"/>
                  </a:cubicBezTo>
                  <a:close/>
                  <a:moveTo>
                    <a:pt x="40501" y="11555"/>
                  </a:moveTo>
                  <a:cubicBezTo>
                    <a:pt x="55198" y="10917"/>
                    <a:pt x="67978" y="22408"/>
                    <a:pt x="68617" y="37730"/>
                  </a:cubicBezTo>
                  <a:cubicBezTo>
                    <a:pt x="68617" y="38368"/>
                    <a:pt x="68617" y="38368"/>
                    <a:pt x="68617" y="39007"/>
                  </a:cubicBezTo>
                  <a:cubicBezTo>
                    <a:pt x="69256" y="46029"/>
                    <a:pt x="66700" y="53051"/>
                    <a:pt x="61588" y="58158"/>
                  </a:cubicBezTo>
                  <a:cubicBezTo>
                    <a:pt x="55837" y="64542"/>
                    <a:pt x="52642" y="72842"/>
                    <a:pt x="51364" y="81141"/>
                  </a:cubicBezTo>
                  <a:lnTo>
                    <a:pt x="29000" y="81141"/>
                  </a:lnTo>
                  <a:cubicBezTo>
                    <a:pt x="28361" y="72842"/>
                    <a:pt x="24527" y="64542"/>
                    <a:pt x="18776" y="58158"/>
                  </a:cubicBezTo>
                  <a:cubicBezTo>
                    <a:pt x="13664" y="53051"/>
                    <a:pt x="11747" y="46029"/>
                    <a:pt x="11747" y="39007"/>
                  </a:cubicBezTo>
                  <a:cubicBezTo>
                    <a:pt x="11747" y="24323"/>
                    <a:pt x="23888" y="12194"/>
                    <a:pt x="38585" y="12194"/>
                  </a:cubicBezTo>
                  <a:cubicBezTo>
                    <a:pt x="39862" y="11555"/>
                    <a:pt x="39862" y="11555"/>
                    <a:pt x="40501" y="11555"/>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51" name="Graphic 4">
              <a:extLst>
                <a:ext uri="{FF2B5EF4-FFF2-40B4-BE49-F238E27FC236}">
                  <a16:creationId xmlns:a16="http://schemas.microsoft.com/office/drawing/2014/main" id="{F3E86252-1B8F-3D55-2C34-296DBE405A5D}"/>
                </a:ext>
              </a:extLst>
            </p:cNvPr>
            <p:cNvSpPr/>
            <p:nvPr/>
          </p:nvSpPr>
          <p:spPr>
            <a:xfrm>
              <a:off x="1672885" y="3542634"/>
              <a:ext cx="45368" cy="12767"/>
            </a:xfrm>
            <a:custGeom>
              <a:avLst/>
              <a:gdLst>
                <a:gd name="connsiteX0" fmla="*/ 38979 w 45368"/>
                <a:gd name="connsiteY0" fmla="*/ 0 h 12767"/>
                <a:gd name="connsiteX1" fmla="*/ 6390 w 45368"/>
                <a:gd name="connsiteY1" fmla="*/ 0 h 12767"/>
                <a:gd name="connsiteX2" fmla="*/ 0 w 45368"/>
                <a:gd name="connsiteY2" fmla="*/ 6384 h 12767"/>
                <a:gd name="connsiteX3" fmla="*/ 6390 w 45368"/>
                <a:gd name="connsiteY3" fmla="*/ 12768 h 12767"/>
                <a:gd name="connsiteX4" fmla="*/ 38979 w 45368"/>
                <a:gd name="connsiteY4" fmla="*/ 12768 h 12767"/>
                <a:gd name="connsiteX5" fmla="*/ 45369 w 45368"/>
                <a:gd name="connsiteY5" fmla="*/ 6384 h 12767"/>
                <a:gd name="connsiteX6" fmla="*/ 38979 w 45368"/>
                <a:gd name="connsiteY6" fmla="*/ 0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368" h="12767">
                  <a:moveTo>
                    <a:pt x="38979" y="0"/>
                  </a:moveTo>
                  <a:lnTo>
                    <a:pt x="6390" y="0"/>
                  </a:lnTo>
                  <a:cubicBezTo>
                    <a:pt x="2556" y="0"/>
                    <a:pt x="0" y="2554"/>
                    <a:pt x="0" y="6384"/>
                  </a:cubicBezTo>
                  <a:cubicBezTo>
                    <a:pt x="0" y="10215"/>
                    <a:pt x="2556" y="12768"/>
                    <a:pt x="6390" y="12768"/>
                  </a:cubicBezTo>
                  <a:lnTo>
                    <a:pt x="38979" y="12768"/>
                  </a:lnTo>
                  <a:cubicBezTo>
                    <a:pt x="42813" y="12768"/>
                    <a:pt x="45369" y="10215"/>
                    <a:pt x="45369" y="6384"/>
                  </a:cubicBezTo>
                  <a:cubicBezTo>
                    <a:pt x="45369" y="2554"/>
                    <a:pt x="42813" y="0"/>
                    <a:pt x="38979" y="0"/>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52" name="Graphic 4">
              <a:extLst>
                <a:ext uri="{FF2B5EF4-FFF2-40B4-BE49-F238E27FC236}">
                  <a16:creationId xmlns:a16="http://schemas.microsoft.com/office/drawing/2014/main" id="{51FD8862-2580-C2D0-1562-1D3CEFC8653B}"/>
                </a:ext>
              </a:extLst>
            </p:cNvPr>
            <p:cNvSpPr/>
            <p:nvPr/>
          </p:nvSpPr>
          <p:spPr>
            <a:xfrm>
              <a:off x="1689499" y="3399633"/>
              <a:ext cx="12779" cy="26812"/>
            </a:xfrm>
            <a:custGeom>
              <a:avLst/>
              <a:gdLst>
                <a:gd name="connsiteX0" fmla="*/ 6390 w 12779"/>
                <a:gd name="connsiteY0" fmla="*/ 26812 h 26812"/>
                <a:gd name="connsiteX1" fmla="*/ 12780 w 12779"/>
                <a:gd name="connsiteY1" fmla="*/ 20428 h 26812"/>
                <a:gd name="connsiteX2" fmla="*/ 12780 w 12779"/>
                <a:gd name="connsiteY2" fmla="*/ 6384 h 26812"/>
                <a:gd name="connsiteX3" fmla="*/ 6390 w 12779"/>
                <a:gd name="connsiteY3" fmla="*/ 0 h 26812"/>
                <a:gd name="connsiteX4" fmla="*/ 0 w 12779"/>
                <a:gd name="connsiteY4" fmla="*/ 6384 h 26812"/>
                <a:gd name="connsiteX5" fmla="*/ 0 w 12779"/>
                <a:gd name="connsiteY5" fmla="*/ 20428 h 26812"/>
                <a:gd name="connsiteX6" fmla="*/ 6390 w 12779"/>
                <a:gd name="connsiteY6" fmla="*/ 26812 h 268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779" h="26812">
                  <a:moveTo>
                    <a:pt x="6390" y="26812"/>
                  </a:moveTo>
                  <a:cubicBezTo>
                    <a:pt x="10224" y="26812"/>
                    <a:pt x="12780" y="24259"/>
                    <a:pt x="12780" y="20428"/>
                  </a:cubicBezTo>
                  <a:lnTo>
                    <a:pt x="12780" y="6384"/>
                  </a:lnTo>
                  <a:cubicBezTo>
                    <a:pt x="12780" y="2553"/>
                    <a:pt x="10224" y="0"/>
                    <a:pt x="6390" y="0"/>
                  </a:cubicBezTo>
                  <a:cubicBezTo>
                    <a:pt x="2556" y="0"/>
                    <a:pt x="0" y="2553"/>
                    <a:pt x="0" y="6384"/>
                  </a:cubicBezTo>
                  <a:lnTo>
                    <a:pt x="0" y="20428"/>
                  </a:lnTo>
                  <a:cubicBezTo>
                    <a:pt x="0" y="24259"/>
                    <a:pt x="2556" y="26812"/>
                    <a:pt x="6390" y="26812"/>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53" name="Graphic 4">
              <a:extLst>
                <a:ext uri="{FF2B5EF4-FFF2-40B4-BE49-F238E27FC236}">
                  <a16:creationId xmlns:a16="http://schemas.microsoft.com/office/drawing/2014/main" id="{8D018EFE-533E-B430-EB2F-761537356FC0}"/>
                </a:ext>
              </a:extLst>
            </p:cNvPr>
            <p:cNvSpPr/>
            <p:nvPr/>
          </p:nvSpPr>
          <p:spPr>
            <a:xfrm>
              <a:off x="1628994" y="3431752"/>
              <a:ext cx="25999" cy="21505"/>
            </a:xfrm>
            <a:custGeom>
              <a:avLst/>
              <a:gdLst>
                <a:gd name="connsiteX0" fmla="*/ 16414 w 25999"/>
                <a:gd name="connsiteY0" fmla="*/ 20229 h 21505"/>
                <a:gd name="connsiteX1" fmla="*/ 19609 w 25999"/>
                <a:gd name="connsiteY1" fmla="*/ 21506 h 21505"/>
                <a:gd name="connsiteX2" fmla="*/ 25999 w 25999"/>
                <a:gd name="connsiteY2" fmla="*/ 15122 h 21505"/>
                <a:gd name="connsiteX3" fmla="*/ 22804 w 25999"/>
                <a:gd name="connsiteY3" fmla="*/ 9377 h 21505"/>
                <a:gd name="connsiteX4" fmla="*/ 10024 w 25999"/>
                <a:gd name="connsiteY4" fmla="*/ 1077 h 21505"/>
                <a:gd name="connsiteX5" fmla="*/ 1078 w 25999"/>
                <a:gd name="connsiteY5" fmla="*/ 2993 h 21505"/>
                <a:gd name="connsiteX6" fmla="*/ 2995 w 25999"/>
                <a:gd name="connsiteY6" fmla="*/ 11930 h 21505"/>
                <a:gd name="connsiteX7" fmla="*/ 2995 w 25999"/>
                <a:gd name="connsiteY7" fmla="*/ 11930 h 21505"/>
                <a:gd name="connsiteX8" fmla="*/ 16414 w 25999"/>
                <a:gd name="connsiteY8" fmla="*/ 20229 h 215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999" h="21505">
                  <a:moveTo>
                    <a:pt x="16414" y="20229"/>
                  </a:moveTo>
                  <a:cubicBezTo>
                    <a:pt x="17692" y="20868"/>
                    <a:pt x="18970" y="21506"/>
                    <a:pt x="19609" y="21506"/>
                  </a:cubicBezTo>
                  <a:cubicBezTo>
                    <a:pt x="23443" y="21506"/>
                    <a:pt x="25999" y="18953"/>
                    <a:pt x="25999" y="15122"/>
                  </a:cubicBezTo>
                  <a:cubicBezTo>
                    <a:pt x="25999" y="13207"/>
                    <a:pt x="24721" y="10653"/>
                    <a:pt x="22804" y="9377"/>
                  </a:cubicBezTo>
                  <a:lnTo>
                    <a:pt x="10024" y="1077"/>
                  </a:lnTo>
                  <a:cubicBezTo>
                    <a:pt x="6829" y="-838"/>
                    <a:pt x="2995" y="-199"/>
                    <a:pt x="1078" y="2993"/>
                  </a:cubicBezTo>
                  <a:cubicBezTo>
                    <a:pt x="-839" y="6185"/>
                    <a:pt x="-200" y="10015"/>
                    <a:pt x="2995" y="11930"/>
                  </a:cubicBezTo>
                  <a:lnTo>
                    <a:pt x="2995" y="11930"/>
                  </a:lnTo>
                  <a:lnTo>
                    <a:pt x="16414" y="20229"/>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54" name="Graphic 4">
              <a:extLst>
                <a:ext uri="{FF2B5EF4-FFF2-40B4-BE49-F238E27FC236}">
                  <a16:creationId xmlns:a16="http://schemas.microsoft.com/office/drawing/2014/main" id="{F495EAEA-DEBF-A59B-0060-A51DF9511640}"/>
                </a:ext>
              </a:extLst>
            </p:cNvPr>
            <p:cNvSpPr/>
            <p:nvPr/>
          </p:nvSpPr>
          <p:spPr>
            <a:xfrm>
              <a:off x="1617932" y="3490924"/>
              <a:ext cx="28115" cy="12767"/>
            </a:xfrm>
            <a:custGeom>
              <a:avLst/>
              <a:gdLst>
                <a:gd name="connsiteX0" fmla="*/ 21726 w 28115"/>
                <a:gd name="connsiteY0" fmla="*/ 12768 h 12767"/>
                <a:gd name="connsiteX1" fmla="*/ 28116 w 28115"/>
                <a:gd name="connsiteY1" fmla="*/ 6384 h 12767"/>
                <a:gd name="connsiteX2" fmla="*/ 21726 w 28115"/>
                <a:gd name="connsiteY2" fmla="*/ 0 h 12767"/>
                <a:gd name="connsiteX3" fmla="*/ 6390 w 28115"/>
                <a:gd name="connsiteY3" fmla="*/ 0 h 12767"/>
                <a:gd name="connsiteX4" fmla="*/ 0 w 28115"/>
                <a:gd name="connsiteY4" fmla="*/ 6384 h 12767"/>
                <a:gd name="connsiteX5" fmla="*/ 6390 w 28115"/>
                <a:gd name="connsiteY5" fmla="*/ 12768 h 12767"/>
                <a:gd name="connsiteX6" fmla="*/ 21726 w 28115"/>
                <a:gd name="connsiteY6" fmla="*/ 12768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115" h="12767">
                  <a:moveTo>
                    <a:pt x="21726" y="12768"/>
                  </a:moveTo>
                  <a:cubicBezTo>
                    <a:pt x="25560" y="12768"/>
                    <a:pt x="28116" y="10214"/>
                    <a:pt x="28116" y="6384"/>
                  </a:cubicBezTo>
                  <a:cubicBezTo>
                    <a:pt x="28116" y="2553"/>
                    <a:pt x="25560" y="0"/>
                    <a:pt x="21726" y="0"/>
                  </a:cubicBezTo>
                  <a:lnTo>
                    <a:pt x="6390" y="0"/>
                  </a:lnTo>
                  <a:cubicBezTo>
                    <a:pt x="2556" y="0"/>
                    <a:pt x="0" y="2553"/>
                    <a:pt x="0" y="6384"/>
                  </a:cubicBezTo>
                  <a:cubicBezTo>
                    <a:pt x="0" y="10214"/>
                    <a:pt x="2556" y="12768"/>
                    <a:pt x="6390" y="12768"/>
                  </a:cubicBezTo>
                  <a:lnTo>
                    <a:pt x="21726" y="12768"/>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55" name="Graphic 4">
              <a:extLst>
                <a:ext uri="{FF2B5EF4-FFF2-40B4-BE49-F238E27FC236}">
                  <a16:creationId xmlns:a16="http://schemas.microsoft.com/office/drawing/2014/main" id="{771A5087-EC3D-B91B-FB19-0775116291A1}"/>
                </a:ext>
              </a:extLst>
            </p:cNvPr>
            <p:cNvSpPr/>
            <p:nvPr/>
          </p:nvSpPr>
          <p:spPr>
            <a:xfrm>
              <a:off x="1735706" y="3431752"/>
              <a:ext cx="25799" cy="21505"/>
            </a:xfrm>
            <a:custGeom>
              <a:avLst/>
              <a:gdLst>
                <a:gd name="connsiteX0" fmla="*/ 6829 w 25799"/>
                <a:gd name="connsiteY0" fmla="*/ 21506 h 21505"/>
                <a:gd name="connsiteX1" fmla="*/ 10024 w 25799"/>
                <a:gd name="connsiteY1" fmla="*/ 20229 h 21505"/>
                <a:gd name="connsiteX2" fmla="*/ 22804 w 25799"/>
                <a:gd name="connsiteY2" fmla="*/ 11930 h 21505"/>
                <a:gd name="connsiteX3" fmla="*/ 24721 w 25799"/>
                <a:gd name="connsiteY3" fmla="*/ 2993 h 21505"/>
                <a:gd name="connsiteX4" fmla="*/ 15775 w 25799"/>
                <a:gd name="connsiteY4" fmla="*/ 1077 h 21505"/>
                <a:gd name="connsiteX5" fmla="*/ 2995 w 25799"/>
                <a:gd name="connsiteY5" fmla="*/ 9377 h 21505"/>
                <a:gd name="connsiteX6" fmla="*/ 1078 w 25799"/>
                <a:gd name="connsiteY6" fmla="*/ 18314 h 21505"/>
                <a:gd name="connsiteX7" fmla="*/ 6829 w 25799"/>
                <a:gd name="connsiteY7" fmla="*/ 21506 h 21505"/>
                <a:gd name="connsiteX8" fmla="*/ 6829 w 25799"/>
                <a:gd name="connsiteY8" fmla="*/ 21506 h 215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799" h="21505">
                  <a:moveTo>
                    <a:pt x="6829" y="21506"/>
                  </a:moveTo>
                  <a:cubicBezTo>
                    <a:pt x="8107" y="21506"/>
                    <a:pt x="9385" y="20868"/>
                    <a:pt x="10024" y="20229"/>
                  </a:cubicBezTo>
                  <a:lnTo>
                    <a:pt x="22804" y="11930"/>
                  </a:lnTo>
                  <a:cubicBezTo>
                    <a:pt x="25999" y="10015"/>
                    <a:pt x="26638" y="6185"/>
                    <a:pt x="24721" y="2993"/>
                  </a:cubicBezTo>
                  <a:cubicBezTo>
                    <a:pt x="22804" y="-199"/>
                    <a:pt x="18970" y="-838"/>
                    <a:pt x="15775" y="1077"/>
                  </a:cubicBezTo>
                  <a:lnTo>
                    <a:pt x="2995" y="9377"/>
                  </a:lnTo>
                  <a:cubicBezTo>
                    <a:pt x="-200" y="11292"/>
                    <a:pt x="-839" y="15122"/>
                    <a:pt x="1078" y="18314"/>
                  </a:cubicBezTo>
                  <a:cubicBezTo>
                    <a:pt x="2356" y="20229"/>
                    <a:pt x="4912" y="21506"/>
                    <a:pt x="6829" y="21506"/>
                  </a:cubicBezTo>
                  <a:lnTo>
                    <a:pt x="6829" y="21506"/>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56" name="Graphic 4">
              <a:extLst>
                <a:ext uri="{FF2B5EF4-FFF2-40B4-BE49-F238E27FC236}">
                  <a16:creationId xmlns:a16="http://schemas.microsoft.com/office/drawing/2014/main" id="{2BD9B0B5-8847-2863-8B42-CA75966CF180}"/>
                </a:ext>
              </a:extLst>
            </p:cNvPr>
            <p:cNvSpPr/>
            <p:nvPr/>
          </p:nvSpPr>
          <p:spPr>
            <a:xfrm>
              <a:off x="1745091" y="3490924"/>
              <a:ext cx="28115" cy="12767"/>
            </a:xfrm>
            <a:custGeom>
              <a:avLst/>
              <a:gdLst>
                <a:gd name="connsiteX0" fmla="*/ 21726 w 28115"/>
                <a:gd name="connsiteY0" fmla="*/ 0 h 12767"/>
                <a:gd name="connsiteX1" fmla="*/ 6390 w 28115"/>
                <a:gd name="connsiteY1" fmla="*/ 0 h 12767"/>
                <a:gd name="connsiteX2" fmla="*/ 0 w 28115"/>
                <a:gd name="connsiteY2" fmla="*/ 6384 h 12767"/>
                <a:gd name="connsiteX3" fmla="*/ 6390 w 28115"/>
                <a:gd name="connsiteY3" fmla="*/ 12768 h 12767"/>
                <a:gd name="connsiteX4" fmla="*/ 21726 w 28115"/>
                <a:gd name="connsiteY4" fmla="*/ 12768 h 12767"/>
                <a:gd name="connsiteX5" fmla="*/ 28116 w 28115"/>
                <a:gd name="connsiteY5" fmla="*/ 6384 h 12767"/>
                <a:gd name="connsiteX6" fmla="*/ 21726 w 28115"/>
                <a:gd name="connsiteY6" fmla="*/ 0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115" h="12767">
                  <a:moveTo>
                    <a:pt x="21726" y="0"/>
                  </a:moveTo>
                  <a:lnTo>
                    <a:pt x="6390" y="0"/>
                  </a:lnTo>
                  <a:cubicBezTo>
                    <a:pt x="2556" y="0"/>
                    <a:pt x="0" y="2553"/>
                    <a:pt x="0" y="6384"/>
                  </a:cubicBezTo>
                  <a:cubicBezTo>
                    <a:pt x="0" y="10214"/>
                    <a:pt x="2556" y="12768"/>
                    <a:pt x="6390" y="12768"/>
                  </a:cubicBezTo>
                  <a:lnTo>
                    <a:pt x="21726" y="12768"/>
                  </a:lnTo>
                  <a:cubicBezTo>
                    <a:pt x="25560" y="12768"/>
                    <a:pt x="28116" y="10214"/>
                    <a:pt x="28116" y="6384"/>
                  </a:cubicBezTo>
                  <a:cubicBezTo>
                    <a:pt x="28116" y="2553"/>
                    <a:pt x="25560" y="0"/>
                    <a:pt x="21726" y="0"/>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57" name="Graphic 4">
              <a:extLst>
                <a:ext uri="{FF2B5EF4-FFF2-40B4-BE49-F238E27FC236}">
                  <a16:creationId xmlns:a16="http://schemas.microsoft.com/office/drawing/2014/main" id="{E8A49D33-B442-750F-E92C-5BDE5273C37B}"/>
                </a:ext>
              </a:extLst>
            </p:cNvPr>
            <p:cNvSpPr/>
            <p:nvPr/>
          </p:nvSpPr>
          <p:spPr>
            <a:xfrm>
              <a:off x="1620488" y="3563701"/>
              <a:ext cx="150802" cy="77884"/>
            </a:xfrm>
            <a:custGeom>
              <a:avLst/>
              <a:gdLst>
                <a:gd name="connsiteX0" fmla="*/ 94571 w 150802"/>
                <a:gd name="connsiteY0" fmla="*/ 0 h 77884"/>
                <a:gd name="connsiteX1" fmla="*/ 56231 w 150802"/>
                <a:gd name="connsiteY1" fmla="*/ 0 h 77884"/>
                <a:gd name="connsiteX2" fmla="*/ 0 w 150802"/>
                <a:gd name="connsiteY2" fmla="*/ 60010 h 77884"/>
                <a:gd name="connsiteX3" fmla="*/ 0 w 150802"/>
                <a:gd name="connsiteY3" fmla="*/ 71501 h 77884"/>
                <a:gd name="connsiteX4" fmla="*/ 6390 w 150802"/>
                <a:gd name="connsiteY4" fmla="*/ 77885 h 77884"/>
                <a:gd name="connsiteX5" fmla="*/ 12780 w 150802"/>
                <a:gd name="connsiteY5" fmla="*/ 71501 h 77884"/>
                <a:gd name="connsiteX6" fmla="*/ 12780 w 150802"/>
                <a:gd name="connsiteY6" fmla="*/ 60010 h 77884"/>
                <a:gd name="connsiteX7" fmla="*/ 56231 w 150802"/>
                <a:gd name="connsiteY7" fmla="*/ 12768 h 77884"/>
                <a:gd name="connsiteX8" fmla="*/ 94571 w 150802"/>
                <a:gd name="connsiteY8" fmla="*/ 12768 h 77884"/>
                <a:gd name="connsiteX9" fmla="*/ 138023 w 150802"/>
                <a:gd name="connsiteY9" fmla="*/ 60010 h 77884"/>
                <a:gd name="connsiteX10" fmla="*/ 138023 w 150802"/>
                <a:gd name="connsiteY10" fmla="*/ 71501 h 77884"/>
                <a:gd name="connsiteX11" fmla="*/ 144413 w 150802"/>
                <a:gd name="connsiteY11" fmla="*/ 77885 h 77884"/>
                <a:gd name="connsiteX12" fmla="*/ 150803 w 150802"/>
                <a:gd name="connsiteY12" fmla="*/ 71501 h 77884"/>
                <a:gd name="connsiteX13" fmla="*/ 150803 w 150802"/>
                <a:gd name="connsiteY13" fmla="*/ 60010 h 77884"/>
                <a:gd name="connsiteX14" fmla="*/ 94571 w 150802"/>
                <a:gd name="connsiteY14" fmla="*/ 0 h 77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50802" h="77884">
                  <a:moveTo>
                    <a:pt x="94571" y="0"/>
                  </a:moveTo>
                  <a:lnTo>
                    <a:pt x="56231" y="0"/>
                  </a:lnTo>
                  <a:cubicBezTo>
                    <a:pt x="24921" y="0"/>
                    <a:pt x="0" y="26813"/>
                    <a:pt x="0" y="60010"/>
                  </a:cubicBezTo>
                  <a:lnTo>
                    <a:pt x="0" y="71501"/>
                  </a:lnTo>
                  <a:cubicBezTo>
                    <a:pt x="0" y="75331"/>
                    <a:pt x="2556" y="77885"/>
                    <a:pt x="6390" y="77885"/>
                  </a:cubicBezTo>
                  <a:cubicBezTo>
                    <a:pt x="10224" y="77885"/>
                    <a:pt x="12780" y="75331"/>
                    <a:pt x="12780" y="71501"/>
                  </a:cubicBezTo>
                  <a:lnTo>
                    <a:pt x="12780" y="60010"/>
                  </a:lnTo>
                  <a:cubicBezTo>
                    <a:pt x="12780" y="33835"/>
                    <a:pt x="31950" y="12768"/>
                    <a:pt x="56231" y="12768"/>
                  </a:cubicBezTo>
                  <a:lnTo>
                    <a:pt x="94571" y="12768"/>
                  </a:lnTo>
                  <a:cubicBezTo>
                    <a:pt x="118853" y="12768"/>
                    <a:pt x="138023" y="33835"/>
                    <a:pt x="138023" y="60010"/>
                  </a:cubicBezTo>
                  <a:lnTo>
                    <a:pt x="138023" y="71501"/>
                  </a:lnTo>
                  <a:cubicBezTo>
                    <a:pt x="138023" y="75331"/>
                    <a:pt x="140579" y="77885"/>
                    <a:pt x="144413" y="77885"/>
                  </a:cubicBezTo>
                  <a:cubicBezTo>
                    <a:pt x="148246" y="77885"/>
                    <a:pt x="150803" y="75331"/>
                    <a:pt x="150803" y="71501"/>
                  </a:cubicBezTo>
                  <a:lnTo>
                    <a:pt x="150803" y="60010"/>
                  </a:lnTo>
                  <a:cubicBezTo>
                    <a:pt x="150803" y="26813"/>
                    <a:pt x="125243" y="0"/>
                    <a:pt x="94571" y="0"/>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grpSp>
      <p:grpSp>
        <p:nvGrpSpPr>
          <p:cNvPr id="58" name="Graphic 4">
            <a:extLst>
              <a:ext uri="{FF2B5EF4-FFF2-40B4-BE49-F238E27FC236}">
                <a16:creationId xmlns:a16="http://schemas.microsoft.com/office/drawing/2014/main" id="{DC2276F9-A523-2959-3BC3-8BECA2D99017}"/>
              </a:ext>
            </a:extLst>
          </p:cNvPr>
          <p:cNvGrpSpPr/>
          <p:nvPr/>
        </p:nvGrpSpPr>
        <p:grpSpPr>
          <a:xfrm>
            <a:off x="643631" y="1514073"/>
            <a:ext cx="731520" cy="731520"/>
            <a:chOff x="4660820" y="918179"/>
            <a:chExt cx="362312" cy="361971"/>
          </a:xfrm>
          <a:solidFill>
            <a:schemeClr val="accent6"/>
          </a:solidFill>
        </p:grpSpPr>
        <p:sp>
          <p:nvSpPr>
            <p:cNvPr id="59" name="Graphic 4">
              <a:extLst>
                <a:ext uri="{FF2B5EF4-FFF2-40B4-BE49-F238E27FC236}">
                  <a16:creationId xmlns:a16="http://schemas.microsoft.com/office/drawing/2014/main" id="{C83506BA-C0D7-60D6-EE8E-7477C6336C3E}"/>
                </a:ext>
              </a:extLst>
            </p:cNvPr>
            <p:cNvSpPr/>
            <p:nvPr/>
          </p:nvSpPr>
          <p:spPr>
            <a:xfrm>
              <a:off x="4660820" y="918179"/>
              <a:ext cx="362312" cy="361971"/>
            </a:xfrm>
            <a:custGeom>
              <a:avLst/>
              <a:gdLst>
                <a:gd name="connsiteX0" fmla="*/ 181474 w 362312"/>
                <a:gd name="connsiteY0" fmla="*/ 0 h 361971"/>
                <a:gd name="connsiteX1" fmla="*/ 0 w 362312"/>
                <a:gd name="connsiteY1" fmla="*/ 180667 h 361971"/>
                <a:gd name="connsiteX2" fmla="*/ 180835 w 362312"/>
                <a:gd name="connsiteY2" fmla="*/ 361972 h 361971"/>
                <a:gd name="connsiteX3" fmla="*/ 362309 w 362312"/>
                <a:gd name="connsiteY3" fmla="*/ 181305 h 361971"/>
                <a:gd name="connsiteX4" fmla="*/ 362309 w 362312"/>
                <a:gd name="connsiteY4" fmla="*/ 181305 h 361971"/>
                <a:gd name="connsiteX5" fmla="*/ 181474 w 362312"/>
                <a:gd name="connsiteY5" fmla="*/ 0 h 361971"/>
                <a:gd name="connsiteX6" fmla="*/ 181474 w 362312"/>
                <a:gd name="connsiteY6" fmla="*/ 349204 h 361971"/>
                <a:gd name="connsiteX7" fmla="*/ 12780 w 362312"/>
                <a:gd name="connsiteY7" fmla="*/ 181305 h 361971"/>
                <a:gd name="connsiteX8" fmla="*/ 180835 w 362312"/>
                <a:gd name="connsiteY8" fmla="*/ 12768 h 361971"/>
                <a:gd name="connsiteX9" fmla="*/ 349529 w 362312"/>
                <a:gd name="connsiteY9" fmla="*/ 180667 h 361971"/>
                <a:gd name="connsiteX10" fmla="*/ 349529 w 362312"/>
                <a:gd name="connsiteY10" fmla="*/ 180667 h 361971"/>
                <a:gd name="connsiteX11" fmla="*/ 181474 w 362312"/>
                <a:gd name="connsiteY11" fmla="*/ 349204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62312" h="361971">
                  <a:moveTo>
                    <a:pt x="181474" y="0"/>
                  </a:moveTo>
                  <a:cubicBezTo>
                    <a:pt x="81152" y="0"/>
                    <a:pt x="0" y="81077"/>
                    <a:pt x="0" y="180667"/>
                  </a:cubicBezTo>
                  <a:cubicBezTo>
                    <a:pt x="0" y="280257"/>
                    <a:pt x="81152" y="361972"/>
                    <a:pt x="180835" y="361972"/>
                  </a:cubicBezTo>
                  <a:cubicBezTo>
                    <a:pt x="280518" y="361972"/>
                    <a:pt x="362309" y="280895"/>
                    <a:pt x="362309" y="181305"/>
                  </a:cubicBezTo>
                  <a:cubicBezTo>
                    <a:pt x="362309" y="181305"/>
                    <a:pt x="362309" y="181305"/>
                    <a:pt x="362309" y="181305"/>
                  </a:cubicBezTo>
                  <a:cubicBezTo>
                    <a:pt x="362948" y="81077"/>
                    <a:pt x="281796" y="0"/>
                    <a:pt x="181474" y="0"/>
                  </a:cubicBezTo>
                  <a:close/>
                  <a:moveTo>
                    <a:pt x="181474" y="349204"/>
                  </a:moveTo>
                  <a:cubicBezTo>
                    <a:pt x="88181" y="349204"/>
                    <a:pt x="12780" y="273873"/>
                    <a:pt x="12780" y="181305"/>
                  </a:cubicBezTo>
                  <a:cubicBezTo>
                    <a:pt x="12780" y="88737"/>
                    <a:pt x="88181" y="12768"/>
                    <a:pt x="180835" y="12768"/>
                  </a:cubicBezTo>
                  <a:cubicBezTo>
                    <a:pt x="274128" y="12768"/>
                    <a:pt x="349529" y="88099"/>
                    <a:pt x="349529" y="180667"/>
                  </a:cubicBezTo>
                  <a:cubicBezTo>
                    <a:pt x="349529" y="180667"/>
                    <a:pt x="349529" y="180667"/>
                    <a:pt x="349529" y="180667"/>
                  </a:cubicBezTo>
                  <a:cubicBezTo>
                    <a:pt x="349529" y="273873"/>
                    <a:pt x="274767" y="348565"/>
                    <a:pt x="181474" y="349204"/>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60" name="Graphic 4">
              <a:extLst>
                <a:ext uri="{FF2B5EF4-FFF2-40B4-BE49-F238E27FC236}">
                  <a16:creationId xmlns:a16="http://schemas.microsoft.com/office/drawing/2014/main" id="{F898F77C-9DAA-828F-7CDE-6C00E16F2F4D}"/>
                </a:ext>
              </a:extLst>
            </p:cNvPr>
            <p:cNvSpPr/>
            <p:nvPr/>
          </p:nvSpPr>
          <p:spPr>
            <a:xfrm>
              <a:off x="4723441" y="980103"/>
              <a:ext cx="237705" cy="237484"/>
            </a:xfrm>
            <a:custGeom>
              <a:avLst/>
              <a:gdLst>
                <a:gd name="connsiteX0" fmla="*/ 231316 w 237705"/>
                <a:gd name="connsiteY0" fmla="*/ 112358 h 237484"/>
                <a:gd name="connsiteX1" fmla="*/ 213424 w 237705"/>
                <a:gd name="connsiteY1" fmla="*/ 112358 h 237484"/>
                <a:gd name="connsiteX2" fmla="*/ 125243 w 237705"/>
                <a:gd name="connsiteY2" fmla="*/ 24259 h 237484"/>
                <a:gd name="connsiteX3" fmla="*/ 125243 w 237705"/>
                <a:gd name="connsiteY3" fmla="*/ 6384 h 237484"/>
                <a:gd name="connsiteX4" fmla="*/ 118853 w 237705"/>
                <a:gd name="connsiteY4" fmla="*/ 0 h 237484"/>
                <a:gd name="connsiteX5" fmla="*/ 112463 w 237705"/>
                <a:gd name="connsiteY5" fmla="*/ 6384 h 237484"/>
                <a:gd name="connsiteX6" fmla="*/ 112463 w 237705"/>
                <a:gd name="connsiteY6" fmla="*/ 24259 h 237484"/>
                <a:gd name="connsiteX7" fmla="*/ 24282 w 237705"/>
                <a:gd name="connsiteY7" fmla="*/ 112358 h 237484"/>
                <a:gd name="connsiteX8" fmla="*/ 6390 w 237705"/>
                <a:gd name="connsiteY8" fmla="*/ 112358 h 237484"/>
                <a:gd name="connsiteX9" fmla="*/ 0 w 237705"/>
                <a:gd name="connsiteY9" fmla="*/ 118742 h 237484"/>
                <a:gd name="connsiteX10" fmla="*/ 6390 w 237705"/>
                <a:gd name="connsiteY10" fmla="*/ 125126 h 237484"/>
                <a:gd name="connsiteX11" fmla="*/ 24282 w 237705"/>
                <a:gd name="connsiteY11" fmla="*/ 125126 h 237484"/>
                <a:gd name="connsiteX12" fmla="*/ 112463 w 237705"/>
                <a:gd name="connsiteY12" fmla="*/ 213225 h 237484"/>
                <a:gd name="connsiteX13" fmla="*/ 112463 w 237705"/>
                <a:gd name="connsiteY13" fmla="*/ 231100 h 237484"/>
                <a:gd name="connsiteX14" fmla="*/ 118853 w 237705"/>
                <a:gd name="connsiteY14" fmla="*/ 237484 h 237484"/>
                <a:gd name="connsiteX15" fmla="*/ 125243 w 237705"/>
                <a:gd name="connsiteY15" fmla="*/ 231100 h 237484"/>
                <a:gd name="connsiteX16" fmla="*/ 125243 w 237705"/>
                <a:gd name="connsiteY16" fmla="*/ 213225 h 237484"/>
                <a:gd name="connsiteX17" fmla="*/ 213424 w 237705"/>
                <a:gd name="connsiteY17" fmla="*/ 125126 h 237484"/>
                <a:gd name="connsiteX18" fmla="*/ 231316 w 237705"/>
                <a:gd name="connsiteY18" fmla="*/ 125126 h 237484"/>
                <a:gd name="connsiteX19" fmla="*/ 237706 w 237705"/>
                <a:gd name="connsiteY19" fmla="*/ 118742 h 237484"/>
                <a:gd name="connsiteX20" fmla="*/ 231316 w 237705"/>
                <a:gd name="connsiteY20" fmla="*/ 112358 h 237484"/>
                <a:gd name="connsiteX21" fmla="*/ 231316 w 237705"/>
                <a:gd name="connsiteY21" fmla="*/ 112358 h 237484"/>
                <a:gd name="connsiteX22" fmla="*/ 200644 w 237705"/>
                <a:gd name="connsiteY22" fmla="*/ 112358 h 237484"/>
                <a:gd name="connsiteX23" fmla="*/ 173167 w 237705"/>
                <a:gd name="connsiteY23" fmla="*/ 112358 h 237484"/>
                <a:gd name="connsiteX24" fmla="*/ 125243 w 237705"/>
                <a:gd name="connsiteY24" fmla="*/ 64478 h 237484"/>
                <a:gd name="connsiteX25" fmla="*/ 125243 w 237705"/>
                <a:gd name="connsiteY25" fmla="*/ 37027 h 237484"/>
                <a:gd name="connsiteX26" fmla="*/ 200644 w 237705"/>
                <a:gd name="connsiteY26" fmla="*/ 112358 h 237484"/>
                <a:gd name="connsiteX27" fmla="*/ 112463 w 237705"/>
                <a:gd name="connsiteY27" fmla="*/ 112358 h 237484"/>
                <a:gd name="connsiteX28" fmla="*/ 77318 w 237705"/>
                <a:gd name="connsiteY28" fmla="*/ 112358 h 237484"/>
                <a:gd name="connsiteX29" fmla="*/ 112463 w 237705"/>
                <a:gd name="connsiteY29" fmla="*/ 77246 h 237484"/>
                <a:gd name="connsiteX30" fmla="*/ 112463 w 237705"/>
                <a:gd name="connsiteY30" fmla="*/ 112358 h 237484"/>
                <a:gd name="connsiteX31" fmla="*/ 112463 w 237705"/>
                <a:gd name="connsiteY31" fmla="*/ 125126 h 237484"/>
                <a:gd name="connsiteX32" fmla="*/ 112463 w 237705"/>
                <a:gd name="connsiteY32" fmla="*/ 160238 h 237484"/>
                <a:gd name="connsiteX33" fmla="*/ 77318 w 237705"/>
                <a:gd name="connsiteY33" fmla="*/ 125126 h 237484"/>
                <a:gd name="connsiteX34" fmla="*/ 112463 w 237705"/>
                <a:gd name="connsiteY34" fmla="*/ 125126 h 237484"/>
                <a:gd name="connsiteX35" fmla="*/ 125243 w 237705"/>
                <a:gd name="connsiteY35" fmla="*/ 125126 h 237484"/>
                <a:gd name="connsiteX36" fmla="*/ 160387 w 237705"/>
                <a:gd name="connsiteY36" fmla="*/ 125126 h 237484"/>
                <a:gd name="connsiteX37" fmla="*/ 125243 w 237705"/>
                <a:gd name="connsiteY37" fmla="*/ 160238 h 237484"/>
                <a:gd name="connsiteX38" fmla="*/ 125243 w 237705"/>
                <a:gd name="connsiteY38" fmla="*/ 125126 h 237484"/>
                <a:gd name="connsiteX39" fmla="*/ 125243 w 237705"/>
                <a:gd name="connsiteY39" fmla="*/ 112358 h 237484"/>
                <a:gd name="connsiteX40" fmla="*/ 125243 w 237705"/>
                <a:gd name="connsiteY40" fmla="*/ 77246 h 237484"/>
                <a:gd name="connsiteX41" fmla="*/ 160387 w 237705"/>
                <a:gd name="connsiteY41" fmla="*/ 112358 h 237484"/>
                <a:gd name="connsiteX42" fmla="*/ 125243 w 237705"/>
                <a:gd name="connsiteY42" fmla="*/ 112358 h 237484"/>
                <a:gd name="connsiteX43" fmla="*/ 112463 w 237705"/>
                <a:gd name="connsiteY43" fmla="*/ 37027 h 237484"/>
                <a:gd name="connsiteX44" fmla="*/ 112463 w 237705"/>
                <a:gd name="connsiteY44" fmla="*/ 64478 h 237484"/>
                <a:gd name="connsiteX45" fmla="*/ 64538 w 237705"/>
                <a:gd name="connsiteY45" fmla="*/ 112358 h 237484"/>
                <a:gd name="connsiteX46" fmla="*/ 37062 w 237705"/>
                <a:gd name="connsiteY46" fmla="*/ 112358 h 237484"/>
                <a:gd name="connsiteX47" fmla="*/ 112463 w 237705"/>
                <a:gd name="connsiteY47" fmla="*/ 37027 h 237484"/>
                <a:gd name="connsiteX48" fmla="*/ 112463 w 237705"/>
                <a:gd name="connsiteY48" fmla="*/ 37027 h 237484"/>
                <a:gd name="connsiteX49" fmla="*/ 37062 w 237705"/>
                <a:gd name="connsiteY49" fmla="*/ 125126 h 237484"/>
                <a:gd name="connsiteX50" fmla="*/ 64538 w 237705"/>
                <a:gd name="connsiteY50" fmla="*/ 125126 h 237484"/>
                <a:gd name="connsiteX51" fmla="*/ 112463 w 237705"/>
                <a:gd name="connsiteY51" fmla="*/ 173006 h 237484"/>
                <a:gd name="connsiteX52" fmla="*/ 112463 w 237705"/>
                <a:gd name="connsiteY52" fmla="*/ 200457 h 237484"/>
                <a:gd name="connsiteX53" fmla="*/ 37062 w 237705"/>
                <a:gd name="connsiteY53" fmla="*/ 125126 h 237484"/>
                <a:gd name="connsiteX54" fmla="*/ 125243 w 237705"/>
                <a:gd name="connsiteY54" fmla="*/ 200457 h 237484"/>
                <a:gd name="connsiteX55" fmla="*/ 125243 w 237705"/>
                <a:gd name="connsiteY55" fmla="*/ 173006 h 237484"/>
                <a:gd name="connsiteX56" fmla="*/ 173167 w 237705"/>
                <a:gd name="connsiteY56" fmla="*/ 125126 h 237484"/>
                <a:gd name="connsiteX57" fmla="*/ 200644 w 237705"/>
                <a:gd name="connsiteY57" fmla="*/ 125126 h 237484"/>
                <a:gd name="connsiteX58" fmla="*/ 125243 w 237705"/>
                <a:gd name="connsiteY58" fmla="*/ 200457 h 237484"/>
                <a:gd name="connsiteX59" fmla="*/ 125243 w 237705"/>
                <a:gd name="connsiteY59" fmla="*/ 200457 h 237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237705" h="237484">
                  <a:moveTo>
                    <a:pt x="231316" y="112358"/>
                  </a:moveTo>
                  <a:lnTo>
                    <a:pt x="213424" y="112358"/>
                  </a:lnTo>
                  <a:cubicBezTo>
                    <a:pt x="210229" y="65117"/>
                    <a:pt x="172528" y="27451"/>
                    <a:pt x="125243" y="24259"/>
                  </a:cubicBezTo>
                  <a:lnTo>
                    <a:pt x="125243" y="6384"/>
                  </a:lnTo>
                  <a:cubicBezTo>
                    <a:pt x="125243" y="2554"/>
                    <a:pt x="122687" y="0"/>
                    <a:pt x="118853" y="0"/>
                  </a:cubicBezTo>
                  <a:cubicBezTo>
                    <a:pt x="115019" y="0"/>
                    <a:pt x="112463" y="2554"/>
                    <a:pt x="112463" y="6384"/>
                  </a:cubicBezTo>
                  <a:lnTo>
                    <a:pt x="112463" y="24259"/>
                  </a:lnTo>
                  <a:cubicBezTo>
                    <a:pt x="65177" y="27451"/>
                    <a:pt x="27477" y="65117"/>
                    <a:pt x="24282" y="112358"/>
                  </a:cubicBezTo>
                  <a:lnTo>
                    <a:pt x="6390" y="112358"/>
                  </a:lnTo>
                  <a:cubicBezTo>
                    <a:pt x="2556" y="112358"/>
                    <a:pt x="0" y="114912"/>
                    <a:pt x="0" y="118742"/>
                  </a:cubicBezTo>
                  <a:cubicBezTo>
                    <a:pt x="0" y="122573"/>
                    <a:pt x="2556" y="125126"/>
                    <a:pt x="6390" y="125126"/>
                  </a:cubicBezTo>
                  <a:lnTo>
                    <a:pt x="24282" y="125126"/>
                  </a:lnTo>
                  <a:cubicBezTo>
                    <a:pt x="27477" y="172368"/>
                    <a:pt x="65177" y="210033"/>
                    <a:pt x="112463" y="213225"/>
                  </a:cubicBezTo>
                  <a:lnTo>
                    <a:pt x="112463" y="231100"/>
                  </a:lnTo>
                  <a:cubicBezTo>
                    <a:pt x="112463" y="234931"/>
                    <a:pt x="115019" y="237484"/>
                    <a:pt x="118853" y="237484"/>
                  </a:cubicBezTo>
                  <a:cubicBezTo>
                    <a:pt x="122687" y="237484"/>
                    <a:pt x="125243" y="234931"/>
                    <a:pt x="125243" y="231100"/>
                  </a:cubicBezTo>
                  <a:lnTo>
                    <a:pt x="125243" y="213225"/>
                  </a:lnTo>
                  <a:cubicBezTo>
                    <a:pt x="172528" y="210033"/>
                    <a:pt x="210229" y="172368"/>
                    <a:pt x="213424" y="125126"/>
                  </a:cubicBezTo>
                  <a:lnTo>
                    <a:pt x="231316" y="125126"/>
                  </a:lnTo>
                  <a:cubicBezTo>
                    <a:pt x="235150" y="125126"/>
                    <a:pt x="237706" y="122573"/>
                    <a:pt x="237706" y="118742"/>
                  </a:cubicBezTo>
                  <a:cubicBezTo>
                    <a:pt x="237706" y="114912"/>
                    <a:pt x="234511" y="112358"/>
                    <a:pt x="231316" y="112358"/>
                  </a:cubicBezTo>
                  <a:lnTo>
                    <a:pt x="231316" y="112358"/>
                  </a:lnTo>
                  <a:close/>
                  <a:moveTo>
                    <a:pt x="200644" y="112358"/>
                  </a:moveTo>
                  <a:lnTo>
                    <a:pt x="173167" y="112358"/>
                  </a:lnTo>
                  <a:cubicBezTo>
                    <a:pt x="169972" y="87461"/>
                    <a:pt x="150164" y="67670"/>
                    <a:pt x="125243" y="64478"/>
                  </a:cubicBezTo>
                  <a:lnTo>
                    <a:pt x="125243" y="37027"/>
                  </a:lnTo>
                  <a:cubicBezTo>
                    <a:pt x="165499" y="40219"/>
                    <a:pt x="197449" y="72139"/>
                    <a:pt x="200644" y="112358"/>
                  </a:cubicBezTo>
                  <a:close/>
                  <a:moveTo>
                    <a:pt x="112463" y="112358"/>
                  </a:moveTo>
                  <a:lnTo>
                    <a:pt x="77318" y="112358"/>
                  </a:lnTo>
                  <a:cubicBezTo>
                    <a:pt x="79874" y="94483"/>
                    <a:pt x="93932" y="80438"/>
                    <a:pt x="112463" y="77246"/>
                  </a:cubicBezTo>
                  <a:lnTo>
                    <a:pt x="112463" y="112358"/>
                  </a:lnTo>
                  <a:close/>
                  <a:moveTo>
                    <a:pt x="112463" y="125126"/>
                  </a:moveTo>
                  <a:lnTo>
                    <a:pt x="112463" y="160238"/>
                  </a:lnTo>
                  <a:cubicBezTo>
                    <a:pt x="94571" y="157684"/>
                    <a:pt x="80513" y="143640"/>
                    <a:pt x="77318" y="125126"/>
                  </a:cubicBezTo>
                  <a:lnTo>
                    <a:pt x="112463" y="125126"/>
                  </a:lnTo>
                  <a:close/>
                  <a:moveTo>
                    <a:pt x="125243" y="125126"/>
                  </a:moveTo>
                  <a:lnTo>
                    <a:pt x="160387" y="125126"/>
                  </a:lnTo>
                  <a:cubicBezTo>
                    <a:pt x="157832" y="143001"/>
                    <a:pt x="143774" y="157046"/>
                    <a:pt x="125243" y="160238"/>
                  </a:cubicBezTo>
                  <a:lnTo>
                    <a:pt x="125243" y="125126"/>
                  </a:lnTo>
                  <a:close/>
                  <a:moveTo>
                    <a:pt x="125243" y="112358"/>
                  </a:moveTo>
                  <a:lnTo>
                    <a:pt x="125243" y="77246"/>
                  </a:lnTo>
                  <a:cubicBezTo>
                    <a:pt x="143134" y="79800"/>
                    <a:pt x="157192" y="93845"/>
                    <a:pt x="160387" y="112358"/>
                  </a:cubicBezTo>
                  <a:lnTo>
                    <a:pt x="125243" y="112358"/>
                  </a:lnTo>
                  <a:close/>
                  <a:moveTo>
                    <a:pt x="112463" y="37027"/>
                  </a:moveTo>
                  <a:lnTo>
                    <a:pt x="112463" y="64478"/>
                  </a:lnTo>
                  <a:cubicBezTo>
                    <a:pt x="87542" y="67670"/>
                    <a:pt x="67733" y="87461"/>
                    <a:pt x="64538" y="112358"/>
                  </a:cubicBezTo>
                  <a:lnTo>
                    <a:pt x="37062" y="112358"/>
                  </a:lnTo>
                  <a:cubicBezTo>
                    <a:pt x="40257" y="72139"/>
                    <a:pt x="72206" y="40219"/>
                    <a:pt x="112463" y="37027"/>
                  </a:cubicBezTo>
                  <a:lnTo>
                    <a:pt x="112463" y="37027"/>
                  </a:lnTo>
                  <a:close/>
                  <a:moveTo>
                    <a:pt x="37062" y="125126"/>
                  </a:moveTo>
                  <a:lnTo>
                    <a:pt x="64538" y="125126"/>
                  </a:lnTo>
                  <a:cubicBezTo>
                    <a:pt x="67733" y="150024"/>
                    <a:pt x="87542" y="169814"/>
                    <a:pt x="112463" y="173006"/>
                  </a:cubicBezTo>
                  <a:lnTo>
                    <a:pt x="112463" y="200457"/>
                  </a:lnTo>
                  <a:cubicBezTo>
                    <a:pt x="72206" y="197265"/>
                    <a:pt x="40257" y="165345"/>
                    <a:pt x="37062" y="125126"/>
                  </a:cubicBezTo>
                  <a:close/>
                  <a:moveTo>
                    <a:pt x="125243" y="200457"/>
                  </a:moveTo>
                  <a:lnTo>
                    <a:pt x="125243" y="173006"/>
                  </a:lnTo>
                  <a:cubicBezTo>
                    <a:pt x="150164" y="169814"/>
                    <a:pt x="169972" y="150024"/>
                    <a:pt x="173167" y="125126"/>
                  </a:cubicBezTo>
                  <a:lnTo>
                    <a:pt x="200644" y="125126"/>
                  </a:lnTo>
                  <a:cubicBezTo>
                    <a:pt x="197449" y="165345"/>
                    <a:pt x="165499" y="197265"/>
                    <a:pt x="125243" y="200457"/>
                  </a:cubicBezTo>
                  <a:lnTo>
                    <a:pt x="125243" y="200457"/>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grpSp>
      <p:sp>
        <p:nvSpPr>
          <p:cNvPr id="12" name="Rectangle 11">
            <a:extLst>
              <a:ext uri="{FF2B5EF4-FFF2-40B4-BE49-F238E27FC236}">
                <a16:creationId xmlns:a16="http://schemas.microsoft.com/office/drawing/2014/main" id="{AF6C1490-98D2-6DEE-0143-BFAC07979F77}"/>
              </a:ext>
            </a:extLst>
          </p:cNvPr>
          <p:cNvSpPr/>
          <p:nvPr/>
        </p:nvSpPr>
        <p:spPr bwMode="gray">
          <a:xfrm>
            <a:off x="7050406" y="106318"/>
            <a:ext cx="2505075" cy="334099"/>
          </a:xfrm>
          <a:prstGeom prst="rect">
            <a:avLst/>
          </a:prstGeom>
          <a:solidFill>
            <a:srgbClr val="ED8B0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b="1" dirty="0">
                <a:solidFill>
                  <a:schemeClr val="bg1"/>
                </a:solidFill>
              </a:rPr>
              <a:t>Target client: &lt; Diversified Health Care Company #1&gt;</a:t>
            </a:r>
          </a:p>
        </p:txBody>
      </p:sp>
      <p:sp>
        <p:nvSpPr>
          <p:cNvPr id="13" name="Rectangle 12">
            <a:extLst>
              <a:ext uri="{FF2B5EF4-FFF2-40B4-BE49-F238E27FC236}">
                <a16:creationId xmlns:a16="http://schemas.microsoft.com/office/drawing/2014/main" id="{696D0C17-C808-3B70-DB27-AB6C39814F81}"/>
              </a:ext>
            </a:extLst>
          </p:cNvPr>
          <p:cNvSpPr/>
          <p:nvPr/>
        </p:nvSpPr>
        <p:spPr bwMode="gray">
          <a:xfrm>
            <a:off x="9555481" y="106318"/>
            <a:ext cx="2505075" cy="334099"/>
          </a:xfrm>
          <a:prstGeom prst="rect">
            <a:avLst/>
          </a:prstGeom>
          <a:solidFill>
            <a:schemeClr val="accent1"/>
          </a:solidFill>
          <a:ln w="19050" algn="ctr">
            <a:noFill/>
            <a:miter lim="800000"/>
            <a:headEnd/>
            <a:tailEnd/>
          </a:ln>
        </p:spPr>
        <p:txBody>
          <a:bodyPr wrap="square" lIns="0" tIns="88900" rIns="0" bIns="88900" rtlCol="0" anchor="ctr"/>
          <a:lstStyle/>
          <a:p>
            <a:pPr algn="ctr">
              <a:lnSpc>
                <a:spcPct val="106000"/>
              </a:lnSpc>
              <a:buFont typeface="Wingdings 2" pitchFamily="18" charset="2"/>
              <a:buNone/>
            </a:pPr>
            <a:r>
              <a:rPr lang="en-US" sz="1400">
                <a:solidFill>
                  <a:schemeClr val="bg1"/>
                </a:solidFill>
              </a:rPr>
              <a:t>Team: Alec Kasuya| Adam Kapasi</a:t>
            </a:r>
          </a:p>
        </p:txBody>
      </p:sp>
      <p:pic>
        <p:nvPicPr>
          <p:cNvPr id="4" name="Picture 3" descr="3 ways Amazon can address its web service data risk – and what others ...">
            <a:extLst>
              <a:ext uri="{FF2B5EF4-FFF2-40B4-BE49-F238E27FC236}">
                <a16:creationId xmlns:a16="http://schemas.microsoft.com/office/drawing/2014/main" id="{35614166-0A2B-7DE4-DF7E-EF99E67E81E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037841" y="4753261"/>
            <a:ext cx="647700" cy="38862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5" descr="Google logo | Logok">
            <a:extLst>
              <a:ext uri="{FF2B5EF4-FFF2-40B4-BE49-F238E27FC236}">
                <a16:creationId xmlns:a16="http://schemas.microsoft.com/office/drawing/2014/main" id="{719FE254-3763-0089-D3C3-A72193FF4BFF}"/>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a:stretch/>
        </p:blipFill>
        <p:spPr bwMode="auto">
          <a:xfrm>
            <a:off x="2036302" y="5327960"/>
            <a:ext cx="673298" cy="5385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85172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A picture containing font, graphics, logo, white&#10;&#10;Description automatically generated">
            <a:extLst>
              <a:ext uri="{FF2B5EF4-FFF2-40B4-BE49-F238E27FC236}">
                <a16:creationId xmlns:a16="http://schemas.microsoft.com/office/drawing/2014/main" id="{8F72B380-2DBD-17AC-32E0-3B1FB71C3217}"/>
              </a:ext>
            </a:extLst>
          </p:cNvPr>
          <p:cNvPicPr>
            <a:picLocks/>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314704" y="4358877"/>
            <a:ext cx="1699870" cy="1106424"/>
          </a:xfrm>
          <a:prstGeom prst="rect">
            <a:avLst/>
          </a:prstGeom>
        </p:spPr>
      </p:pic>
      <p:pic>
        <p:nvPicPr>
          <p:cNvPr id="10" name="Picture 9" descr="A green and white logo&#10;&#10;Description automatically generated with low confidence">
            <a:extLst>
              <a:ext uri="{FF2B5EF4-FFF2-40B4-BE49-F238E27FC236}">
                <a16:creationId xmlns:a16="http://schemas.microsoft.com/office/drawing/2014/main" id="{ACD5D2C9-C6E5-FEE4-7A54-75BC55CE3240}"/>
              </a:ext>
            </a:extLst>
          </p:cNvPr>
          <p:cNvPicPr>
            <a:picLocks/>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516891" y="5049664"/>
            <a:ext cx="1284695" cy="831273"/>
          </a:xfrm>
          <a:prstGeom prst="rect">
            <a:avLst/>
          </a:prstGeom>
        </p:spPr>
      </p:pic>
      <p:graphicFrame>
        <p:nvGraphicFramePr>
          <p:cNvPr id="115" name="think-cell data - do not delete" hidden="1">
            <a:extLst>
              <a:ext uri="{FF2B5EF4-FFF2-40B4-BE49-F238E27FC236}">
                <a16:creationId xmlns:a16="http://schemas.microsoft.com/office/drawing/2014/main" id="{C2FCB5B3-8446-99F8-E6E9-27C12D2969B4}"/>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95" imgH="394" progId="TCLayout.ActiveDocument.1">
                  <p:embed/>
                </p:oleObj>
              </mc:Choice>
              <mc:Fallback>
                <p:oleObj name="think-cell Slide" r:id="rId6" imgW="395" imgH="394" progId="TCLayout.ActiveDocument.1">
                  <p:embed/>
                  <p:pic>
                    <p:nvPicPr>
                      <p:cNvPr id="115" name="think-cell data - do not delete" hidden="1">
                        <a:extLst>
                          <a:ext uri="{FF2B5EF4-FFF2-40B4-BE49-F238E27FC236}">
                            <a16:creationId xmlns:a16="http://schemas.microsoft.com/office/drawing/2014/main" id="{C2FCB5B3-8446-99F8-E6E9-27C12D2969B4}"/>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2" name="Text Placeholder 1">
            <a:extLst>
              <a:ext uri="{FF2B5EF4-FFF2-40B4-BE49-F238E27FC236}">
                <a16:creationId xmlns:a16="http://schemas.microsoft.com/office/drawing/2014/main" id="{735FE4D4-4716-D56F-6604-53D2192B6AD7}"/>
              </a:ext>
            </a:extLst>
          </p:cNvPr>
          <p:cNvSpPr>
            <a:spLocks noGrp="1"/>
          </p:cNvSpPr>
          <p:nvPr>
            <p:ph type="body" sz="quarter" idx="22"/>
          </p:nvPr>
        </p:nvSpPr>
        <p:spPr/>
        <p:txBody>
          <a:bodyPr/>
          <a:lstStyle/>
          <a:p>
            <a:pPr>
              <a:spcBef>
                <a:spcPts val="600"/>
              </a:spcBef>
              <a:defRPr/>
            </a:pPr>
            <a:r>
              <a:rPr lang="en-US" sz="1600">
                <a:solidFill>
                  <a:schemeClr val="tx2">
                    <a:lumMod val="75000"/>
                  </a:schemeClr>
                </a:solidFill>
                <a:latin typeface="Open Sans" panose="020B0606030504020204" pitchFamily="34" charset="0"/>
                <a:ea typeface="Open Sans" panose="020B0606030504020204" pitchFamily="34" charset="0"/>
                <a:cs typeface="Open Sans" panose="020B0606030504020204" pitchFamily="34" charset="0"/>
              </a:rPr>
              <a:t>Provide end users with on demand forecasting and scenario modeling functionality with complete parameters and drivers flexibility</a:t>
            </a:r>
          </a:p>
        </p:txBody>
      </p:sp>
      <p:sp>
        <p:nvSpPr>
          <p:cNvPr id="3" name="Title 2">
            <a:extLst>
              <a:ext uri="{FF2B5EF4-FFF2-40B4-BE49-F238E27FC236}">
                <a16:creationId xmlns:a16="http://schemas.microsoft.com/office/drawing/2014/main" id="{CA46A0B9-3BE7-8D64-18C1-659ADEDFF908}"/>
              </a:ext>
            </a:extLst>
          </p:cNvPr>
          <p:cNvSpPr>
            <a:spLocks noGrp="1"/>
          </p:cNvSpPr>
          <p:nvPr>
            <p:ph type="title"/>
          </p:nvPr>
        </p:nvSpPr>
        <p:spPr/>
        <p:txBody>
          <a:bodyPr vert="horz"/>
          <a:lstStyle/>
          <a:p>
            <a:r>
              <a:rPr lang="en-US"/>
              <a:t>Proof of Concept | Forecasting &amp; Scenario Modeling – Automated / On Demand</a:t>
            </a:r>
          </a:p>
        </p:txBody>
      </p:sp>
      <p:sp>
        <p:nvSpPr>
          <p:cNvPr id="23" name="Rectangle 22">
            <a:extLst>
              <a:ext uri="{FF2B5EF4-FFF2-40B4-BE49-F238E27FC236}">
                <a16:creationId xmlns:a16="http://schemas.microsoft.com/office/drawing/2014/main" id="{DFABE56A-E6D4-7A0F-863E-1ED90E1162FA}"/>
              </a:ext>
            </a:extLst>
          </p:cNvPr>
          <p:cNvSpPr/>
          <p:nvPr/>
        </p:nvSpPr>
        <p:spPr bwMode="gray">
          <a:xfrm>
            <a:off x="6096000" y="2933291"/>
            <a:ext cx="3018481" cy="3250038"/>
          </a:xfrm>
          <a:prstGeom prst="rect">
            <a:avLst/>
          </a:prstGeom>
          <a:solidFill>
            <a:srgbClr val="FFFFFF">
              <a:lumMod val="95000"/>
              <a:alpha val="50000"/>
            </a:srgbClr>
          </a:solidFill>
          <a:ln w="19050" algn="ctr">
            <a:noFill/>
            <a:miter lim="800000"/>
            <a:headEnd/>
            <a:tailEnd/>
          </a:ln>
        </p:spPr>
        <p:txBody>
          <a:bodyPr wrap="square" lIns="91440" tIns="91440" rIns="91440" bIns="91440" rtlCol="0" anchor="t">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9525" marR="0" lvl="1" indent="-9525" algn="l" defTabSz="1217613" rtl="0" eaLnBrk="0" fontAlgn="base" latinLnBrk="0" hangingPunct="0">
              <a:lnSpc>
                <a:spcPct val="100000"/>
              </a:lnSpc>
              <a:spcBef>
                <a:spcPct val="0"/>
              </a:spcBef>
              <a:spcAft>
                <a:spcPts val="600"/>
              </a:spcAft>
              <a:buClrTx/>
              <a:buSzTx/>
              <a:buFontTx/>
              <a:buNone/>
              <a:tabLst/>
              <a:defRPr/>
            </a:pPr>
            <a:r>
              <a:rPr kumimoji="0" lang="en-GB" sz="1500" b="1" i="0" u="none" strike="noStrike" kern="1200" cap="none" spc="0" normalizeH="0" baseline="0" noProof="0">
                <a:ln>
                  <a:noFill/>
                </a:ln>
                <a:solidFill>
                  <a:schemeClr val="accent5"/>
                </a:solidFill>
                <a:effectLst/>
                <a:uLnTx/>
                <a:uFillTx/>
                <a:latin typeface="Open Sans"/>
                <a:ea typeface="Open Sans" panose="020B0606030504020204" pitchFamily="34" charset="0"/>
                <a:cs typeface="Open Sans" panose="020B0606030504020204" pitchFamily="34" charset="0"/>
              </a:rPr>
              <a:t>Solution Approach</a:t>
            </a:r>
          </a:p>
          <a:p>
            <a:pPr marL="171450" marR="0" lvl="1" indent="-171450" algn="l" defTabSz="1217613" rtl="0" eaLnBrk="0" fontAlgn="base" latinLnBrk="0" hangingPunct="0">
              <a:lnSpc>
                <a:spcPct val="100000"/>
              </a:lnSpc>
              <a:spcBef>
                <a:spcPct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a:ln>
                  <a:noFill/>
                </a:ln>
                <a:effectLst/>
                <a:uLnTx/>
                <a:uFillTx/>
                <a:latin typeface="Open Sans"/>
                <a:ea typeface="Open Sans" panose="020B0606030504020204" pitchFamily="34" charset="0"/>
                <a:cs typeface="Open Sans" panose="020B0606030504020204" pitchFamily="34" charset="0"/>
              </a:rPr>
              <a:t>Identify: Determine the variables to forecast or model</a:t>
            </a:r>
          </a:p>
          <a:p>
            <a:pPr marL="171450" marR="0" lvl="1" indent="-171450" algn="l" defTabSz="1217613" rtl="0" eaLnBrk="0" fontAlgn="base" latinLnBrk="0" hangingPunct="0">
              <a:lnSpc>
                <a:spcPct val="100000"/>
              </a:lnSpc>
              <a:spcBef>
                <a:spcPct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a:ln>
                  <a:noFill/>
                </a:ln>
                <a:effectLst/>
                <a:uLnTx/>
                <a:uFillTx/>
                <a:latin typeface="Open Sans"/>
                <a:ea typeface="Open Sans" panose="020B0606030504020204" pitchFamily="34" charset="0"/>
                <a:cs typeface="Open Sans" panose="020B0606030504020204" pitchFamily="34" charset="0"/>
              </a:rPr>
              <a:t>Collect &amp; Clean Data: Gather and preprocess historical data</a:t>
            </a:r>
          </a:p>
          <a:p>
            <a:pPr marL="171450" marR="0" lvl="1" indent="-171450" algn="l" defTabSz="1217613" rtl="0" eaLnBrk="0" fontAlgn="base" latinLnBrk="0" hangingPunct="0">
              <a:lnSpc>
                <a:spcPct val="100000"/>
              </a:lnSpc>
              <a:spcBef>
                <a:spcPct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a:ln>
                  <a:noFill/>
                </a:ln>
                <a:effectLst/>
                <a:uLnTx/>
                <a:uFillTx/>
                <a:latin typeface="Open Sans"/>
                <a:ea typeface="Open Sans" panose="020B0606030504020204" pitchFamily="34" charset="0"/>
                <a:cs typeface="Open Sans" panose="020B0606030504020204" pitchFamily="34" charset="0"/>
              </a:rPr>
              <a:t>Build &amp; Train Model: Develop and train a predictive or generative AI model</a:t>
            </a:r>
          </a:p>
          <a:p>
            <a:pPr marL="171450" marR="0" lvl="1" indent="-171450" algn="l" defTabSz="1217613" rtl="0" eaLnBrk="0" fontAlgn="base" latinLnBrk="0" hangingPunct="0">
              <a:lnSpc>
                <a:spcPct val="100000"/>
              </a:lnSpc>
              <a:spcBef>
                <a:spcPct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a:ln>
                  <a:noFill/>
                </a:ln>
                <a:effectLst/>
                <a:uLnTx/>
                <a:uFillTx/>
                <a:latin typeface="Open Sans"/>
                <a:ea typeface="Open Sans" panose="020B0606030504020204" pitchFamily="34" charset="0"/>
                <a:cs typeface="Open Sans" panose="020B0606030504020204" pitchFamily="34" charset="0"/>
              </a:rPr>
              <a:t>Validate &amp; Adjust: Test the model on unseen data and refine as needed</a:t>
            </a:r>
          </a:p>
          <a:p>
            <a:pPr marL="171450" marR="0" lvl="1" indent="-171450" algn="l" defTabSz="1217613" rtl="0" eaLnBrk="0" fontAlgn="base" latinLnBrk="0" hangingPunct="0">
              <a:lnSpc>
                <a:spcPct val="100000"/>
              </a:lnSpc>
              <a:spcBef>
                <a:spcPct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a:ln>
                  <a:noFill/>
                </a:ln>
                <a:effectLst/>
                <a:uLnTx/>
                <a:uFillTx/>
                <a:latin typeface="Open Sans"/>
                <a:ea typeface="Open Sans" panose="020B0606030504020204" pitchFamily="34" charset="0"/>
                <a:cs typeface="Open Sans" panose="020B0606030504020204" pitchFamily="34" charset="0"/>
              </a:rPr>
              <a:t>Implement &amp; Monitor: Deploy the model, monitor performance, and make updates</a:t>
            </a:r>
          </a:p>
          <a:p>
            <a:pPr marL="171450" marR="0" lvl="1" indent="-171450" algn="l" defTabSz="1217613" rtl="0" eaLnBrk="0" fontAlgn="base" latinLnBrk="0" hangingPunct="0">
              <a:lnSpc>
                <a:spcPct val="100000"/>
              </a:lnSpc>
              <a:spcBef>
                <a:spcPct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a:ln>
                  <a:noFill/>
                </a:ln>
                <a:effectLst/>
                <a:uLnTx/>
                <a:uFillTx/>
                <a:latin typeface="Open Sans"/>
                <a:ea typeface="Open Sans" panose="020B0606030504020204" pitchFamily="34" charset="0"/>
                <a:cs typeface="Open Sans" panose="020B0606030504020204" pitchFamily="34" charset="0"/>
              </a:rPr>
              <a:t>Iterate: Continually revise and improve the model with new data and insights</a:t>
            </a:r>
          </a:p>
        </p:txBody>
      </p:sp>
      <p:sp>
        <p:nvSpPr>
          <p:cNvPr id="24" name="Rectangle 23">
            <a:extLst>
              <a:ext uri="{FF2B5EF4-FFF2-40B4-BE49-F238E27FC236}">
                <a16:creationId xmlns:a16="http://schemas.microsoft.com/office/drawing/2014/main" id="{6737D673-B84D-7246-637F-A2B1AEDF5A14}"/>
              </a:ext>
            </a:extLst>
          </p:cNvPr>
          <p:cNvSpPr/>
          <p:nvPr/>
        </p:nvSpPr>
        <p:spPr bwMode="gray">
          <a:xfrm>
            <a:off x="3350039" y="1403039"/>
            <a:ext cx="5500082" cy="1333698"/>
          </a:xfrm>
          <a:prstGeom prst="rect">
            <a:avLst/>
          </a:prstGeom>
          <a:noFill/>
          <a:ln w="19050" algn="ctr">
            <a:noFill/>
            <a:miter lim="800000"/>
            <a:headEnd/>
            <a:tailEnd/>
          </a:ln>
        </p:spPr>
        <p:txBody>
          <a:bodyPr wrap="square" lIns="0" tIns="0" rIns="0" bIns="9144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9525" marR="0" lvl="1" indent="-9525" algn="l" defTabSz="1217613" rtl="0" eaLnBrk="0" fontAlgn="base" latinLnBrk="0" hangingPunct="0">
              <a:lnSpc>
                <a:spcPct val="100000"/>
              </a:lnSpc>
              <a:spcBef>
                <a:spcPct val="0"/>
              </a:spcBef>
              <a:spcAft>
                <a:spcPts val="600"/>
              </a:spcAft>
              <a:buClrTx/>
              <a:buSzTx/>
              <a:buFontTx/>
              <a:buNone/>
              <a:tabLst/>
              <a:defRPr/>
            </a:pPr>
            <a:r>
              <a:rPr kumimoji="0" lang="en-GB" sz="1500" b="1" i="0" u="none" strike="noStrike" kern="1200" cap="none" spc="0" normalizeH="0" baseline="0" noProof="0">
                <a:ln>
                  <a:noFill/>
                </a:ln>
                <a:solidFill>
                  <a:schemeClr val="accent5"/>
                </a:solidFill>
                <a:effectLst/>
                <a:uLnTx/>
                <a:uFillTx/>
                <a:latin typeface="Open Sans"/>
                <a:ea typeface="Open Sans" panose="020B0606030504020204" pitchFamily="34" charset="0"/>
                <a:cs typeface="Open Sans" panose="020B0606030504020204" pitchFamily="34" charset="0"/>
              </a:rPr>
              <a:t>Situation</a:t>
            </a:r>
            <a:endParaRPr kumimoji="0" lang="en-US" sz="1500" b="0" i="0" u="none" strike="noStrike" kern="1200" cap="none" spc="0" normalizeH="0" baseline="0" noProof="0">
              <a:ln>
                <a:noFill/>
              </a:ln>
              <a:solidFill>
                <a:schemeClr val="accent5"/>
              </a:solidFill>
              <a:effectLst/>
              <a:uLnTx/>
              <a:uFillTx/>
              <a:latin typeface="Open Sans"/>
              <a:ea typeface="Open Sans" panose="020B0606030504020204" pitchFamily="34" charset="0"/>
              <a:cs typeface="Open Sans" panose="020B0606030504020204" pitchFamily="34" charset="0"/>
            </a:endParaRPr>
          </a:p>
          <a:p>
            <a:pPr marL="171450" marR="0" lvl="1" indent="-171450" algn="l" defTabSz="1217613" rtl="0" eaLnBrk="0" fontAlgn="base" latinLnBrk="0" hangingPunct="0">
              <a:lnSpc>
                <a:spcPct val="100000"/>
              </a:lnSpc>
              <a:spcBef>
                <a:spcPts val="0"/>
              </a:spcBef>
              <a:spcAft>
                <a:spcPts val="600"/>
              </a:spcAft>
              <a:buClrTx/>
              <a:buSzTx/>
              <a:buFont typeface="Arial" panose="020B0604020202020204" pitchFamily="34" charset="0"/>
              <a:buChar char="•"/>
              <a:tabLst/>
              <a:defRPr/>
            </a:pPr>
            <a:r>
              <a:rPr lang="en-US" sz="1100">
                <a:solidFill>
                  <a:srgbClr val="000000"/>
                </a:solidFill>
                <a:latin typeface="Open Sans"/>
                <a:ea typeface="Open Sans" panose="020B0606030504020204" pitchFamily="34" charset="0"/>
                <a:cs typeface="Open Sans" panose="020B0606030504020204" pitchFamily="34" charset="0"/>
              </a:rPr>
              <a:t>Finance teams spend significant amounts of time during critical periods to produce and analyze scenarios requested by finance executives</a:t>
            </a:r>
          </a:p>
          <a:p>
            <a:pPr marL="171450" marR="0" lvl="1" indent="-171450" algn="l" defTabSz="1217613" rtl="0" eaLnBrk="0" fontAlgn="base" latinLnBrk="0" hangingPunct="0">
              <a:lnSpc>
                <a:spcPct val="100000"/>
              </a:lnSpc>
              <a:spcBef>
                <a:spcPts val="0"/>
              </a:spcBef>
              <a:spcAft>
                <a:spcPts val="600"/>
              </a:spcAft>
              <a:buClrTx/>
              <a:buSzTx/>
              <a:buFont typeface="Arial" panose="020B0604020202020204" pitchFamily="34" charset="0"/>
              <a:buChar char="•"/>
              <a:tabLst/>
              <a:defRPr/>
            </a:pPr>
            <a:r>
              <a:rPr lang="en-US" sz="1100">
                <a:solidFill>
                  <a:srgbClr val="000000"/>
                </a:solidFill>
                <a:latin typeface="Open Sans"/>
                <a:ea typeface="Open Sans" panose="020B0606030504020204" pitchFamily="34" charset="0"/>
                <a:cs typeface="Open Sans" panose="020B0606030504020204" pitchFamily="34" charset="0"/>
              </a:rPr>
              <a:t>Merging internal and external datasets (especially operational vs. financial) to accurately generate scenarios is difficult and time consuming</a:t>
            </a:r>
          </a:p>
          <a:p>
            <a:pPr marL="171450" marR="0" lvl="1" indent="-171450" algn="l" defTabSz="1217613" rtl="0" eaLnBrk="0" fontAlgn="base" latinLnBrk="0" hangingPunct="0">
              <a:lnSpc>
                <a:spcPct val="100000"/>
              </a:lnSpc>
              <a:spcBef>
                <a:spcPts val="0"/>
              </a:spcBef>
              <a:spcAft>
                <a:spcPts val="600"/>
              </a:spcAft>
              <a:buClrTx/>
              <a:buSzTx/>
              <a:buFont typeface="Arial" panose="020B0604020202020204" pitchFamily="34" charset="0"/>
              <a:buChar char="•"/>
              <a:tabLst/>
              <a:defRPr/>
            </a:pPr>
            <a:r>
              <a:rPr lang="en-US" sz="1100">
                <a:solidFill>
                  <a:srgbClr val="000000"/>
                </a:solidFill>
                <a:latin typeface="Open Sans"/>
                <a:ea typeface="Open Sans" panose="020B0606030504020204" pitchFamily="34" charset="0"/>
                <a:cs typeface="Open Sans" panose="020B0606030504020204" pitchFamily="34" charset="0"/>
              </a:rPr>
              <a:t>Manually developing a detailed forecast can take too long to be useful</a:t>
            </a:r>
            <a:endParaRPr kumimoji="0" lang="en-US" sz="1100" b="0" i="0" u="none" strike="noStrike" kern="1200" cap="none" spc="0" normalizeH="0" baseline="0" noProof="0">
              <a:ln>
                <a:noFill/>
              </a:ln>
              <a:solidFill>
                <a:srgbClr val="000000"/>
              </a:solidFill>
              <a:effectLst/>
              <a:uLnTx/>
              <a:uFillTx/>
              <a:latin typeface="Open Sans"/>
              <a:ea typeface="Open Sans" panose="020B0606030504020204" pitchFamily="34" charset="0"/>
              <a:cs typeface="Open Sans" panose="020B0606030504020204" pitchFamily="34" charset="0"/>
            </a:endParaRPr>
          </a:p>
          <a:p>
            <a:pPr marL="171450" marR="0" lvl="1" indent="-171450" algn="l" defTabSz="1217613" rtl="0" eaLnBrk="0" fontAlgn="base" latinLnBrk="0" hangingPunct="0">
              <a:lnSpc>
                <a:spcPct val="100000"/>
              </a:lnSpc>
              <a:spcBef>
                <a:spcPts val="0"/>
              </a:spcBef>
              <a:spcAft>
                <a:spcPts val="600"/>
              </a:spcAft>
              <a:buClrTx/>
              <a:buSzTx/>
              <a:buFont typeface="Arial" panose="020B0604020202020204" pitchFamily="34" charset="0"/>
              <a:buChar char="•"/>
              <a:tabLst/>
              <a:defRPr/>
            </a:pPr>
            <a:endParaRPr kumimoji="0" lang="en-US" sz="1100" b="0" i="0" u="none" strike="noStrike" kern="1200" cap="none" spc="0" normalizeH="0" baseline="0" noProof="0">
              <a:ln>
                <a:noFill/>
              </a:ln>
              <a:solidFill>
                <a:srgbClr val="000000"/>
              </a:solidFill>
              <a:effectLst/>
              <a:uLnTx/>
              <a:uFillTx/>
              <a:latin typeface="Open Sans"/>
              <a:ea typeface="Open Sans" panose="020B0606030504020204" pitchFamily="34" charset="0"/>
              <a:cs typeface="Open Sans" panose="020B0606030504020204" pitchFamily="34" charset="0"/>
            </a:endParaRPr>
          </a:p>
        </p:txBody>
      </p:sp>
      <p:sp>
        <p:nvSpPr>
          <p:cNvPr id="25" name="Rectangle 24">
            <a:extLst>
              <a:ext uri="{FF2B5EF4-FFF2-40B4-BE49-F238E27FC236}">
                <a16:creationId xmlns:a16="http://schemas.microsoft.com/office/drawing/2014/main" id="{5018FA1B-BF24-C81F-38EB-4997297F366D}"/>
              </a:ext>
            </a:extLst>
          </p:cNvPr>
          <p:cNvSpPr/>
          <p:nvPr/>
        </p:nvSpPr>
        <p:spPr bwMode="gray">
          <a:xfrm>
            <a:off x="498515" y="1390338"/>
            <a:ext cx="2627615" cy="3016989"/>
          </a:xfrm>
          <a:prstGeom prst="rect">
            <a:avLst/>
          </a:prstGeom>
          <a:solidFill>
            <a:srgbClr val="F9F9F9"/>
          </a:solidFill>
          <a:ln w="19050" algn="ctr">
            <a:noFill/>
            <a:miter lim="800000"/>
            <a:headEnd/>
            <a:tailEnd/>
          </a:ln>
        </p:spPr>
        <p:txBody>
          <a:bodyPr wrap="square" lIns="91440" tIns="91440" rIns="91440" bIns="91440" rtlCol="0" anchor="t">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9525" marR="0" lvl="1" indent="-9525" algn="l" defTabSz="1217613" rtl="0" eaLnBrk="0" fontAlgn="base" latinLnBrk="0" hangingPunct="0">
              <a:lnSpc>
                <a:spcPct val="100000"/>
              </a:lnSpc>
              <a:spcBef>
                <a:spcPct val="0"/>
              </a:spcBef>
              <a:spcAft>
                <a:spcPts val="600"/>
              </a:spcAft>
              <a:buClrTx/>
              <a:buSzTx/>
              <a:buFontTx/>
              <a:buNone/>
              <a:tabLst/>
              <a:defRPr/>
            </a:pPr>
            <a:endParaRPr kumimoji="0" lang="en-GB" sz="1100" b="0" i="0" u="none" strike="noStrike" kern="1200" cap="none" spc="0" normalizeH="0" baseline="0" noProof="0">
              <a:ln>
                <a:noFill/>
              </a:ln>
              <a:solidFill>
                <a:srgbClr val="000000"/>
              </a:solidFill>
              <a:effectLst/>
              <a:uLnTx/>
              <a:uFillTx/>
              <a:latin typeface="Open Sans"/>
              <a:ea typeface="Open Sans" panose="020B0606030504020204" pitchFamily="34" charset="0"/>
              <a:cs typeface="Open Sans" panose="020B0606030504020204" pitchFamily="34" charset="0"/>
            </a:endParaRPr>
          </a:p>
        </p:txBody>
      </p:sp>
      <p:cxnSp>
        <p:nvCxnSpPr>
          <p:cNvPr id="26" name="Straight Connector 25">
            <a:extLst>
              <a:ext uri="{FF2B5EF4-FFF2-40B4-BE49-F238E27FC236}">
                <a16:creationId xmlns:a16="http://schemas.microsoft.com/office/drawing/2014/main" id="{157FA967-469C-8DDD-B43F-FB66273132B3}"/>
              </a:ext>
            </a:extLst>
          </p:cNvPr>
          <p:cNvCxnSpPr/>
          <p:nvPr/>
        </p:nvCxnSpPr>
        <p:spPr>
          <a:xfrm>
            <a:off x="3130166" y="1403037"/>
            <a:ext cx="0" cy="4800600"/>
          </a:xfrm>
          <a:prstGeom prst="line">
            <a:avLst/>
          </a:prstGeom>
          <a:ln w="12700" cap="rnd">
            <a:solidFill>
              <a:schemeClr val="accent1"/>
            </a:solidFill>
          </a:ln>
        </p:spPr>
        <p:style>
          <a:lnRef idx="1">
            <a:schemeClr val="accent1"/>
          </a:lnRef>
          <a:fillRef idx="0">
            <a:schemeClr val="accent1"/>
          </a:fillRef>
          <a:effectRef idx="0">
            <a:schemeClr val="accent1"/>
          </a:effectRef>
          <a:fontRef idx="minor">
            <a:schemeClr val="tx1"/>
          </a:fontRef>
        </p:style>
      </p:cxnSp>
      <p:sp>
        <p:nvSpPr>
          <p:cNvPr id="27" name="Text Placeholder 3">
            <a:extLst>
              <a:ext uri="{FF2B5EF4-FFF2-40B4-BE49-F238E27FC236}">
                <a16:creationId xmlns:a16="http://schemas.microsoft.com/office/drawing/2014/main" id="{87C7230F-23AA-52B0-AA01-A68B5DD51289}"/>
              </a:ext>
            </a:extLst>
          </p:cNvPr>
          <p:cNvSpPr txBox="1">
            <a:spLocks/>
          </p:cNvSpPr>
          <p:nvPr/>
        </p:nvSpPr>
        <p:spPr>
          <a:xfrm>
            <a:off x="617840" y="2294267"/>
            <a:ext cx="2376944" cy="2015936"/>
          </a:xfrm>
          <a:prstGeom prst="rect">
            <a:avLst/>
          </a:prstGeom>
        </p:spPr>
        <p:txBody>
          <a:bodyPr wrap="square" lIns="0" tIns="91440" rIns="0" bIns="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9525" marR="0" lvl="1" indent="-9525" algn="l" defTabSz="1217613" rtl="0" eaLnBrk="0" fontAlgn="base" latinLnBrk="0" hangingPunct="0">
              <a:lnSpc>
                <a:spcPct val="100000"/>
              </a:lnSpc>
              <a:spcBef>
                <a:spcPct val="0"/>
              </a:spcBef>
              <a:spcAft>
                <a:spcPts val="600"/>
              </a:spcAft>
              <a:buClrTx/>
              <a:buSzPct val="100000"/>
              <a:buFont typeface="Arial" panose="020B0604020202020204" pitchFamily="34" charset="0"/>
              <a:buNone/>
              <a:tabLst/>
              <a:defRPr/>
            </a:pPr>
            <a:r>
              <a:rPr kumimoji="0" lang="en-US" sz="1500" b="1" i="0" u="none" strike="noStrike" kern="1200" cap="none" spc="0" normalizeH="0" baseline="0" noProof="0">
                <a:ln>
                  <a:noFill/>
                </a:ln>
                <a:solidFill>
                  <a:schemeClr val="accent5"/>
                </a:solidFill>
                <a:effectLst/>
                <a:uLnTx/>
                <a:uFillTx/>
                <a:latin typeface="Open Sans"/>
                <a:ea typeface="Open Sans" panose="020B0606030504020204" pitchFamily="34" charset="0"/>
                <a:cs typeface="Open Sans" panose="020B0606030504020204" pitchFamily="34" charset="0"/>
              </a:rPr>
              <a:t>Industries*:</a:t>
            </a:r>
          </a:p>
          <a:p>
            <a:pPr marL="171450" marR="0" lvl="1" indent="-171450" algn="l" defTabSz="1217613" rtl="0" eaLnBrk="0" fontAlgn="base" latinLnBrk="0" hangingPunct="0">
              <a:lnSpc>
                <a:spcPct val="100000"/>
              </a:lnSpc>
              <a:spcBef>
                <a:spcPct val="0"/>
              </a:spcBef>
              <a:spcAft>
                <a:spcPts val="600"/>
              </a:spcAft>
              <a:buClrTx/>
              <a:buSzPct val="100000"/>
              <a:buFont typeface="Arial" panose="020B0604020202020204" pitchFamily="34" charset="0"/>
              <a:buChar char="•"/>
              <a:tabLst/>
              <a:defRPr/>
            </a:pPr>
            <a:r>
              <a:rPr kumimoji="0" lang="en-US" sz="1100" b="0" i="0" u="none" strike="noStrike" kern="1200" cap="none" spc="0" normalizeH="0" baseline="0" noProof="0">
                <a:ln>
                  <a:noFill/>
                </a:ln>
                <a:solidFill>
                  <a:prstClr val="black"/>
                </a:solidFill>
                <a:effectLst/>
                <a:uLnTx/>
                <a:uFillTx/>
                <a:latin typeface="Open Sans"/>
                <a:ea typeface="Open Sans" panose="020B0606030504020204" pitchFamily="34" charset="0"/>
                <a:cs typeface="Open Sans" panose="020B0606030504020204" pitchFamily="34" charset="0"/>
              </a:rPr>
              <a:t>Life Sciences and Healthcare</a:t>
            </a:r>
          </a:p>
          <a:p>
            <a:pPr marL="171450" marR="0" lvl="1" indent="-171450" algn="l" defTabSz="1217613" rtl="0" eaLnBrk="0" fontAlgn="base" latinLnBrk="0" hangingPunct="0">
              <a:lnSpc>
                <a:spcPct val="100000"/>
              </a:lnSpc>
              <a:spcBef>
                <a:spcPct val="0"/>
              </a:spcBef>
              <a:spcAft>
                <a:spcPts val="600"/>
              </a:spcAft>
              <a:buClrTx/>
              <a:buSzPct val="100000"/>
              <a:buFont typeface="Arial" panose="020B0604020202020204" pitchFamily="34" charset="0"/>
              <a:buChar char="•"/>
              <a:tabLst/>
              <a:defRPr/>
            </a:pPr>
            <a:r>
              <a:rPr kumimoji="0" lang="en-US" sz="1100" b="0" i="0" u="none" strike="noStrike" kern="1200" cap="none" spc="0" normalizeH="0" baseline="0" noProof="0">
                <a:ln>
                  <a:noFill/>
                </a:ln>
                <a:solidFill>
                  <a:prstClr val="black"/>
                </a:solidFill>
                <a:effectLst/>
                <a:uLnTx/>
                <a:uFillTx/>
                <a:latin typeface="Open Sans"/>
                <a:ea typeface="Open Sans" panose="020B0606030504020204" pitchFamily="34" charset="0"/>
                <a:cs typeface="Open Sans" panose="020B0606030504020204" pitchFamily="34" charset="0"/>
              </a:rPr>
              <a:t>Financial Services and Insurance</a:t>
            </a:r>
          </a:p>
          <a:p>
            <a:pPr marL="171450" marR="0" lvl="1" indent="-171450" algn="l" defTabSz="1217613" rtl="0" eaLnBrk="0" fontAlgn="base" latinLnBrk="0" hangingPunct="0">
              <a:lnSpc>
                <a:spcPct val="100000"/>
              </a:lnSpc>
              <a:spcBef>
                <a:spcPct val="0"/>
              </a:spcBef>
              <a:spcAft>
                <a:spcPts val="600"/>
              </a:spcAft>
              <a:buClrTx/>
              <a:buSzPct val="100000"/>
              <a:buFont typeface="Arial" panose="020B0604020202020204" pitchFamily="34" charset="0"/>
              <a:buChar char="•"/>
              <a:tabLst/>
              <a:defRPr/>
            </a:pPr>
            <a:r>
              <a:rPr kumimoji="0" lang="en-US" sz="1100" b="0" i="0" u="none" strike="noStrike" kern="1200" cap="none" spc="0" normalizeH="0" baseline="0" noProof="0">
                <a:ln>
                  <a:noFill/>
                </a:ln>
                <a:solidFill>
                  <a:prstClr val="black"/>
                </a:solidFill>
                <a:effectLst/>
                <a:uLnTx/>
                <a:uFillTx/>
                <a:latin typeface="Open Sans"/>
                <a:ea typeface="Open Sans" panose="020B0606030504020204" pitchFamily="34" charset="0"/>
                <a:cs typeface="Open Sans" panose="020B0606030504020204" pitchFamily="34" charset="0"/>
              </a:rPr>
              <a:t>Tech, Media, and Telecom</a:t>
            </a:r>
          </a:p>
          <a:p>
            <a:pPr marL="171450" marR="0" lvl="1" indent="-171450" algn="l" defTabSz="1217613" rtl="0" eaLnBrk="0" fontAlgn="base" latinLnBrk="0" hangingPunct="0">
              <a:lnSpc>
                <a:spcPct val="100000"/>
              </a:lnSpc>
              <a:spcBef>
                <a:spcPct val="0"/>
              </a:spcBef>
              <a:spcAft>
                <a:spcPts val="600"/>
              </a:spcAft>
              <a:buClrTx/>
              <a:buSzPct val="100000"/>
              <a:buFont typeface="Arial" panose="020B0604020202020204" pitchFamily="34" charset="0"/>
              <a:buChar char="•"/>
              <a:tabLst/>
              <a:defRPr/>
            </a:pPr>
            <a:r>
              <a:rPr kumimoji="0" lang="en-US" sz="1100" b="0" i="0" u="none" strike="noStrike" kern="1200" cap="none" spc="0" normalizeH="0" baseline="0" noProof="0">
                <a:ln>
                  <a:noFill/>
                </a:ln>
                <a:solidFill>
                  <a:prstClr val="black"/>
                </a:solidFill>
                <a:effectLst/>
                <a:uLnTx/>
                <a:uFillTx/>
                <a:latin typeface="Open Sans"/>
                <a:ea typeface="Open Sans" panose="020B0606030504020204" pitchFamily="34" charset="0"/>
                <a:cs typeface="Open Sans" panose="020B0606030504020204" pitchFamily="34" charset="0"/>
              </a:rPr>
              <a:t>Energy, Resources, and Industrials</a:t>
            </a:r>
          </a:p>
          <a:p>
            <a:pPr marL="171450" marR="0" lvl="1" indent="-171450" algn="l" defTabSz="1217613" rtl="0" eaLnBrk="0" fontAlgn="base" latinLnBrk="0" hangingPunct="0">
              <a:lnSpc>
                <a:spcPct val="100000"/>
              </a:lnSpc>
              <a:spcBef>
                <a:spcPct val="0"/>
              </a:spcBef>
              <a:spcAft>
                <a:spcPts val="600"/>
              </a:spcAft>
              <a:buClrTx/>
              <a:buSzPct val="100000"/>
              <a:buFont typeface="Arial" panose="020B0604020202020204" pitchFamily="34" charset="0"/>
              <a:buChar char="•"/>
              <a:tabLst/>
              <a:defRPr/>
            </a:pPr>
            <a:r>
              <a:rPr kumimoji="0" lang="en-US" sz="1100" b="0" i="0" u="none" strike="noStrike" kern="1200" cap="none" spc="0" normalizeH="0" baseline="0" noProof="0">
                <a:ln>
                  <a:noFill/>
                </a:ln>
                <a:solidFill>
                  <a:prstClr val="black"/>
                </a:solidFill>
                <a:effectLst/>
                <a:uLnTx/>
                <a:uFillTx/>
                <a:latin typeface="Open Sans"/>
                <a:ea typeface="Open Sans" panose="020B0606030504020204" pitchFamily="34" charset="0"/>
                <a:cs typeface="Open Sans" panose="020B0606030504020204" pitchFamily="34" charset="0"/>
              </a:rPr>
              <a:t>Consumer</a:t>
            </a:r>
          </a:p>
          <a:p>
            <a:pPr marL="0" marR="0" lvl="1" indent="0" algn="l" defTabSz="914400" rtl="0" eaLnBrk="1" fontAlgn="base" latinLnBrk="0" hangingPunct="1">
              <a:lnSpc>
                <a:spcPct val="100000"/>
              </a:lnSpc>
              <a:spcBef>
                <a:spcPct val="0"/>
              </a:spcBef>
              <a:spcAft>
                <a:spcPts val="1338"/>
              </a:spcAft>
              <a:buClrTx/>
              <a:buSzPct val="100000"/>
              <a:buFont typeface="Arial" panose="020B0604020202020204" pitchFamily="34" charset="0"/>
              <a:buNone/>
              <a:tabLst/>
              <a:defRPr/>
            </a:pPr>
            <a:endParaRPr kumimoji="0" lang="en-US" sz="1400" b="0" i="0" u="none" strike="noStrike" kern="1200" cap="none" spc="0" normalizeH="0" baseline="0" noProof="0">
              <a:ln>
                <a:noFill/>
              </a:ln>
              <a:solidFill>
                <a:srgbClr val="FF0000"/>
              </a:solidFill>
              <a:effectLst/>
              <a:uLnTx/>
              <a:uFillTx/>
              <a:latin typeface="Open Sans"/>
              <a:ea typeface="Open Sans" panose="020B0606030504020204" pitchFamily="34" charset="0"/>
              <a:cs typeface="Open Sans" panose="020B0606030504020204" pitchFamily="34" charset="0"/>
            </a:endParaRPr>
          </a:p>
        </p:txBody>
      </p:sp>
      <p:sp>
        <p:nvSpPr>
          <p:cNvPr id="33" name="Text Placeholder 3">
            <a:extLst>
              <a:ext uri="{FF2B5EF4-FFF2-40B4-BE49-F238E27FC236}">
                <a16:creationId xmlns:a16="http://schemas.microsoft.com/office/drawing/2014/main" id="{C147A7C6-0D93-8377-1945-2A49F8F5DEE4}"/>
              </a:ext>
            </a:extLst>
          </p:cNvPr>
          <p:cNvSpPr txBox="1">
            <a:spLocks/>
          </p:cNvSpPr>
          <p:nvPr/>
        </p:nvSpPr>
        <p:spPr>
          <a:xfrm>
            <a:off x="617840" y="4499652"/>
            <a:ext cx="2376944" cy="153888"/>
          </a:xfrm>
          <a:prstGeom prst="rect">
            <a:avLst/>
          </a:prstGeom>
        </p:spPr>
        <p:txBody>
          <a:bodyPr wrap="square" lIns="0" tIns="0" rIns="0" bIns="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9525" marR="0" lvl="1" indent="-9525" algn="l" defTabSz="1217613" rtl="0" eaLnBrk="0" fontAlgn="base" latinLnBrk="0" hangingPunct="0">
              <a:lnSpc>
                <a:spcPct val="100000"/>
              </a:lnSpc>
              <a:spcBef>
                <a:spcPts val="0"/>
              </a:spcBef>
              <a:spcAft>
                <a:spcPts val="0"/>
              </a:spcAft>
              <a:buClrTx/>
              <a:buSzPct val="100000"/>
              <a:buFont typeface="Arial" panose="020B0604020202020204" pitchFamily="34" charset="0"/>
              <a:buNone/>
              <a:tabLst/>
              <a:defRPr/>
            </a:pPr>
            <a:r>
              <a:rPr kumimoji="0" lang="en-GB" sz="1000" b="1" i="0" u="none" strike="noStrike" kern="1200" cap="none" spc="100" normalizeH="0" baseline="0" noProof="0">
                <a:ln>
                  <a:noFill/>
                </a:ln>
                <a:solidFill>
                  <a:schemeClr val="accent5"/>
                </a:solidFill>
                <a:effectLst/>
                <a:uLnTx/>
                <a:uFillTx/>
                <a:latin typeface="Open Sans"/>
                <a:ea typeface="Open Sans" panose="020B0606030504020204" pitchFamily="34" charset="0"/>
                <a:cs typeface="Open Sans" panose="020B0606030504020204" pitchFamily="34" charset="0"/>
              </a:rPr>
              <a:t>Model:</a:t>
            </a:r>
          </a:p>
        </p:txBody>
      </p:sp>
      <p:sp>
        <p:nvSpPr>
          <p:cNvPr id="39" name="Rectangle 38">
            <a:extLst>
              <a:ext uri="{FF2B5EF4-FFF2-40B4-BE49-F238E27FC236}">
                <a16:creationId xmlns:a16="http://schemas.microsoft.com/office/drawing/2014/main" id="{1C86D75F-0C59-9420-2697-B77B60CA8315}"/>
              </a:ext>
            </a:extLst>
          </p:cNvPr>
          <p:cNvSpPr/>
          <p:nvPr/>
        </p:nvSpPr>
        <p:spPr bwMode="gray">
          <a:xfrm>
            <a:off x="9189093" y="1555465"/>
            <a:ext cx="2627615" cy="4627864"/>
          </a:xfrm>
          <a:prstGeom prst="rect">
            <a:avLst/>
          </a:prstGeom>
          <a:solidFill>
            <a:srgbClr val="FFFFFF">
              <a:lumMod val="95000"/>
              <a:alpha val="50000"/>
            </a:srgbClr>
          </a:solidFill>
          <a:ln w="19050" algn="ctr">
            <a:noFill/>
            <a:miter lim="800000"/>
            <a:headEnd/>
            <a:tailEnd/>
          </a:ln>
        </p:spPr>
        <p:txBody>
          <a:bodyPr wrap="square" lIns="91440" tIns="91440" rIns="91440" bIns="9144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9525" marR="0" lvl="1" indent="-9525" algn="ctr" defTabSz="1217613" rtl="0" eaLnBrk="0" fontAlgn="base" latinLnBrk="0" hangingPunct="0">
              <a:lnSpc>
                <a:spcPct val="100000"/>
              </a:lnSpc>
              <a:spcBef>
                <a:spcPct val="0"/>
              </a:spcBef>
              <a:spcAft>
                <a:spcPts val="600"/>
              </a:spcAft>
              <a:buClrTx/>
              <a:buSzTx/>
              <a:buFontTx/>
              <a:buNone/>
              <a:tabLst/>
              <a:defRPr/>
            </a:pPr>
            <a:r>
              <a:rPr kumimoji="0" lang="en-GB" sz="1500" b="1" i="0" u="none" strike="noStrike" kern="1200" cap="none" spc="0" normalizeH="0" baseline="0" noProof="0">
                <a:ln>
                  <a:noFill/>
                </a:ln>
                <a:solidFill>
                  <a:schemeClr val="accent5"/>
                </a:solidFill>
                <a:effectLst/>
                <a:uLnTx/>
                <a:uFillTx/>
                <a:latin typeface="Open Sans"/>
                <a:ea typeface="Open Sans" panose="020B0606030504020204" pitchFamily="34" charset="0"/>
                <a:cs typeface="Open Sans" panose="020B0606030504020204" pitchFamily="34" charset="0"/>
              </a:rPr>
              <a:t>Potential Benefits</a:t>
            </a:r>
          </a:p>
          <a:p>
            <a:pPr marL="9525" marR="0" lvl="1" indent="-9525" algn="ctr" defTabSz="1217613" rtl="0" eaLnBrk="0" fontAlgn="base" latinLnBrk="0" hangingPunct="0">
              <a:lnSpc>
                <a:spcPct val="100000"/>
              </a:lnSpc>
              <a:spcBef>
                <a:spcPct val="0"/>
              </a:spcBef>
              <a:spcAft>
                <a:spcPts val="600"/>
              </a:spcAft>
              <a:buClrTx/>
              <a:buSzTx/>
              <a:buFontTx/>
              <a:buNone/>
              <a:tabLst/>
              <a:defRPr/>
            </a:pPr>
            <a:endParaRPr kumimoji="0" lang="en-GB" sz="700" b="1" i="0" u="none" strike="noStrike" kern="1200" cap="none" spc="0" normalizeH="0" baseline="0" noProof="0">
              <a:ln>
                <a:noFill/>
              </a:ln>
              <a:solidFill>
                <a:srgbClr val="86BC25"/>
              </a:solidFill>
              <a:effectLst/>
              <a:uLnTx/>
              <a:uFillTx/>
              <a:latin typeface="Open Sans"/>
              <a:ea typeface="Open Sans" panose="020B0606030504020204" pitchFamily="34" charset="0"/>
              <a:cs typeface="Open Sans" panose="020B0606030504020204" pitchFamily="34" charset="0"/>
            </a:endParaRPr>
          </a:p>
          <a:p>
            <a:pPr marL="171450" marR="0" lvl="0" indent="-171450" algn="l" defTabSz="914400" rtl="0" eaLnBrk="1" fontAlgn="auto" latinLnBrk="0" hangingPunct="1">
              <a:lnSpc>
                <a:spcPct val="100000"/>
              </a:lnSpc>
              <a:spcBef>
                <a:spcPts val="200"/>
              </a:spcBef>
              <a:spcAft>
                <a:spcPts val="0"/>
              </a:spcAft>
              <a:buClrTx/>
              <a:buSzPct val="100000"/>
              <a:buFont typeface="Arial" panose="020B0604020202020204" pitchFamily="34" charset="0"/>
              <a:buChar char="•"/>
              <a:tabLst/>
              <a:defRPr/>
            </a:pPr>
            <a:r>
              <a:rPr lang="en-US" sz="1100" b="1">
                <a:solidFill>
                  <a:srgbClr val="000000"/>
                </a:solidFill>
                <a:latin typeface="Open Sans"/>
                <a:ea typeface="Open Sans" panose="020B0606030504020204" pitchFamily="34" charset="0"/>
                <a:cs typeface="Open Sans" panose="020B0606030504020204" pitchFamily="34" charset="0"/>
              </a:rPr>
              <a:t>Improved efficiency </a:t>
            </a:r>
            <a:r>
              <a:rPr lang="en-US" sz="1100">
                <a:solidFill>
                  <a:srgbClr val="000000"/>
                </a:solidFill>
                <a:latin typeface="Open Sans"/>
                <a:ea typeface="Open Sans" panose="020B0606030504020204" pitchFamily="34" charset="0"/>
                <a:cs typeface="Open Sans" panose="020B0606030504020204" pitchFamily="34" charset="0"/>
              </a:rPr>
              <a:t>due to fewer FTEs required; faster results</a:t>
            </a:r>
            <a:endParaRPr kumimoji="0" lang="en-US" sz="1100" i="0" u="none" strike="noStrike" kern="1200" cap="none" spc="0" normalizeH="0" baseline="0" noProof="0">
              <a:ln>
                <a:noFill/>
              </a:ln>
              <a:solidFill>
                <a:srgbClr val="000000"/>
              </a:solidFill>
              <a:effectLst/>
              <a:uLnTx/>
              <a:uFillTx/>
              <a:latin typeface="Open Sans"/>
              <a:ea typeface="Open Sans" panose="020B0606030504020204" pitchFamily="34" charset="0"/>
              <a:cs typeface="Open Sans" panose="020B0606030504020204" pitchFamily="34" charset="0"/>
            </a:endParaRPr>
          </a:p>
          <a:p>
            <a:pPr marR="0" lvl="0" algn="l" defTabSz="914400" rtl="0" eaLnBrk="1" fontAlgn="auto" latinLnBrk="0" hangingPunct="1">
              <a:lnSpc>
                <a:spcPct val="100000"/>
              </a:lnSpc>
              <a:spcBef>
                <a:spcPts val="200"/>
              </a:spcBef>
              <a:spcAft>
                <a:spcPts val="0"/>
              </a:spcAft>
              <a:buClrTx/>
              <a:buSzPct val="100000"/>
              <a:tabLst/>
              <a:defRPr/>
            </a:pPr>
            <a:endParaRPr kumimoji="0" lang="en-US" sz="1100" b="1" i="0" u="none" strike="noStrike" kern="1200" cap="none" spc="0" normalizeH="0" baseline="0" noProof="0">
              <a:ln>
                <a:noFill/>
              </a:ln>
              <a:solidFill>
                <a:srgbClr val="000000"/>
              </a:solidFill>
              <a:effectLst/>
              <a:uLnTx/>
              <a:uFillTx/>
              <a:latin typeface="Open Sans"/>
              <a:ea typeface="Open Sans" panose="020B0606030504020204" pitchFamily="34" charset="0"/>
              <a:cs typeface="Open Sans" panose="020B0606030504020204" pitchFamily="34" charset="0"/>
            </a:endParaRPr>
          </a:p>
          <a:p>
            <a:pPr marL="171450" marR="0" lvl="0" indent="-171450" algn="l" defTabSz="914400" rtl="0" eaLnBrk="1" fontAlgn="auto" latinLnBrk="0" hangingPunct="1">
              <a:lnSpc>
                <a:spcPct val="100000"/>
              </a:lnSpc>
              <a:spcBef>
                <a:spcPts val="200"/>
              </a:spcBef>
              <a:spcAft>
                <a:spcPts val="0"/>
              </a:spcAft>
              <a:buClrTx/>
              <a:buSzPct val="100000"/>
              <a:buFont typeface="Arial" panose="020B0604020202020204" pitchFamily="34" charset="0"/>
              <a:buChar char="•"/>
              <a:tabLst/>
              <a:defRPr/>
            </a:pPr>
            <a:r>
              <a:rPr lang="en-US" sz="1100" b="1">
                <a:solidFill>
                  <a:srgbClr val="000000"/>
                </a:solidFill>
                <a:latin typeface="Open Sans"/>
                <a:ea typeface="Open Sans" panose="020B0606030504020204" pitchFamily="34" charset="0"/>
                <a:cs typeface="Open Sans" panose="020B0606030504020204" pitchFamily="34" charset="0"/>
              </a:rPr>
              <a:t>Deliver insight </a:t>
            </a:r>
            <a:r>
              <a:rPr lang="en-US" sz="1100">
                <a:solidFill>
                  <a:srgbClr val="000000"/>
                </a:solidFill>
                <a:latin typeface="Open Sans"/>
                <a:ea typeface="Open Sans" panose="020B0606030504020204" pitchFamily="34" charset="0"/>
                <a:cs typeface="Open Sans" panose="020B0606030504020204" pitchFamily="34" charset="0"/>
              </a:rPr>
              <a:t>by i</a:t>
            </a:r>
            <a:r>
              <a:rPr lang="en-US" sz="1100">
                <a:solidFill>
                  <a:schemeClr val="tx2">
                    <a:lumMod val="50000"/>
                  </a:schemeClr>
                </a:solidFill>
                <a:latin typeface="Open Sans"/>
                <a:ea typeface="Open Sans"/>
                <a:cs typeface="Open Sans"/>
              </a:rPr>
              <a:t>teratively interacting with a GenAI model to quickly describe, evaluate and modify scenarios with real data</a:t>
            </a:r>
          </a:p>
          <a:p>
            <a:pPr marL="171450" indent="-171450">
              <a:buFont typeface="Arial" panose="020B0604020202020204" pitchFamily="34" charset="0"/>
              <a:buChar char="•"/>
            </a:pPr>
            <a:endParaRPr lang="en-US" sz="1100">
              <a:solidFill>
                <a:schemeClr val="tx2">
                  <a:lumMod val="50000"/>
                </a:schemeClr>
              </a:solidFill>
              <a:latin typeface="Open Sans"/>
              <a:ea typeface="Open Sans"/>
              <a:cs typeface="Open Sans"/>
            </a:endParaRPr>
          </a:p>
          <a:p>
            <a:pPr marL="171450" indent="-171450">
              <a:buFont typeface="Arial" panose="020B0604020202020204" pitchFamily="34" charset="0"/>
              <a:buChar char="•"/>
            </a:pPr>
            <a:r>
              <a:rPr kumimoji="0" lang="en-US" sz="1100" b="1" i="0" u="none" strike="noStrike" kern="1200" cap="none" spc="0" normalizeH="0" baseline="0" noProof="0">
                <a:ln>
                  <a:noFill/>
                </a:ln>
                <a:solidFill>
                  <a:srgbClr val="000000"/>
                </a:solidFill>
                <a:effectLst/>
                <a:uLnTx/>
                <a:uFillTx/>
                <a:latin typeface="Open Sans"/>
                <a:ea typeface="Open Sans" panose="020B0606030504020204" pitchFamily="34" charset="0"/>
                <a:cs typeface="Open Sans" panose="020B0606030504020204" pitchFamily="34" charset="0"/>
              </a:rPr>
              <a:t>Drive transparency</a:t>
            </a:r>
            <a:r>
              <a:rPr kumimoji="0" lang="en-US" sz="1100" b="0" i="0" u="none" strike="noStrike" kern="1200" cap="none" spc="0" normalizeH="0" baseline="0" noProof="0">
                <a:ln>
                  <a:noFill/>
                </a:ln>
                <a:solidFill>
                  <a:srgbClr val="000000"/>
                </a:solidFill>
                <a:effectLst/>
                <a:uLnTx/>
                <a:uFillTx/>
                <a:latin typeface="Open Sans"/>
                <a:ea typeface="Open Sans" panose="020B0606030504020204" pitchFamily="34" charset="0"/>
                <a:cs typeface="Open Sans" panose="020B0606030504020204" pitchFamily="34" charset="0"/>
              </a:rPr>
              <a:t> by </a:t>
            </a:r>
            <a:r>
              <a:rPr lang="en-US" sz="1100">
                <a:solidFill>
                  <a:schemeClr val="tx2">
                    <a:lumMod val="50000"/>
                  </a:schemeClr>
                </a:solidFill>
                <a:latin typeface="Open Sans"/>
                <a:ea typeface="Open Sans"/>
                <a:cs typeface="Open Sans"/>
              </a:rPr>
              <a:t>Identifying/understanding various assumptions and outcomes of scenarios</a:t>
            </a:r>
          </a:p>
          <a:p>
            <a:pPr marL="171450" indent="-171450">
              <a:buFont typeface="Arial" panose="020B0604020202020204" pitchFamily="34" charset="0"/>
              <a:buChar char="•"/>
            </a:pPr>
            <a:endParaRPr lang="en-US" sz="1100">
              <a:solidFill>
                <a:schemeClr val="tx2">
                  <a:lumMod val="50000"/>
                </a:schemeClr>
              </a:solidFill>
              <a:latin typeface="Open Sans"/>
              <a:ea typeface="Open Sans"/>
              <a:cs typeface="Open Sans"/>
            </a:endParaRPr>
          </a:p>
          <a:p>
            <a:pPr marL="171450" indent="-171450">
              <a:buFont typeface="Arial" panose="020B0604020202020204" pitchFamily="34" charset="0"/>
              <a:buChar char="•"/>
            </a:pPr>
            <a:r>
              <a:rPr lang="en-US" sz="1100" b="1">
                <a:latin typeface="Open Sans"/>
                <a:ea typeface="Open Sans"/>
                <a:cs typeface="Open Sans"/>
              </a:rPr>
              <a:t>Use common-language </a:t>
            </a:r>
            <a:r>
              <a:rPr lang="en-US" sz="1100">
                <a:solidFill>
                  <a:schemeClr val="tx2">
                    <a:lumMod val="50000"/>
                  </a:schemeClr>
                </a:solidFill>
                <a:latin typeface="Open Sans"/>
                <a:ea typeface="Open Sans"/>
                <a:cs typeface="Open Sans"/>
              </a:rPr>
              <a:t>to automatically generate financial drivers that feed financial models </a:t>
            </a:r>
          </a:p>
          <a:p>
            <a:pPr marL="171450" marR="0" lvl="0" indent="-171450" algn="l" defTabSz="914400" rtl="0" eaLnBrk="1" fontAlgn="auto" latinLnBrk="0" hangingPunct="1">
              <a:lnSpc>
                <a:spcPct val="100000"/>
              </a:lnSpc>
              <a:spcBef>
                <a:spcPts val="200"/>
              </a:spcBef>
              <a:spcAft>
                <a:spcPts val="0"/>
              </a:spcAft>
              <a:buClrTx/>
              <a:buSzPct val="100000"/>
              <a:buFont typeface="Arial" panose="020B0604020202020204" pitchFamily="34" charset="0"/>
              <a:buChar char="•"/>
              <a:tabLst/>
              <a:defRPr/>
            </a:pPr>
            <a:endParaRPr kumimoji="0" lang="en-US" sz="1100" b="1" i="0" u="none" strike="noStrike" kern="1200" cap="none" spc="0" normalizeH="0" baseline="0" noProof="0">
              <a:ln>
                <a:noFill/>
              </a:ln>
              <a:solidFill>
                <a:prstClr val="black"/>
              </a:solidFill>
              <a:effectLst/>
              <a:uLnTx/>
              <a:uFillTx/>
              <a:latin typeface="Open Sans"/>
              <a:ea typeface="+mn-ea"/>
              <a:cs typeface="+mn-cs"/>
            </a:endParaRPr>
          </a:p>
          <a:p>
            <a:pPr marL="171450" marR="0" lvl="0" indent="-171450" algn="l" defTabSz="914400" rtl="0" eaLnBrk="1" fontAlgn="auto" latinLnBrk="0" hangingPunct="1">
              <a:lnSpc>
                <a:spcPct val="100000"/>
              </a:lnSpc>
              <a:spcBef>
                <a:spcPts val="0"/>
              </a:spcBef>
              <a:spcAft>
                <a:spcPts val="600"/>
              </a:spcAft>
              <a:buClrTx/>
              <a:buSzPct val="100000"/>
              <a:buFont typeface="Arial" panose="020B0604020202020204" pitchFamily="34" charset="0"/>
              <a:buChar char="•"/>
              <a:tabLst/>
              <a:defRPr/>
            </a:pPr>
            <a:endParaRPr kumimoji="0" lang="en-US" sz="1100" b="0" i="0" u="none" strike="noStrike" kern="1200" cap="none" spc="0" normalizeH="0" baseline="0" noProof="0">
              <a:ln>
                <a:noFill/>
              </a:ln>
              <a:solidFill>
                <a:prstClr val="black"/>
              </a:solidFill>
              <a:effectLst/>
              <a:uLnTx/>
              <a:uFillTx/>
              <a:latin typeface="Open Sans"/>
              <a:ea typeface="+mn-ea"/>
              <a:cs typeface="+mn-cs"/>
            </a:endParaRPr>
          </a:p>
          <a:p>
            <a:pPr marL="171450" marR="0" lvl="0" indent="-171450" algn="l" defTabSz="914400" rtl="0" eaLnBrk="1" fontAlgn="auto" latinLnBrk="0" hangingPunct="1">
              <a:lnSpc>
                <a:spcPct val="100000"/>
              </a:lnSpc>
              <a:spcBef>
                <a:spcPts val="200"/>
              </a:spcBef>
              <a:spcAft>
                <a:spcPts val="0"/>
              </a:spcAft>
              <a:buClrTx/>
              <a:buSzPct val="100000"/>
              <a:buFont typeface="Arial" panose="020B0604020202020204" pitchFamily="34" charset="0"/>
              <a:buChar char="•"/>
              <a:tabLst/>
              <a:defRPr/>
            </a:pPr>
            <a:endParaRPr kumimoji="0" lang="en-US" sz="1100" b="1" i="0" u="none" strike="noStrike" kern="1200" cap="none" spc="0" normalizeH="0" baseline="0" noProof="0">
              <a:ln>
                <a:noFill/>
              </a:ln>
              <a:solidFill>
                <a:prstClr val="black"/>
              </a:solidFill>
              <a:effectLst/>
              <a:uLnTx/>
              <a:uFillTx/>
              <a:latin typeface="Open Sans"/>
              <a:ea typeface="+mn-ea"/>
              <a:cs typeface="+mn-cs"/>
            </a:endParaRPr>
          </a:p>
        </p:txBody>
      </p:sp>
      <p:sp>
        <p:nvSpPr>
          <p:cNvPr id="40" name="Rectangle 39">
            <a:extLst>
              <a:ext uri="{FF2B5EF4-FFF2-40B4-BE49-F238E27FC236}">
                <a16:creationId xmlns:a16="http://schemas.microsoft.com/office/drawing/2014/main" id="{7EDA44DE-FD51-187A-4B6E-D40347BC7A31}"/>
              </a:ext>
            </a:extLst>
          </p:cNvPr>
          <p:cNvSpPr/>
          <p:nvPr/>
        </p:nvSpPr>
        <p:spPr bwMode="gray">
          <a:xfrm>
            <a:off x="3313978" y="2933291"/>
            <a:ext cx="2718522" cy="3250038"/>
          </a:xfrm>
          <a:prstGeom prst="rect">
            <a:avLst/>
          </a:prstGeom>
          <a:solidFill>
            <a:srgbClr val="FFFFFF">
              <a:lumMod val="95000"/>
              <a:alpha val="50000"/>
            </a:srgbClr>
          </a:solidFill>
          <a:ln w="19050" algn="ctr">
            <a:noFill/>
            <a:miter lim="800000"/>
            <a:headEnd/>
            <a:tailEnd/>
          </a:ln>
        </p:spPr>
        <p:txBody>
          <a:bodyPr wrap="square" lIns="91440" tIns="91440" rIns="91440" bIns="91440" rtlCol="0" anchor="t">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9525" marR="0" lvl="1" indent="-9525" algn="l" defTabSz="1217613" rtl="0" eaLnBrk="0" fontAlgn="base" latinLnBrk="0" hangingPunct="0">
              <a:lnSpc>
                <a:spcPct val="100000"/>
              </a:lnSpc>
              <a:spcBef>
                <a:spcPct val="0"/>
              </a:spcBef>
              <a:spcAft>
                <a:spcPts val="600"/>
              </a:spcAft>
              <a:buClrTx/>
              <a:buSzTx/>
              <a:buFontTx/>
              <a:buNone/>
              <a:tabLst/>
              <a:defRPr/>
            </a:pPr>
            <a:r>
              <a:rPr kumimoji="0" lang="en-GB" sz="1500" b="1" i="0" u="none" strike="noStrike" kern="1200" cap="none" spc="0" normalizeH="0" baseline="0" noProof="0">
                <a:ln>
                  <a:noFill/>
                </a:ln>
                <a:solidFill>
                  <a:schemeClr val="accent5"/>
                </a:solidFill>
                <a:effectLst/>
                <a:uLnTx/>
                <a:uFillTx/>
                <a:latin typeface="Open Sans"/>
                <a:ea typeface="Open Sans"/>
                <a:cs typeface="Open Sans"/>
              </a:rPr>
              <a:t>Business Objectives</a:t>
            </a:r>
            <a:endParaRPr kumimoji="0" lang="en-US" sz="1500" b="0" i="0" u="none" strike="noStrike" kern="1200" cap="none" spc="0" normalizeH="0" baseline="0" noProof="0">
              <a:ln>
                <a:noFill/>
              </a:ln>
              <a:solidFill>
                <a:schemeClr val="accent5"/>
              </a:solidFill>
              <a:effectLst/>
              <a:uLnTx/>
              <a:uFillTx/>
              <a:latin typeface="Open Sans"/>
              <a:ea typeface="Open Sans"/>
              <a:cs typeface="Open Sans"/>
            </a:endParaRPr>
          </a:p>
          <a:p>
            <a:pPr marL="171450" marR="0" lvl="1" indent="-171450" algn="l" defTabSz="1217613" rtl="0" eaLnBrk="0" fontAlgn="base" latinLnBrk="0" hangingPunct="0">
              <a:lnSpc>
                <a:spcPct val="100000"/>
              </a:lnSpc>
              <a:spcBef>
                <a:spcPct val="0"/>
              </a:spcBef>
              <a:spcAft>
                <a:spcPts val="600"/>
              </a:spcAft>
              <a:buClrTx/>
              <a:buSzTx/>
              <a:buFont typeface="Arial" panose="020B0604020202020204" pitchFamily="34" charset="0"/>
              <a:buChar char="•"/>
              <a:tabLst/>
              <a:defRPr/>
            </a:pPr>
            <a:endParaRPr kumimoji="0" lang="en-US" sz="100" b="0" i="0" u="none" strike="noStrike" kern="1200" cap="none" spc="0" normalizeH="0" baseline="0" noProof="0">
              <a:ln>
                <a:noFill/>
              </a:ln>
              <a:solidFill>
                <a:srgbClr val="000000"/>
              </a:solidFill>
              <a:effectLst/>
              <a:uLnTx/>
              <a:uFillTx/>
              <a:latin typeface="Open Sans"/>
              <a:ea typeface="Open Sans" panose="020B0606030504020204" pitchFamily="34" charset="0"/>
              <a:cs typeface="Open Sans" panose="020B0606030504020204" pitchFamily="34" charset="0"/>
            </a:endParaRPr>
          </a:p>
          <a:p>
            <a:pPr marL="171450" marR="0" lvl="1" indent="-171450" algn="l" defTabSz="1217613" rtl="0" eaLnBrk="0" fontAlgn="base" latinLnBrk="0" hangingPunct="0">
              <a:lnSpc>
                <a:spcPct val="100000"/>
              </a:lnSpc>
              <a:spcBef>
                <a:spcPct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000000"/>
                </a:solidFill>
                <a:effectLst/>
                <a:uLnTx/>
                <a:uFillTx/>
                <a:latin typeface="Open Sans"/>
                <a:ea typeface="Open Sans"/>
                <a:cs typeface="Open Sans"/>
              </a:rPr>
              <a:t>Quickly generate financial forecasts based on real time business scenarios</a:t>
            </a:r>
            <a:endParaRPr lang="en-US" sz="1100" b="0" i="0" u="none" strike="noStrike" kern="1200" cap="none" spc="0" normalizeH="0" baseline="0" noProof="0">
              <a:ln>
                <a:noFill/>
              </a:ln>
              <a:solidFill>
                <a:srgbClr val="000000"/>
              </a:solidFill>
              <a:effectLst/>
              <a:uLnTx/>
              <a:uFillTx/>
              <a:latin typeface="Open Sans"/>
              <a:ea typeface="Open Sans"/>
              <a:cs typeface="Open Sans"/>
            </a:endParaRPr>
          </a:p>
          <a:p>
            <a:pPr marL="171450" marR="0" lvl="1" indent="-171450" algn="l" defTabSz="1217613" rtl="0" eaLnBrk="0" fontAlgn="base" latinLnBrk="0" hangingPunct="0">
              <a:lnSpc>
                <a:spcPct val="100000"/>
              </a:lnSpc>
              <a:spcBef>
                <a:spcPct val="0"/>
              </a:spcBef>
              <a:spcAft>
                <a:spcPts val="600"/>
              </a:spcAft>
              <a:buClrTx/>
              <a:buSzTx/>
              <a:buFont typeface="Arial" panose="020B0604020202020204" pitchFamily="34" charset="0"/>
              <a:buChar char="•"/>
              <a:tabLst/>
              <a:defRPr/>
            </a:pPr>
            <a:r>
              <a:rPr lang="en-US" sz="1100">
                <a:solidFill>
                  <a:srgbClr val="000000"/>
                </a:solidFill>
                <a:latin typeface="Open Sans"/>
                <a:ea typeface="Open Sans"/>
                <a:cs typeface="Open Sans"/>
              </a:rPr>
              <a:t>Increase the speed of delivery for FP&amp;A modeling</a:t>
            </a:r>
          </a:p>
          <a:p>
            <a:pPr marL="171450" marR="0" lvl="1" indent="-171450" algn="l" defTabSz="1217613" rtl="0" eaLnBrk="0" fontAlgn="base" latinLnBrk="0" hangingPunct="0">
              <a:lnSpc>
                <a:spcPct val="100000"/>
              </a:lnSpc>
              <a:spcBef>
                <a:spcPct val="0"/>
              </a:spcBef>
              <a:spcAft>
                <a:spcPts val="600"/>
              </a:spcAft>
              <a:buClrTx/>
              <a:buSzTx/>
              <a:buFont typeface="Arial" panose="020B0604020202020204" pitchFamily="34" charset="0"/>
              <a:buChar char="•"/>
              <a:tabLst/>
              <a:defRPr/>
            </a:pPr>
            <a:r>
              <a:rPr lang="en-US" sz="1100">
                <a:solidFill>
                  <a:srgbClr val="000000"/>
                </a:solidFill>
                <a:latin typeface="Open Sans"/>
                <a:ea typeface="Open Sans"/>
                <a:cs typeface="Open Sans"/>
              </a:rPr>
              <a:t>Utilize the current forecasting toolset to create scenarios that match plan/budget</a:t>
            </a:r>
          </a:p>
          <a:p>
            <a:pPr marL="171450" lvl="1" indent="-171450" defTabSz="1217613" eaLnBrk="0" fontAlgn="base" hangingPunct="0">
              <a:spcBef>
                <a:spcPct val="0"/>
              </a:spcBef>
              <a:spcAft>
                <a:spcPts val="600"/>
              </a:spcAft>
              <a:buFont typeface="Arial" panose="020B0604020202020204" pitchFamily="34" charset="0"/>
              <a:buChar char="•"/>
              <a:defRPr/>
            </a:pPr>
            <a:r>
              <a:rPr lang="en-US" sz="1100">
                <a:solidFill>
                  <a:srgbClr val="000000"/>
                </a:solidFill>
                <a:latin typeface="Open Sans"/>
                <a:ea typeface="Open Sans"/>
                <a:cs typeface="Open Sans"/>
              </a:rPr>
              <a:t>Generation of real-time suggested actions based on the sync of daily financial and operational data</a:t>
            </a:r>
          </a:p>
          <a:p>
            <a:pPr marL="171450" marR="0" lvl="1" indent="-171450" algn="l" defTabSz="1217613" rtl="0" eaLnBrk="0" fontAlgn="base" latinLnBrk="0" hangingPunct="0">
              <a:lnSpc>
                <a:spcPct val="100000"/>
              </a:lnSpc>
              <a:spcBef>
                <a:spcPct val="0"/>
              </a:spcBef>
              <a:spcAft>
                <a:spcPts val="600"/>
              </a:spcAft>
              <a:buClrTx/>
              <a:buSzTx/>
              <a:buFont typeface="Arial" panose="020B0604020202020204" pitchFamily="34" charset="0"/>
              <a:buChar char="•"/>
              <a:tabLst/>
              <a:defRPr/>
            </a:pPr>
            <a:endParaRPr lang="en-US" sz="1100">
              <a:solidFill>
                <a:srgbClr val="000000"/>
              </a:solidFill>
              <a:latin typeface="Open Sans"/>
              <a:ea typeface="Open Sans" panose="020B0606030504020204" pitchFamily="34" charset="0"/>
              <a:cs typeface="Open Sans" panose="020B0606030504020204" pitchFamily="34" charset="0"/>
            </a:endParaRPr>
          </a:p>
          <a:p>
            <a:pPr marL="171450" marR="0" lvl="1" indent="-171450" algn="l" defTabSz="1217613" rtl="0" eaLnBrk="0" fontAlgn="base" latinLnBrk="0" hangingPunct="0">
              <a:lnSpc>
                <a:spcPct val="100000"/>
              </a:lnSpc>
              <a:spcBef>
                <a:spcPct val="0"/>
              </a:spcBef>
              <a:spcAft>
                <a:spcPts val="600"/>
              </a:spcAft>
              <a:buClrTx/>
              <a:buSzTx/>
              <a:buFont typeface="Arial" panose="020B0604020202020204" pitchFamily="34" charset="0"/>
              <a:buChar char="•"/>
              <a:tabLst/>
              <a:defRPr/>
            </a:pPr>
            <a:endParaRPr lang="en-US" sz="1100">
              <a:solidFill>
                <a:srgbClr val="000000"/>
              </a:solidFill>
              <a:latin typeface="Open Sans"/>
              <a:ea typeface="Open Sans" panose="020B0606030504020204" pitchFamily="34" charset="0"/>
              <a:cs typeface="Open Sans" panose="020B0606030504020204" pitchFamily="34" charset="0"/>
            </a:endParaRPr>
          </a:p>
          <a:p>
            <a:pPr marL="171450" marR="0" lvl="1" indent="-171450" algn="l" defTabSz="1217613" rtl="0" eaLnBrk="0" fontAlgn="base" latinLnBrk="0" hangingPunct="0">
              <a:lnSpc>
                <a:spcPct val="100000"/>
              </a:lnSpc>
              <a:spcBef>
                <a:spcPct val="0"/>
              </a:spcBef>
              <a:spcAft>
                <a:spcPts val="600"/>
              </a:spcAft>
              <a:buClrTx/>
              <a:buSzTx/>
              <a:buFont typeface="Arial" panose="020B0604020202020204" pitchFamily="34" charset="0"/>
              <a:buChar char="•"/>
              <a:tabLst/>
              <a:defRPr/>
            </a:pPr>
            <a:endParaRPr kumimoji="0" lang="en-US" sz="1100" b="0" i="0" u="none" strike="noStrike" kern="1200" cap="none" spc="0" normalizeH="0" baseline="0" noProof="0">
              <a:ln>
                <a:noFill/>
              </a:ln>
              <a:solidFill>
                <a:srgbClr val="000000"/>
              </a:solidFill>
              <a:effectLst/>
              <a:uLnTx/>
              <a:uFillTx/>
              <a:latin typeface="Open Sans"/>
              <a:ea typeface="Open Sans" panose="020B0606030504020204" pitchFamily="34" charset="0"/>
              <a:cs typeface="Open Sans" panose="020B0606030504020204" pitchFamily="34" charset="0"/>
            </a:endParaRPr>
          </a:p>
          <a:p>
            <a:pPr marL="171450" marR="0" lvl="1" indent="-171450" algn="l" defTabSz="1217613" rtl="0" eaLnBrk="0" fontAlgn="base" latinLnBrk="0" hangingPunct="0">
              <a:lnSpc>
                <a:spcPct val="100000"/>
              </a:lnSpc>
              <a:spcBef>
                <a:spcPct val="0"/>
              </a:spcBef>
              <a:spcAft>
                <a:spcPts val="600"/>
              </a:spcAft>
              <a:buClrTx/>
              <a:buSzTx/>
              <a:buFont typeface="Arial" panose="020B0604020202020204" pitchFamily="34" charset="0"/>
              <a:buChar char="•"/>
              <a:tabLst/>
              <a:defRPr/>
            </a:pPr>
            <a:endParaRPr kumimoji="0" lang="en-US" sz="1100" b="0" i="0" u="none" strike="noStrike" kern="1200" cap="none" spc="0" normalizeH="0" baseline="0" noProof="0">
              <a:ln>
                <a:noFill/>
              </a:ln>
              <a:solidFill>
                <a:srgbClr val="000000"/>
              </a:solidFill>
              <a:effectLst/>
              <a:uLnTx/>
              <a:uFillTx/>
              <a:latin typeface="Open Sans"/>
              <a:ea typeface="Open Sans" panose="020B0606030504020204" pitchFamily="34" charset="0"/>
              <a:cs typeface="Open Sans" panose="020B0606030504020204" pitchFamily="34" charset="0"/>
            </a:endParaRPr>
          </a:p>
          <a:p>
            <a:pPr marL="171450" marR="0" lvl="1" indent="-171450" algn="l" defTabSz="1217613" rtl="0" eaLnBrk="0" fontAlgn="base" latinLnBrk="0" hangingPunct="0">
              <a:lnSpc>
                <a:spcPct val="100000"/>
              </a:lnSpc>
              <a:spcBef>
                <a:spcPct val="0"/>
              </a:spcBef>
              <a:spcAft>
                <a:spcPts val="600"/>
              </a:spcAft>
              <a:buClrTx/>
              <a:buSzTx/>
              <a:buFont typeface="Arial" panose="020B0604020202020204" pitchFamily="34" charset="0"/>
              <a:buChar char="•"/>
              <a:tabLst/>
              <a:defRPr/>
            </a:pPr>
            <a:endParaRPr kumimoji="0" lang="en-US" sz="1100" b="0" i="0" u="none" strike="noStrike" kern="1200" cap="none" spc="0" normalizeH="0" baseline="0" noProof="0">
              <a:ln>
                <a:noFill/>
              </a:ln>
              <a:solidFill>
                <a:srgbClr val="000000"/>
              </a:solidFill>
              <a:effectLst/>
              <a:uLnTx/>
              <a:uFillTx/>
              <a:latin typeface="Open Sans"/>
              <a:ea typeface="Open Sans" panose="020B0606030504020204" pitchFamily="34" charset="0"/>
              <a:cs typeface="Open Sans" panose="020B0606030504020204" pitchFamily="34" charset="0"/>
            </a:endParaRPr>
          </a:p>
          <a:p>
            <a:pPr marL="171450" marR="0" lvl="1" indent="-171450" algn="l" defTabSz="1217613" rtl="0" eaLnBrk="0" fontAlgn="base" latinLnBrk="0" hangingPunct="0">
              <a:lnSpc>
                <a:spcPct val="100000"/>
              </a:lnSpc>
              <a:spcBef>
                <a:spcPct val="0"/>
              </a:spcBef>
              <a:spcAft>
                <a:spcPts val="600"/>
              </a:spcAft>
              <a:buClrTx/>
              <a:buSzTx/>
              <a:buFont typeface="Arial" panose="020B0604020202020204" pitchFamily="34" charset="0"/>
              <a:buChar char="•"/>
              <a:tabLst/>
              <a:defRPr/>
            </a:pPr>
            <a:endParaRPr kumimoji="0" lang="en-US" sz="1100" b="0" i="0" u="none" strike="noStrike" kern="1200" cap="none" spc="0" normalizeH="0" baseline="0" noProof="0">
              <a:ln>
                <a:noFill/>
              </a:ln>
              <a:solidFill>
                <a:srgbClr val="000000"/>
              </a:solidFill>
              <a:effectLst/>
              <a:uLnTx/>
              <a:uFillTx/>
              <a:latin typeface="Open Sans"/>
              <a:ea typeface="Open Sans" panose="020B0606030504020204" pitchFamily="34" charset="0"/>
              <a:cs typeface="Open Sans" panose="020B0606030504020204" pitchFamily="34" charset="0"/>
            </a:endParaRPr>
          </a:p>
        </p:txBody>
      </p:sp>
      <p:grpSp>
        <p:nvGrpSpPr>
          <p:cNvPr id="42" name="Graphic 4">
            <a:extLst>
              <a:ext uri="{FF2B5EF4-FFF2-40B4-BE49-F238E27FC236}">
                <a16:creationId xmlns:a16="http://schemas.microsoft.com/office/drawing/2014/main" id="{4CAB4716-20C8-D243-23FE-BB7E4568BA11}"/>
              </a:ext>
            </a:extLst>
          </p:cNvPr>
          <p:cNvGrpSpPr/>
          <p:nvPr/>
        </p:nvGrpSpPr>
        <p:grpSpPr>
          <a:xfrm>
            <a:off x="8560839" y="2944275"/>
            <a:ext cx="362313" cy="361971"/>
            <a:chOff x="2559808" y="1402723"/>
            <a:chExt cx="362313" cy="361971"/>
          </a:xfrm>
          <a:solidFill>
            <a:schemeClr val="accent6"/>
          </a:solidFill>
        </p:grpSpPr>
        <p:sp>
          <p:nvSpPr>
            <p:cNvPr id="43" name="Graphic 4">
              <a:extLst>
                <a:ext uri="{FF2B5EF4-FFF2-40B4-BE49-F238E27FC236}">
                  <a16:creationId xmlns:a16="http://schemas.microsoft.com/office/drawing/2014/main" id="{5352848D-9286-86F8-2961-34F5BE978700}"/>
                </a:ext>
              </a:extLst>
            </p:cNvPr>
            <p:cNvSpPr/>
            <p:nvPr/>
          </p:nvSpPr>
          <p:spPr>
            <a:xfrm>
              <a:off x="2559808" y="1402723"/>
              <a:ext cx="362313" cy="361971"/>
            </a:xfrm>
            <a:custGeom>
              <a:avLst/>
              <a:gdLst>
                <a:gd name="connsiteX0" fmla="*/ 181474 w 362313"/>
                <a:gd name="connsiteY0" fmla="*/ 0 h 361971"/>
                <a:gd name="connsiteX1" fmla="*/ 0 w 362313"/>
                <a:gd name="connsiteY1" fmla="*/ 180667 h 361971"/>
                <a:gd name="connsiteX2" fmla="*/ 180835 w 362313"/>
                <a:gd name="connsiteY2" fmla="*/ 361972 h 361971"/>
                <a:gd name="connsiteX3" fmla="*/ 362309 w 362313"/>
                <a:gd name="connsiteY3" fmla="*/ 181305 h 361971"/>
                <a:gd name="connsiteX4" fmla="*/ 362309 w 362313"/>
                <a:gd name="connsiteY4" fmla="*/ 181305 h 361971"/>
                <a:gd name="connsiteX5" fmla="*/ 181474 w 362313"/>
                <a:gd name="connsiteY5" fmla="*/ 0 h 361971"/>
                <a:gd name="connsiteX6" fmla="*/ 181474 w 362313"/>
                <a:gd name="connsiteY6" fmla="*/ 348565 h 361971"/>
                <a:gd name="connsiteX7" fmla="*/ 12780 w 362313"/>
                <a:gd name="connsiteY7" fmla="*/ 180667 h 361971"/>
                <a:gd name="connsiteX8" fmla="*/ 181474 w 362313"/>
                <a:gd name="connsiteY8" fmla="*/ 12130 h 361971"/>
                <a:gd name="connsiteX9" fmla="*/ 350168 w 362313"/>
                <a:gd name="connsiteY9" fmla="*/ 180028 h 361971"/>
                <a:gd name="connsiteX10" fmla="*/ 350168 w 362313"/>
                <a:gd name="connsiteY10" fmla="*/ 180028 h 361971"/>
                <a:gd name="connsiteX11" fmla="*/ 181474 w 362313"/>
                <a:gd name="connsiteY11" fmla="*/ 348565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62313" h="361971">
                  <a:moveTo>
                    <a:pt x="181474" y="0"/>
                  </a:moveTo>
                  <a:cubicBezTo>
                    <a:pt x="81152" y="0"/>
                    <a:pt x="0" y="81077"/>
                    <a:pt x="0" y="180667"/>
                  </a:cubicBezTo>
                  <a:cubicBezTo>
                    <a:pt x="0" y="280895"/>
                    <a:pt x="81152" y="361972"/>
                    <a:pt x="180835" y="361972"/>
                  </a:cubicBezTo>
                  <a:cubicBezTo>
                    <a:pt x="281157" y="361972"/>
                    <a:pt x="362309" y="280895"/>
                    <a:pt x="362309" y="181305"/>
                  </a:cubicBezTo>
                  <a:cubicBezTo>
                    <a:pt x="362309" y="181305"/>
                    <a:pt x="362309" y="181305"/>
                    <a:pt x="362309" y="181305"/>
                  </a:cubicBezTo>
                  <a:cubicBezTo>
                    <a:pt x="362948" y="80438"/>
                    <a:pt x="281796" y="0"/>
                    <a:pt x="181474" y="0"/>
                  </a:cubicBezTo>
                  <a:close/>
                  <a:moveTo>
                    <a:pt x="181474" y="348565"/>
                  </a:moveTo>
                  <a:cubicBezTo>
                    <a:pt x="88181" y="348565"/>
                    <a:pt x="12780" y="273234"/>
                    <a:pt x="12780" y="180667"/>
                  </a:cubicBezTo>
                  <a:cubicBezTo>
                    <a:pt x="12780" y="88099"/>
                    <a:pt x="88820" y="12130"/>
                    <a:pt x="181474" y="12130"/>
                  </a:cubicBezTo>
                  <a:cubicBezTo>
                    <a:pt x="274128" y="12130"/>
                    <a:pt x="350168" y="87461"/>
                    <a:pt x="350168" y="180028"/>
                  </a:cubicBezTo>
                  <a:cubicBezTo>
                    <a:pt x="350168" y="180028"/>
                    <a:pt x="350168" y="180028"/>
                    <a:pt x="350168" y="180028"/>
                  </a:cubicBezTo>
                  <a:cubicBezTo>
                    <a:pt x="350168" y="273234"/>
                    <a:pt x="274767" y="348565"/>
                    <a:pt x="181474" y="348565"/>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44" name="Graphic 4">
              <a:extLst>
                <a:ext uri="{FF2B5EF4-FFF2-40B4-BE49-F238E27FC236}">
                  <a16:creationId xmlns:a16="http://schemas.microsoft.com/office/drawing/2014/main" id="{BF0A103F-2DBC-45ED-5460-98D4F2EA944C}"/>
                </a:ext>
              </a:extLst>
            </p:cNvPr>
            <p:cNvSpPr/>
            <p:nvPr/>
          </p:nvSpPr>
          <p:spPr>
            <a:xfrm>
              <a:off x="2621152" y="1569595"/>
              <a:ext cx="136744" cy="133175"/>
            </a:xfrm>
            <a:custGeom>
              <a:avLst/>
              <a:gdLst>
                <a:gd name="connsiteX0" fmla="*/ 127160 w 136744"/>
                <a:gd name="connsiteY0" fmla="*/ 54014 h 133175"/>
                <a:gd name="connsiteX1" fmla="*/ 122687 w 136744"/>
                <a:gd name="connsiteY1" fmla="*/ 49545 h 133175"/>
                <a:gd name="connsiteX2" fmla="*/ 123965 w 136744"/>
                <a:gd name="connsiteY2" fmla="*/ 43161 h 133175"/>
                <a:gd name="connsiteX3" fmla="*/ 123965 w 136744"/>
                <a:gd name="connsiteY3" fmla="*/ 26563 h 133175"/>
                <a:gd name="connsiteX4" fmla="*/ 107990 w 136744"/>
                <a:gd name="connsiteY4" fmla="*/ 20817 h 133175"/>
                <a:gd name="connsiteX5" fmla="*/ 102239 w 136744"/>
                <a:gd name="connsiteY5" fmla="*/ 20179 h 133175"/>
                <a:gd name="connsiteX6" fmla="*/ 99683 w 136744"/>
                <a:gd name="connsiteY6" fmla="*/ 14433 h 133175"/>
                <a:gd name="connsiteX7" fmla="*/ 90098 w 136744"/>
                <a:gd name="connsiteY7" fmla="*/ 1027 h 133175"/>
                <a:gd name="connsiteX8" fmla="*/ 74123 w 136744"/>
                <a:gd name="connsiteY8" fmla="*/ 5496 h 133175"/>
                <a:gd name="connsiteX9" fmla="*/ 69011 w 136744"/>
                <a:gd name="connsiteY9" fmla="*/ 8688 h 133175"/>
                <a:gd name="connsiteX10" fmla="*/ 63899 w 136744"/>
                <a:gd name="connsiteY10" fmla="*/ 5496 h 133175"/>
                <a:gd name="connsiteX11" fmla="*/ 47925 w 136744"/>
                <a:gd name="connsiteY11" fmla="*/ 388 h 133175"/>
                <a:gd name="connsiteX12" fmla="*/ 37701 w 136744"/>
                <a:gd name="connsiteY12" fmla="*/ 13795 h 133175"/>
                <a:gd name="connsiteX13" fmla="*/ 35145 w 136744"/>
                <a:gd name="connsiteY13" fmla="*/ 19540 h 133175"/>
                <a:gd name="connsiteX14" fmla="*/ 28755 w 136744"/>
                <a:gd name="connsiteY14" fmla="*/ 20179 h 133175"/>
                <a:gd name="connsiteX15" fmla="*/ 10863 w 136744"/>
                <a:gd name="connsiteY15" fmla="*/ 30393 h 133175"/>
                <a:gd name="connsiteX16" fmla="*/ 12780 w 136744"/>
                <a:gd name="connsiteY16" fmla="*/ 42523 h 133175"/>
                <a:gd name="connsiteX17" fmla="*/ 14058 w 136744"/>
                <a:gd name="connsiteY17" fmla="*/ 48268 h 133175"/>
                <a:gd name="connsiteX18" fmla="*/ 9585 w 136744"/>
                <a:gd name="connsiteY18" fmla="*/ 52099 h 133175"/>
                <a:gd name="connsiteX19" fmla="*/ 0 w 136744"/>
                <a:gd name="connsiteY19" fmla="*/ 65505 h 133175"/>
                <a:gd name="connsiteX20" fmla="*/ 9585 w 136744"/>
                <a:gd name="connsiteY20" fmla="*/ 78911 h 133175"/>
                <a:gd name="connsiteX21" fmla="*/ 14058 w 136744"/>
                <a:gd name="connsiteY21" fmla="*/ 83380 h 133175"/>
                <a:gd name="connsiteX22" fmla="*/ 12780 w 136744"/>
                <a:gd name="connsiteY22" fmla="*/ 89764 h 133175"/>
                <a:gd name="connsiteX23" fmla="*/ 12780 w 136744"/>
                <a:gd name="connsiteY23" fmla="*/ 106362 h 133175"/>
                <a:gd name="connsiteX24" fmla="*/ 28755 w 136744"/>
                <a:gd name="connsiteY24" fmla="*/ 112108 h 133175"/>
                <a:gd name="connsiteX25" fmla="*/ 34506 w 136744"/>
                <a:gd name="connsiteY25" fmla="*/ 112746 h 133175"/>
                <a:gd name="connsiteX26" fmla="*/ 37062 w 136744"/>
                <a:gd name="connsiteY26" fmla="*/ 118492 h 133175"/>
                <a:gd name="connsiteX27" fmla="*/ 46646 w 136744"/>
                <a:gd name="connsiteY27" fmla="*/ 131898 h 133175"/>
                <a:gd name="connsiteX28" fmla="*/ 62621 w 136744"/>
                <a:gd name="connsiteY28" fmla="*/ 127430 h 133175"/>
                <a:gd name="connsiteX29" fmla="*/ 67733 w 136744"/>
                <a:gd name="connsiteY29" fmla="*/ 124238 h 133175"/>
                <a:gd name="connsiteX30" fmla="*/ 72845 w 136744"/>
                <a:gd name="connsiteY30" fmla="*/ 127430 h 133175"/>
                <a:gd name="connsiteX31" fmla="*/ 85625 w 136744"/>
                <a:gd name="connsiteY31" fmla="*/ 133175 h 133175"/>
                <a:gd name="connsiteX32" fmla="*/ 89459 w 136744"/>
                <a:gd name="connsiteY32" fmla="*/ 132537 h 133175"/>
                <a:gd name="connsiteX33" fmla="*/ 99683 w 136744"/>
                <a:gd name="connsiteY33" fmla="*/ 119130 h 133175"/>
                <a:gd name="connsiteX34" fmla="*/ 102239 w 136744"/>
                <a:gd name="connsiteY34" fmla="*/ 114023 h 133175"/>
                <a:gd name="connsiteX35" fmla="*/ 108629 w 136744"/>
                <a:gd name="connsiteY35" fmla="*/ 113385 h 133175"/>
                <a:gd name="connsiteX36" fmla="*/ 126521 w 136744"/>
                <a:gd name="connsiteY36" fmla="*/ 103170 h 133175"/>
                <a:gd name="connsiteX37" fmla="*/ 124604 w 136744"/>
                <a:gd name="connsiteY37" fmla="*/ 91041 h 133175"/>
                <a:gd name="connsiteX38" fmla="*/ 123326 w 136744"/>
                <a:gd name="connsiteY38" fmla="*/ 85295 h 133175"/>
                <a:gd name="connsiteX39" fmla="*/ 127160 w 136744"/>
                <a:gd name="connsiteY39" fmla="*/ 81465 h 133175"/>
                <a:gd name="connsiteX40" fmla="*/ 136745 w 136744"/>
                <a:gd name="connsiteY40" fmla="*/ 68058 h 133175"/>
                <a:gd name="connsiteX41" fmla="*/ 127160 w 136744"/>
                <a:gd name="connsiteY41" fmla="*/ 54014 h 133175"/>
                <a:gd name="connsiteX42" fmla="*/ 119492 w 136744"/>
                <a:gd name="connsiteY42" fmla="*/ 71250 h 133175"/>
                <a:gd name="connsiteX43" fmla="*/ 110546 w 136744"/>
                <a:gd name="connsiteY43" fmla="*/ 81465 h 133175"/>
                <a:gd name="connsiteX44" fmla="*/ 111824 w 136744"/>
                <a:gd name="connsiteY44" fmla="*/ 94871 h 133175"/>
                <a:gd name="connsiteX45" fmla="*/ 113102 w 136744"/>
                <a:gd name="connsiteY45" fmla="*/ 99978 h 133175"/>
                <a:gd name="connsiteX46" fmla="*/ 107351 w 136744"/>
                <a:gd name="connsiteY46" fmla="*/ 100617 h 133175"/>
                <a:gd name="connsiteX47" fmla="*/ 93932 w 136744"/>
                <a:gd name="connsiteY47" fmla="*/ 103809 h 133175"/>
                <a:gd name="connsiteX48" fmla="*/ 86903 w 136744"/>
                <a:gd name="connsiteY48" fmla="*/ 115300 h 133175"/>
                <a:gd name="connsiteX49" fmla="*/ 84347 w 136744"/>
                <a:gd name="connsiteY49" fmla="*/ 121046 h 133175"/>
                <a:gd name="connsiteX50" fmla="*/ 79235 w 136744"/>
                <a:gd name="connsiteY50" fmla="*/ 117854 h 133175"/>
                <a:gd name="connsiteX51" fmla="*/ 67094 w 136744"/>
                <a:gd name="connsiteY51" fmla="*/ 112108 h 133175"/>
                <a:gd name="connsiteX52" fmla="*/ 67094 w 136744"/>
                <a:gd name="connsiteY52" fmla="*/ 112108 h 133175"/>
                <a:gd name="connsiteX53" fmla="*/ 54314 w 136744"/>
                <a:gd name="connsiteY53" fmla="*/ 117215 h 133175"/>
                <a:gd name="connsiteX54" fmla="*/ 49841 w 136744"/>
                <a:gd name="connsiteY54" fmla="*/ 119769 h 133175"/>
                <a:gd name="connsiteX55" fmla="*/ 47925 w 136744"/>
                <a:gd name="connsiteY55" fmla="*/ 114662 h 133175"/>
                <a:gd name="connsiteX56" fmla="*/ 40896 w 136744"/>
                <a:gd name="connsiteY56" fmla="*/ 102532 h 133175"/>
                <a:gd name="connsiteX57" fmla="*/ 27477 w 136744"/>
                <a:gd name="connsiteY57" fmla="*/ 99340 h 133175"/>
                <a:gd name="connsiteX58" fmla="*/ 21726 w 136744"/>
                <a:gd name="connsiteY58" fmla="*/ 99340 h 133175"/>
                <a:gd name="connsiteX59" fmla="*/ 23004 w 136744"/>
                <a:gd name="connsiteY59" fmla="*/ 94233 h 133175"/>
                <a:gd name="connsiteX60" fmla="*/ 15975 w 136744"/>
                <a:gd name="connsiteY60" fmla="*/ 69974 h 133175"/>
                <a:gd name="connsiteX61" fmla="*/ 15336 w 136744"/>
                <a:gd name="connsiteY61" fmla="*/ 69335 h 133175"/>
                <a:gd name="connsiteX62" fmla="*/ 11502 w 136744"/>
                <a:gd name="connsiteY62" fmla="*/ 65505 h 133175"/>
                <a:gd name="connsiteX63" fmla="*/ 15975 w 136744"/>
                <a:gd name="connsiteY63" fmla="*/ 61674 h 133175"/>
                <a:gd name="connsiteX64" fmla="*/ 24921 w 136744"/>
                <a:gd name="connsiteY64" fmla="*/ 51460 h 133175"/>
                <a:gd name="connsiteX65" fmla="*/ 23643 w 136744"/>
                <a:gd name="connsiteY65" fmla="*/ 38054 h 133175"/>
                <a:gd name="connsiteX66" fmla="*/ 22365 w 136744"/>
                <a:gd name="connsiteY66" fmla="*/ 32308 h 133175"/>
                <a:gd name="connsiteX67" fmla="*/ 28116 w 136744"/>
                <a:gd name="connsiteY67" fmla="*/ 31670 h 133175"/>
                <a:gd name="connsiteX68" fmla="*/ 41535 w 136744"/>
                <a:gd name="connsiteY68" fmla="*/ 29116 h 133175"/>
                <a:gd name="connsiteX69" fmla="*/ 48563 w 136744"/>
                <a:gd name="connsiteY69" fmla="*/ 17625 h 133175"/>
                <a:gd name="connsiteX70" fmla="*/ 51119 w 136744"/>
                <a:gd name="connsiteY70" fmla="*/ 11879 h 133175"/>
                <a:gd name="connsiteX71" fmla="*/ 56231 w 136744"/>
                <a:gd name="connsiteY71" fmla="*/ 15071 h 133175"/>
                <a:gd name="connsiteX72" fmla="*/ 68372 w 136744"/>
                <a:gd name="connsiteY72" fmla="*/ 20817 h 133175"/>
                <a:gd name="connsiteX73" fmla="*/ 81152 w 136744"/>
                <a:gd name="connsiteY73" fmla="*/ 15710 h 133175"/>
                <a:gd name="connsiteX74" fmla="*/ 85625 w 136744"/>
                <a:gd name="connsiteY74" fmla="*/ 13156 h 133175"/>
                <a:gd name="connsiteX75" fmla="*/ 87542 w 136744"/>
                <a:gd name="connsiteY75" fmla="*/ 18263 h 133175"/>
                <a:gd name="connsiteX76" fmla="*/ 94571 w 136744"/>
                <a:gd name="connsiteY76" fmla="*/ 30393 h 133175"/>
                <a:gd name="connsiteX77" fmla="*/ 107990 w 136744"/>
                <a:gd name="connsiteY77" fmla="*/ 33585 h 133175"/>
                <a:gd name="connsiteX78" fmla="*/ 113741 w 136744"/>
                <a:gd name="connsiteY78" fmla="*/ 34223 h 133175"/>
                <a:gd name="connsiteX79" fmla="*/ 112463 w 136744"/>
                <a:gd name="connsiteY79" fmla="*/ 39331 h 133175"/>
                <a:gd name="connsiteX80" fmla="*/ 111185 w 136744"/>
                <a:gd name="connsiteY80" fmla="*/ 53375 h 133175"/>
                <a:gd name="connsiteX81" fmla="*/ 120131 w 136744"/>
                <a:gd name="connsiteY81" fmla="*/ 64228 h 133175"/>
                <a:gd name="connsiteX82" fmla="*/ 123965 w 136744"/>
                <a:gd name="connsiteY82" fmla="*/ 68058 h 133175"/>
                <a:gd name="connsiteX83" fmla="*/ 119492 w 136744"/>
                <a:gd name="connsiteY83" fmla="*/ 71250 h 133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Lst>
              <a:rect l="l" t="t" r="r" b="b"/>
              <a:pathLst>
                <a:path w="136744" h="133175">
                  <a:moveTo>
                    <a:pt x="127160" y="54014"/>
                  </a:moveTo>
                  <a:cubicBezTo>
                    <a:pt x="125243" y="52737"/>
                    <a:pt x="123965" y="51460"/>
                    <a:pt x="122687" y="49545"/>
                  </a:cubicBezTo>
                  <a:cubicBezTo>
                    <a:pt x="122687" y="47630"/>
                    <a:pt x="123326" y="45076"/>
                    <a:pt x="123965" y="43161"/>
                  </a:cubicBezTo>
                  <a:cubicBezTo>
                    <a:pt x="126521" y="38054"/>
                    <a:pt x="126521" y="31670"/>
                    <a:pt x="123965" y="26563"/>
                  </a:cubicBezTo>
                  <a:cubicBezTo>
                    <a:pt x="120131" y="22094"/>
                    <a:pt x="113741" y="20179"/>
                    <a:pt x="107990" y="20817"/>
                  </a:cubicBezTo>
                  <a:cubicBezTo>
                    <a:pt x="106073" y="20817"/>
                    <a:pt x="104156" y="20817"/>
                    <a:pt x="102239" y="20179"/>
                  </a:cubicBezTo>
                  <a:cubicBezTo>
                    <a:pt x="100961" y="18263"/>
                    <a:pt x="100322" y="16348"/>
                    <a:pt x="99683" y="14433"/>
                  </a:cubicBezTo>
                  <a:cubicBezTo>
                    <a:pt x="97766" y="9326"/>
                    <a:pt x="95849" y="2942"/>
                    <a:pt x="90098" y="1027"/>
                  </a:cubicBezTo>
                  <a:cubicBezTo>
                    <a:pt x="84347" y="-250"/>
                    <a:pt x="78596" y="1665"/>
                    <a:pt x="74123" y="5496"/>
                  </a:cubicBezTo>
                  <a:cubicBezTo>
                    <a:pt x="72206" y="6772"/>
                    <a:pt x="70928" y="8049"/>
                    <a:pt x="69011" y="8688"/>
                  </a:cubicBezTo>
                  <a:cubicBezTo>
                    <a:pt x="67094" y="8049"/>
                    <a:pt x="65177" y="6772"/>
                    <a:pt x="63899" y="5496"/>
                  </a:cubicBezTo>
                  <a:cubicBezTo>
                    <a:pt x="59426" y="1027"/>
                    <a:pt x="53675" y="-888"/>
                    <a:pt x="47925" y="388"/>
                  </a:cubicBezTo>
                  <a:cubicBezTo>
                    <a:pt x="41535" y="2304"/>
                    <a:pt x="39617" y="8688"/>
                    <a:pt x="37701" y="13795"/>
                  </a:cubicBezTo>
                  <a:cubicBezTo>
                    <a:pt x="37062" y="15710"/>
                    <a:pt x="36423" y="17625"/>
                    <a:pt x="35145" y="19540"/>
                  </a:cubicBezTo>
                  <a:cubicBezTo>
                    <a:pt x="33228" y="20179"/>
                    <a:pt x="30672" y="20179"/>
                    <a:pt x="28755" y="20179"/>
                  </a:cubicBezTo>
                  <a:cubicBezTo>
                    <a:pt x="21087" y="17625"/>
                    <a:pt x="12780" y="22094"/>
                    <a:pt x="10863" y="30393"/>
                  </a:cubicBezTo>
                  <a:cubicBezTo>
                    <a:pt x="9585" y="34223"/>
                    <a:pt x="10224" y="38692"/>
                    <a:pt x="12780" y="42523"/>
                  </a:cubicBezTo>
                  <a:cubicBezTo>
                    <a:pt x="13419" y="44438"/>
                    <a:pt x="14058" y="46353"/>
                    <a:pt x="14058" y="48268"/>
                  </a:cubicBezTo>
                  <a:cubicBezTo>
                    <a:pt x="12780" y="49545"/>
                    <a:pt x="10863" y="51460"/>
                    <a:pt x="9585" y="52099"/>
                  </a:cubicBezTo>
                  <a:cubicBezTo>
                    <a:pt x="5112" y="55290"/>
                    <a:pt x="0" y="59121"/>
                    <a:pt x="0" y="65505"/>
                  </a:cubicBezTo>
                  <a:cubicBezTo>
                    <a:pt x="0" y="71889"/>
                    <a:pt x="5112" y="75719"/>
                    <a:pt x="9585" y="78911"/>
                  </a:cubicBezTo>
                  <a:cubicBezTo>
                    <a:pt x="11502" y="80188"/>
                    <a:pt x="12780" y="81465"/>
                    <a:pt x="14058" y="83380"/>
                  </a:cubicBezTo>
                  <a:cubicBezTo>
                    <a:pt x="14058" y="85295"/>
                    <a:pt x="13419" y="87849"/>
                    <a:pt x="12780" y="89764"/>
                  </a:cubicBezTo>
                  <a:cubicBezTo>
                    <a:pt x="10224" y="94871"/>
                    <a:pt x="10224" y="101255"/>
                    <a:pt x="12780" y="106362"/>
                  </a:cubicBezTo>
                  <a:cubicBezTo>
                    <a:pt x="16614" y="110831"/>
                    <a:pt x="23004" y="112746"/>
                    <a:pt x="28755" y="112108"/>
                  </a:cubicBezTo>
                  <a:cubicBezTo>
                    <a:pt x="30672" y="112108"/>
                    <a:pt x="32589" y="112108"/>
                    <a:pt x="34506" y="112746"/>
                  </a:cubicBezTo>
                  <a:cubicBezTo>
                    <a:pt x="35783" y="114662"/>
                    <a:pt x="36423" y="116577"/>
                    <a:pt x="37062" y="118492"/>
                  </a:cubicBezTo>
                  <a:cubicBezTo>
                    <a:pt x="38978" y="123599"/>
                    <a:pt x="40896" y="129983"/>
                    <a:pt x="46646" y="131898"/>
                  </a:cubicBezTo>
                  <a:cubicBezTo>
                    <a:pt x="52397" y="133175"/>
                    <a:pt x="58148" y="131260"/>
                    <a:pt x="62621" y="127430"/>
                  </a:cubicBezTo>
                  <a:cubicBezTo>
                    <a:pt x="64538" y="126153"/>
                    <a:pt x="65816" y="124876"/>
                    <a:pt x="67733" y="124238"/>
                  </a:cubicBezTo>
                  <a:cubicBezTo>
                    <a:pt x="69650" y="124876"/>
                    <a:pt x="71567" y="126153"/>
                    <a:pt x="72845" y="127430"/>
                  </a:cubicBezTo>
                  <a:cubicBezTo>
                    <a:pt x="76679" y="130622"/>
                    <a:pt x="81152" y="132537"/>
                    <a:pt x="85625" y="133175"/>
                  </a:cubicBezTo>
                  <a:cubicBezTo>
                    <a:pt x="86903" y="133175"/>
                    <a:pt x="88181" y="133175"/>
                    <a:pt x="89459" y="132537"/>
                  </a:cubicBezTo>
                  <a:cubicBezTo>
                    <a:pt x="95849" y="130622"/>
                    <a:pt x="97766" y="124238"/>
                    <a:pt x="99683" y="119130"/>
                  </a:cubicBezTo>
                  <a:cubicBezTo>
                    <a:pt x="100322" y="117215"/>
                    <a:pt x="100961" y="115300"/>
                    <a:pt x="102239" y="114023"/>
                  </a:cubicBezTo>
                  <a:cubicBezTo>
                    <a:pt x="104156" y="113385"/>
                    <a:pt x="106712" y="113385"/>
                    <a:pt x="108629" y="113385"/>
                  </a:cubicBezTo>
                  <a:cubicBezTo>
                    <a:pt x="116297" y="115938"/>
                    <a:pt x="124604" y="111470"/>
                    <a:pt x="126521" y="103170"/>
                  </a:cubicBezTo>
                  <a:cubicBezTo>
                    <a:pt x="127799" y="99340"/>
                    <a:pt x="127160" y="94871"/>
                    <a:pt x="124604" y="91041"/>
                  </a:cubicBezTo>
                  <a:cubicBezTo>
                    <a:pt x="123965" y="89126"/>
                    <a:pt x="123326" y="87210"/>
                    <a:pt x="123326" y="85295"/>
                  </a:cubicBezTo>
                  <a:cubicBezTo>
                    <a:pt x="124604" y="84018"/>
                    <a:pt x="125882" y="82742"/>
                    <a:pt x="127160" y="81465"/>
                  </a:cubicBezTo>
                  <a:cubicBezTo>
                    <a:pt x="131633" y="78273"/>
                    <a:pt x="136745" y="74442"/>
                    <a:pt x="136745" y="68058"/>
                  </a:cubicBezTo>
                  <a:cubicBezTo>
                    <a:pt x="136745" y="61674"/>
                    <a:pt x="131633" y="57206"/>
                    <a:pt x="127160" y="54014"/>
                  </a:cubicBezTo>
                  <a:close/>
                  <a:moveTo>
                    <a:pt x="119492" y="71250"/>
                  </a:moveTo>
                  <a:cubicBezTo>
                    <a:pt x="115658" y="73804"/>
                    <a:pt x="112463" y="76996"/>
                    <a:pt x="110546" y="81465"/>
                  </a:cubicBezTo>
                  <a:cubicBezTo>
                    <a:pt x="109268" y="85934"/>
                    <a:pt x="109907" y="91041"/>
                    <a:pt x="111824" y="94871"/>
                  </a:cubicBezTo>
                  <a:cubicBezTo>
                    <a:pt x="112463" y="96786"/>
                    <a:pt x="112463" y="98702"/>
                    <a:pt x="113102" y="99978"/>
                  </a:cubicBezTo>
                  <a:cubicBezTo>
                    <a:pt x="111185" y="99978"/>
                    <a:pt x="109268" y="100617"/>
                    <a:pt x="107351" y="100617"/>
                  </a:cubicBezTo>
                  <a:cubicBezTo>
                    <a:pt x="102878" y="99978"/>
                    <a:pt x="97766" y="101255"/>
                    <a:pt x="93932" y="103809"/>
                  </a:cubicBezTo>
                  <a:cubicBezTo>
                    <a:pt x="90737" y="107001"/>
                    <a:pt x="88181" y="110831"/>
                    <a:pt x="86903" y="115300"/>
                  </a:cubicBezTo>
                  <a:cubicBezTo>
                    <a:pt x="86264" y="117215"/>
                    <a:pt x="85625" y="119130"/>
                    <a:pt x="84347" y="121046"/>
                  </a:cubicBezTo>
                  <a:cubicBezTo>
                    <a:pt x="82430" y="120407"/>
                    <a:pt x="81152" y="119130"/>
                    <a:pt x="79235" y="117854"/>
                  </a:cubicBezTo>
                  <a:cubicBezTo>
                    <a:pt x="76040" y="114662"/>
                    <a:pt x="71567" y="112746"/>
                    <a:pt x="67094" y="112108"/>
                  </a:cubicBezTo>
                  <a:lnTo>
                    <a:pt x="67094" y="112108"/>
                  </a:lnTo>
                  <a:cubicBezTo>
                    <a:pt x="62621" y="112746"/>
                    <a:pt x="58148" y="114662"/>
                    <a:pt x="54314" y="117215"/>
                  </a:cubicBezTo>
                  <a:cubicBezTo>
                    <a:pt x="53036" y="118492"/>
                    <a:pt x="51119" y="119130"/>
                    <a:pt x="49841" y="119769"/>
                  </a:cubicBezTo>
                  <a:cubicBezTo>
                    <a:pt x="49202" y="117854"/>
                    <a:pt x="48563" y="116577"/>
                    <a:pt x="47925" y="114662"/>
                  </a:cubicBezTo>
                  <a:cubicBezTo>
                    <a:pt x="46646" y="110193"/>
                    <a:pt x="44730" y="105724"/>
                    <a:pt x="40896" y="102532"/>
                  </a:cubicBezTo>
                  <a:cubicBezTo>
                    <a:pt x="37062" y="99978"/>
                    <a:pt x="32589" y="99340"/>
                    <a:pt x="27477" y="99340"/>
                  </a:cubicBezTo>
                  <a:cubicBezTo>
                    <a:pt x="25560" y="99340"/>
                    <a:pt x="23004" y="99340"/>
                    <a:pt x="21726" y="99340"/>
                  </a:cubicBezTo>
                  <a:cubicBezTo>
                    <a:pt x="22365" y="97425"/>
                    <a:pt x="22365" y="95510"/>
                    <a:pt x="23004" y="94233"/>
                  </a:cubicBezTo>
                  <a:cubicBezTo>
                    <a:pt x="27477" y="85934"/>
                    <a:pt x="24921" y="75081"/>
                    <a:pt x="15975" y="69974"/>
                  </a:cubicBezTo>
                  <a:cubicBezTo>
                    <a:pt x="15975" y="69974"/>
                    <a:pt x="15336" y="69974"/>
                    <a:pt x="15336" y="69335"/>
                  </a:cubicBezTo>
                  <a:cubicBezTo>
                    <a:pt x="14058" y="68058"/>
                    <a:pt x="12780" y="66782"/>
                    <a:pt x="11502" y="65505"/>
                  </a:cubicBezTo>
                  <a:cubicBezTo>
                    <a:pt x="12780" y="64228"/>
                    <a:pt x="14058" y="62951"/>
                    <a:pt x="15975" y="61674"/>
                  </a:cubicBezTo>
                  <a:cubicBezTo>
                    <a:pt x="19809" y="59121"/>
                    <a:pt x="23004" y="55929"/>
                    <a:pt x="24921" y="51460"/>
                  </a:cubicBezTo>
                  <a:cubicBezTo>
                    <a:pt x="26199" y="46991"/>
                    <a:pt x="25560" y="41884"/>
                    <a:pt x="23643" y="38054"/>
                  </a:cubicBezTo>
                  <a:cubicBezTo>
                    <a:pt x="23004" y="36139"/>
                    <a:pt x="22365" y="34223"/>
                    <a:pt x="22365" y="32308"/>
                  </a:cubicBezTo>
                  <a:cubicBezTo>
                    <a:pt x="24282" y="32308"/>
                    <a:pt x="26199" y="32308"/>
                    <a:pt x="28116" y="31670"/>
                  </a:cubicBezTo>
                  <a:cubicBezTo>
                    <a:pt x="32589" y="32308"/>
                    <a:pt x="37701" y="31031"/>
                    <a:pt x="41535" y="29116"/>
                  </a:cubicBezTo>
                  <a:cubicBezTo>
                    <a:pt x="44730" y="25924"/>
                    <a:pt x="47285" y="22094"/>
                    <a:pt x="48563" y="17625"/>
                  </a:cubicBezTo>
                  <a:cubicBezTo>
                    <a:pt x="49202" y="15710"/>
                    <a:pt x="49841" y="13795"/>
                    <a:pt x="51119" y="11879"/>
                  </a:cubicBezTo>
                  <a:cubicBezTo>
                    <a:pt x="53036" y="12518"/>
                    <a:pt x="54314" y="13795"/>
                    <a:pt x="56231" y="15071"/>
                  </a:cubicBezTo>
                  <a:cubicBezTo>
                    <a:pt x="59426" y="18263"/>
                    <a:pt x="63899" y="20179"/>
                    <a:pt x="68372" y="20817"/>
                  </a:cubicBezTo>
                  <a:cubicBezTo>
                    <a:pt x="72845" y="20179"/>
                    <a:pt x="77318" y="18263"/>
                    <a:pt x="81152" y="15710"/>
                  </a:cubicBezTo>
                  <a:cubicBezTo>
                    <a:pt x="82430" y="14433"/>
                    <a:pt x="84347" y="13795"/>
                    <a:pt x="85625" y="13156"/>
                  </a:cubicBezTo>
                  <a:cubicBezTo>
                    <a:pt x="86264" y="15071"/>
                    <a:pt x="86903" y="16348"/>
                    <a:pt x="87542" y="18263"/>
                  </a:cubicBezTo>
                  <a:cubicBezTo>
                    <a:pt x="88820" y="22732"/>
                    <a:pt x="90737" y="27201"/>
                    <a:pt x="94571" y="30393"/>
                  </a:cubicBezTo>
                  <a:cubicBezTo>
                    <a:pt x="98405" y="32947"/>
                    <a:pt x="102878" y="33585"/>
                    <a:pt x="107990" y="33585"/>
                  </a:cubicBezTo>
                  <a:cubicBezTo>
                    <a:pt x="109907" y="33585"/>
                    <a:pt x="112463" y="33585"/>
                    <a:pt x="113741" y="34223"/>
                  </a:cubicBezTo>
                  <a:cubicBezTo>
                    <a:pt x="113102" y="36139"/>
                    <a:pt x="113102" y="38054"/>
                    <a:pt x="112463" y="39331"/>
                  </a:cubicBezTo>
                  <a:cubicBezTo>
                    <a:pt x="110546" y="43799"/>
                    <a:pt x="109907" y="48268"/>
                    <a:pt x="111185" y="53375"/>
                  </a:cubicBezTo>
                  <a:cubicBezTo>
                    <a:pt x="113102" y="57844"/>
                    <a:pt x="116297" y="61674"/>
                    <a:pt x="120131" y="64228"/>
                  </a:cubicBezTo>
                  <a:cubicBezTo>
                    <a:pt x="121409" y="65505"/>
                    <a:pt x="123326" y="66782"/>
                    <a:pt x="123965" y="68058"/>
                  </a:cubicBezTo>
                  <a:cubicBezTo>
                    <a:pt x="122048" y="68697"/>
                    <a:pt x="120770" y="69974"/>
                    <a:pt x="119492" y="71250"/>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45" name="Graphic 4">
              <a:extLst>
                <a:ext uri="{FF2B5EF4-FFF2-40B4-BE49-F238E27FC236}">
                  <a16:creationId xmlns:a16="http://schemas.microsoft.com/office/drawing/2014/main" id="{CC32E752-EF9C-10F6-A2CD-5BB14775BD21}"/>
                </a:ext>
              </a:extLst>
            </p:cNvPr>
            <p:cNvSpPr/>
            <p:nvPr/>
          </p:nvSpPr>
          <p:spPr>
            <a:xfrm>
              <a:off x="2662886" y="1611148"/>
              <a:ext cx="50682" cy="50765"/>
            </a:xfrm>
            <a:custGeom>
              <a:avLst/>
              <a:gdLst>
                <a:gd name="connsiteX0" fmla="*/ 37501 w 50682"/>
                <a:gd name="connsiteY0" fmla="*/ 2885 h 50765"/>
                <a:gd name="connsiteX1" fmla="*/ 2995 w 50682"/>
                <a:gd name="connsiteY1" fmla="*/ 13738 h 50765"/>
                <a:gd name="connsiteX2" fmla="*/ 1078 w 50682"/>
                <a:gd name="connsiteY2" fmla="*/ 32890 h 50765"/>
                <a:gd name="connsiteX3" fmla="*/ 25360 w 50682"/>
                <a:gd name="connsiteY3" fmla="*/ 50765 h 50765"/>
                <a:gd name="connsiteX4" fmla="*/ 33028 w 50682"/>
                <a:gd name="connsiteY4" fmla="*/ 49488 h 50765"/>
                <a:gd name="connsiteX5" fmla="*/ 49642 w 50682"/>
                <a:gd name="connsiteY5" fmla="*/ 17568 h 50765"/>
                <a:gd name="connsiteX6" fmla="*/ 37501 w 50682"/>
                <a:gd name="connsiteY6" fmla="*/ 2885 h 50765"/>
                <a:gd name="connsiteX7" fmla="*/ 37501 w 50682"/>
                <a:gd name="connsiteY7" fmla="*/ 2885 h 50765"/>
                <a:gd name="connsiteX8" fmla="*/ 29194 w 50682"/>
                <a:gd name="connsiteY8" fmla="*/ 37359 h 50765"/>
                <a:gd name="connsiteX9" fmla="*/ 13219 w 50682"/>
                <a:gd name="connsiteY9" fmla="*/ 29059 h 50765"/>
                <a:gd name="connsiteX10" fmla="*/ 22165 w 50682"/>
                <a:gd name="connsiteY10" fmla="*/ 13099 h 50765"/>
                <a:gd name="connsiteX11" fmla="*/ 25360 w 50682"/>
                <a:gd name="connsiteY11" fmla="*/ 12461 h 50765"/>
                <a:gd name="connsiteX12" fmla="*/ 37501 w 50682"/>
                <a:gd name="connsiteY12" fmla="*/ 21399 h 50765"/>
                <a:gd name="connsiteX13" fmla="*/ 29194 w 50682"/>
                <a:gd name="connsiteY13" fmla="*/ 37359 h 50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0682" h="50765">
                  <a:moveTo>
                    <a:pt x="37501" y="2885"/>
                  </a:moveTo>
                  <a:cubicBezTo>
                    <a:pt x="25360" y="-3499"/>
                    <a:pt x="10024" y="970"/>
                    <a:pt x="2995" y="13738"/>
                  </a:cubicBezTo>
                  <a:cubicBezTo>
                    <a:pt x="-200" y="19483"/>
                    <a:pt x="-839" y="26506"/>
                    <a:pt x="1078" y="32890"/>
                  </a:cubicBezTo>
                  <a:cubicBezTo>
                    <a:pt x="4273" y="43743"/>
                    <a:pt x="14497" y="50765"/>
                    <a:pt x="25360" y="50765"/>
                  </a:cubicBezTo>
                  <a:cubicBezTo>
                    <a:pt x="27916" y="50765"/>
                    <a:pt x="30472" y="50127"/>
                    <a:pt x="33028" y="49488"/>
                  </a:cubicBezTo>
                  <a:cubicBezTo>
                    <a:pt x="46447" y="45019"/>
                    <a:pt x="53476" y="30975"/>
                    <a:pt x="49642" y="17568"/>
                  </a:cubicBezTo>
                  <a:cubicBezTo>
                    <a:pt x="47725" y="10546"/>
                    <a:pt x="43252" y="5439"/>
                    <a:pt x="37501" y="2885"/>
                  </a:cubicBezTo>
                  <a:lnTo>
                    <a:pt x="37501" y="2885"/>
                  </a:lnTo>
                  <a:close/>
                  <a:moveTo>
                    <a:pt x="29194" y="37359"/>
                  </a:moveTo>
                  <a:cubicBezTo>
                    <a:pt x="22804" y="39274"/>
                    <a:pt x="15775" y="35443"/>
                    <a:pt x="13219" y="29059"/>
                  </a:cubicBezTo>
                  <a:cubicBezTo>
                    <a:pt x="11302" y="22037"/>
                    <a:pt x="15136" y="15015"/>
                    <a:pt x="22165" y="13099"/>
                  </a:cubicBezTo>
                  <a:cubicBezTo>
                    <a:pt x="23443" y="12461"/>
                    <a:pt x="24721" y="12461"/>
                    <a:pt x="25360" y="12461"/>
                  </a:cubicBezTo>
                  <a:cubicBezTo>
                    <a:pt x="31111" y="12461"/>
                    <a:pt x="35584" y="16291"/>
                    <a:pt x="37501" y="21399"/>
                  </a:cubicBezTo>
                  <a:cubicBezTo>
                    <a:pt x="39418" y="27783"/>
                    <a:pt x="36223" y="34805"/>
                    <a:pt x="29194" y="37359"/>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46" name="Graphic 4">
              <a:extLst>
                <a:ext uri="{FF2B5EF4-FFF2-40B4-BE49-F238E27FC236}">
                  <a16:creationId xmlns:a16="http://schemas.microsoft.com/office/drawing/2014/main" id="{AD1E6608-1D56-428E-399E-7E08C7682912}"/>
                </a:ext>
              </a:extLst>
            </p:cNvPr>
            <p:cNvSpPr/>
            <p:nvPr/>
          </p:nvSpPr>
          <p:spPr>
            <a:xfrm>
              <a:off x="2725947" y="1463621"/>
              <a:ext cx="138022" cy="133175"/>
            </a:xfrm>
            <a:custGeom>
              <a:avLst/>
              <a:gdLst>
                <a:gd name="connsiteX0" fmla="*/ 128438 w 138022"/>
                <a:gd name="connsiteY0" fmla="*/ 54014 h 133175"/>
                <a:gd name="connsiteX1" fmla="*/ 123326 w 138022"/>
                <a:gd name="connsiteY1" fmla="*/ 49545 h 133175"/>
                <a:gd name="connsiteX2" fmla="*/ 124604 w 138022"/>
                <a:gd name="connsiteY2" fmla="*/ 43161 h 133175"/>
                <a:gd name="connsiteX3" fmla="*/ 120770 w 138022"/>
                <a:gd name="connsiteY3" fmla="*/ 22732 h 133175"/>
                <a:gd name="connsiteX4" fmla="*/ 108629 w 138022"/>
                <a:gd name="connsiteY4" fmla="*/ 20817 h 133175"/>
                <a:gd name="connsiteX5" fmla="*/ 102878 w 138022"/>
                <a:gd name="connsiteY5" fmla="*/ 20179 h 133175"/>
                <a:gd name="connsiteX6" fmla="*/ 100322 w 138022"/>
                <a:gd name="connsiteY6" fmla="*/ 14433 h 133175"/>
                <a:gd name="connsiteX7" fmla="*/ 90737 w 138022"/>
                <a:gd name="connsiteY7" fmla="*/ 1027 h 133175"/>
                <a:gd name="connsiteX8" fmla="*/ 74762 w 138022"/>
                <a:gd name="connsiteY8" fmla="*/ 5495 h 133175"/>
                <a:gd name="connsiteX9" fmla="*/ 66455 w 138022"/>
                <a:gd name="connsiteY9" fmla="*/ 8049 h 133175"/>
                <a:gd name="connsiteX10" fmla="*/ 63899 w 138022"/>
                <a:gd name="connsiteY10" fmla="*/ 5495 h 133175"/>
                <a:gd name="connsiteX11" fmla="*/ 47925 w 138022"/>
                <a:gd name="connsiteY11" fmla="*/ 388 h 133175"/>
                <a:gd name="connsiteX12" fmla="*/ 37701 w 138022"/>
                <a:gd name="connsiteY12" fmla="*/ 13795 h 133175"/>
                <a:gd name="connsiteX13" fmla="*/ 35145 w 138022"/>
                <a:gd name="connsiteY13" fmla="*/ 19540 h 133175"/>
                <a:gd name="connsiteX14" fmla="*/ 28755 w 138022"/>
                <a:gd name="connsiteY14" fmla="*/ 20179 h 133175"/>
                <a:gd name="connsiteX15" fmla="*/ 10863 w 138022"/>
                <a:gd name="connsiteY15" fmla="*/ 30393 h 133175"/>
                <a:gd name="connsiteX16" fmla="*/ 12780 w 138022"/>
                <a:gd name="connsiteY16" fmla="*/ 42523 h 133175"/>
                <a:gd name="connsiteX17" fmla="*/ 14058 w 138022"/>
                <a:gd name="connsiteY17" fmla="*/ 48268 h 133175"/>
                <a:gd name="connsiteX18" fmla="*/ 9585 w 138022"/>
                <a:gd name="connsiteY18" fmla="*/ 52099 h 133175"/>
                <a:gd name="connsiteX19" fmla="*/ 0 w 138022"/>
                <a:gd name="connsiteY19" fmla="*/ 65505 h 133175"/>
                <a:gd name="connsiteX20" fmla="*/ 9585 w 138022"/>
                <a:gd name="connsiteY20" fmla="*/ 78911 h 133175"/>
                <a:gd name="connsiteX21" fmla="*/ 14697 w 138022"/>
                <a:gd name="connsiteY21" fmla="*/ 83380 h 133175"/>
                <a:gd name="connsiteX22" fmla="*/ 13419 w 138022"/>
                <a:gd name="connsiteY22" fmla="*/ 89764 h 133175"/>
                <a:gd name="connsiteX23" fmla="*/ 17253 w 138022"/>
                <a:gd name="connsiteY23" fmla="*/ 110193 h 133175"/>
                <a:gd name="connsiteX24" fmla="*/ 29394 w 138022"/>
                <a:gd name="connsiteY24" fmla="*/ 112108 h 133175"/>
                <a:gd name="connsiteX25" fmla="*/ 35145 w 138022"/>
                <a:gd name="connsiteY25" fmla="*/ 112746 h 133175"/>
                <a:gd name="connsiteX26" fmla="*/ 37701 w 138022"/>
                <a:gd name="connsiteY26" fmla="*/ 118492 h 133175"/>
                <a:gd name="connsiteX27" fmla="*/ 47285 w 138022"/>
                <a:gd name="connsiteY27" fmla="*/ 131898 h 133175"/>
                <a:gd name="connsiteX28" fmla="*/ 63260 w 138022"/>
                <a:gd name="connsiteY28" fmla="*/ 127430 h 133175"/>
                <a:gd name="connsiteX29" fmla="*/ 68372 w 138022"/>
                <a:gd name="connsiteY29" fmla="*/ 124238 h 133175"/>
                <a:gd name="connsiteX30" fmla="*/ 73484 w 138022"/>
                <a:gd name="connsiteY30" fmla="*/ 127430 h 133175"/>
                <a:gd name="connsiteX31" fmla="*/ 86264 w 138022"/>
                <a:gd name="connsiteY31" fmla="*/ 133175 h 133175"/>
                <a:gd name="connsiteX32" fmla="*/ 89459 w 138022"/>
                <a:gd name="connsiteY32" fmla="*/ 132537 h 133175"/>
                <a:gd name="connsiteX33" fmla="*/ 99683 w 138022"/>
                <a:gd name="connsiteY33" fmla="*/ 119130 h 133175"/>
                <a:gd name="connsiteX34" fmla="*/ 102239 w 138022"/>
                <a:gd name="connsiteY34" fmla="*/ 114023 h 133175"/>
                <a:gd name="connsiteX35" fmla="*/ 108629 w 138022"/>
                <a:gd name="connsiteY35" fmla="*/ 113385 h 133175"/>
                <a:gd name="connsiteX36" fmla="*/ 126521 w 138022"/>
                <a:gd name="connsiteY36" fmla="*/ 103170 h 133175"/>
                <a:gd name="connsiteX37" fmla="*/ 125243 w 138022"/>
                <a:gd name="connsiteY37" fmla="*/ 91679 h 133175"/>
                <a:gd name="connsiteX38" fmla="*/ 123965 w 138022"/>
                <a:gd name="connsiteY38" fmla="*/ 85934 h 133175"/>
                <a:gd name="connsiteX39" fmla="*/ 128438 w 138022"/>
                <a:gd name="connsiteY39" fmla="*/ 82103 h 133175"/>
                <a:gd name="connsiteX40" fmla="*/ 138023 w 138022"/>
                <a:gd name="connsiteY40" fmla="*/ 68697 h 133175"/>
                <a:gd name="connsiteX41" fmla="*/ 128438 w 138022"/>
                <a:gd name="connsiteY41" fmla="*/ 54014 h 133175"/>
                <a:gd name="connsiteX42" fmla="*/ 120131 w 138022"/>
                <a:gd name="connsiteY42" fmla="*/ 71251 h 133175"/>
                <a:gd name="connsiteX43" fmla="*/ 111824 w 138022"/>
                <a:gd name="connsiteY43" fmla="*/ 94233 h 133175"/>
                <a:gd name="connsiteX44" fmla="*/ 112463 w 138022"/>
                <a:gd name="connsiteY44" fmla="*/ 94871 h 133175"/>
                <a:gd name="connsiteX45" fmla="*/ 113741 w 138022"/>
                <a:gd name="connsiteY45" fmla="*/ 100617 h 133175"/>
                <a:gd name="connsiteX46" fmla="*/ 107990 w 138022"/>
                <a:gd name="connsiteY46" fmla="*/ 101255 h 133175"/>
                <a:gd name="connsiteX47" fmla="*/ 94571 w 138022"/>
                <a:gd name="connsiteY47" fmla="*/ 103809 h 133175"/>
                <a:gd name="connsiteX48" fmla="*/ 87542 w 138022"/>
                <a:gd name="connsiteY48" fmla="*/ 115300 h 133175"/>
                <a:gd name="connsiteX49" fmla="*/ 84986 w 138022"/>
                <a:gd name="connsiteY49" fmla="*/ 120407 h 133175"/>
                <a:gd name="connsiteX50" fmla="*/ 79874 w 138022"/>
                <a:gd name="connsiteY50" fmla="*/ 117215 h 133175"/>
                <a:gd name="connsiteX51" fmla="*/ 67733 w 138022"/>
                <a:gd name="connsiteY51" fmla="*/ 111470 h 133175"/>
                <a:gd name="connsiteX52" fmla="*/ 67733 w 138022"/>
                <a:gd name="connsiteY52" fmla="*/ 111470 h 133175"/>
                <a:gd name="connsiteX53" fmla="*/ 54954 w 138022"/>
                <a:gd name="connsiteY53" fmla="*/ 116577 h 133175"/>
                <a:gd name="connsiteX54" fmla="*/ 50480 w 138022"/>
                <a:gd name="connsiteY54" fmla="*/ 119130 h 133175"/>
                <a:gd name="connsiteX55" fmla="*/ 48564 w 138022"/>
                <a:gd name="connsiteY55" fmla="*/ 114023 h 133175"/>
                <a:gd name="connsiteX56" fmla="*/ 29394 w 138022"/>
                <a:gd name="connsiteY56" fmla="*/ 98702 h 133175"/>
                <a:gd name="connsiteX57" fmla="*/ 28116 w 138022"/>
                <a:gd name="connsiteY57" fmla="*/ 98702 h 133175"/>
                <a:gd name="connsiteX58" fmla="*/ 22365 w 138022"/>
                <a:gd name="connsiteY58" fmla="*/ 98702 h 133175"/>
                <a:gd name="connsiteX59" fmla="*/ 23643 w 138022"/>
                <a:gd name="connsiteY59" fmla="*/ 92956 h 133175"/>
                <a:gd name="connsiteX60" fmla="*/ 16614 w 138022"/>
                <a:gd name="connsiteY60" fmla="*/ 68697 h 133175"/>
                <a:gd name="connsiteX61" fmla="*/ 15975 w 138022"/>
                <a:gd name="connsiteY61" fmla="*/ 68059 h 133175"/>
                <a:gd name="connsiteX62" fmla="*/ 12141 w 138022"/>
                <a:gd name="connsiteY62" fmla="*/ 64228 h 133175"/>
                <a:gd name="connsiteX63" fmla="*/ 16614 w 138022"/>
                <a:gd name="connsiteY63" fmla="*/ 60398 h 133175"/>
                <a:gd name="connsiteX64" fmla="*/ 25560 w 138022"/>
                <a:gd name="connsiteY64" fmla="*/ 50183 h 133175"/>
                <a:gd name="connsiteX65" fmla="*/ 24282 w 138022"/>
                <a:gd name="connsiteY65" fmla="*/ 36777 h 133175"/>
                <a:gd name="connsiteX66" fmla="*/ 23004 w 138022"/>
                <a:gd name="connsiteY66" fmla="*/ 31031 h 133175"/>
                <a:gd name="connsiteX67" fmla="*/ 28755 w 138022"/>
                <a:gd name="connsiteY67" fmla="*/ 31031 h 133175"/>
                <a:gd name="connsiteX68" fmla="*/ 42174 w 138022"/>
                <a:gd name="connsiteY68" fmla="*/ 28478 h 133175"/>
                <a:gd name="connsiteX69" fmla="*/ 49202 w 138022"/>
                <a:gd name="connsiteY69" fmla="*/ 16987 h 133175"/>
                <a:gd name="connsiteX70" fmla="*/ 51759 w 138022"/>
                <a:gd name="connsiteY70" fmla="*/ 11879 h 133175"/>
                <a:gd name="connsiteX71" fmla="*/ 56870 w 138022"/>
                <a:gd name="connsiteY71" fmla="*/ 15071 h 133175"/>
                <a:gd name="connsiteX72" fmla="*/ 69011 w 138022"/>
                <a:gd name="connsiteY72" fmla="*/ 20817 h 133175"/>
                <a:gd name="connsiteX73" fmla="*/ 81791 w 138022"/>
                <a:gd name="connsiteY73" fmla="*/ 15710 h 133175"/>
                <a:gd name="connsiteX74" fmla="*/ 86264 w 138022"/>
                <a:gd name="connsiteY74" fmla="*/ 13156 h 133175"/>
                <a:gd name="connsiteX75" fmla="*/ 88181 w 138022"/>
                <a:gd name="connsiteY75" fmla="*/ 18263 h 133175"/>
                <a:gd name="connsiteX76" fmla="*/ 107351 w 138022"/>
                <a:gd name="connsiteY76" fmla="*/ 33585 h 133175"/>
                <a:gd name="connsiteX77" fmla="*/ 107990 w 138022"/>
                <a:gd name="connsiteY77" fmla="*/ 33585 h 133175"/>
                <a:gd name="connsiteX78" fmla="*/ 113741 w 138022"/>
                <a:gd name="connsiteY78" fmla="*/ 33585 h 133175"/>
                <a:gd name="connsiteX79" fmla="*/ 112463 w 138022"/>
                <a:gd name="connsiteY79" fmla="*/ 38692 h 133175"/>
                <a:gd name="connsiteX80" fmla="*/ 119492 w 138022"/>
                <a:gd name="connsiteY80" fmla="*/ 62951 h 133175"/>
                <a:gd name="connsiteX81" fmla="*/ 120131 w 138022"/>
                <a:gd name="connsiteY81" fmla="*/ 63590 h 133175"/>
                <a:gd name="connsiteX82" fmla="*/ 123965 w 138022"/>
                <a:gd name="connsiteY82" fmla="*/ 67420 h 133175"/>
                <a:gd name="connsiteX83" fmla="*/ 120131 w 138022"/>
                <a:gd name="connsiteY83" fmla="*/ 71251 h 133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Lst>
              <a:rect l="l" t="t" r="r" b="b"/>
              <a:pathLst>
                <a:path w="138022" h="133175">
                  <a:moveTo>
                    <a:pt x="128438" y="54014"/>
                  </a:moveTo>
                  <a:cubicBezTo>
                    <a:pt x="126521" y="52737"/>
                    <a:pt x="125243" y="51460"/>
                    <a:pt x="123326" y="49545"/>
                  </a:cubicBezTo>
                  <a:cubicBezTo>
                    <a:pt x="123326" y="47630"/>
                    <a:pt x="123965" y="45076"/>
                    <a:pt x="124604" y="43161"/>
                  </a:cubicBezTo>
                  <a:cubicBezTo>
                    <a:pt x="129077" y="36777"/>
                    <a:pt x="127160" y="27201"/>
                    <a:pt x="120770" y="22732"/>
                  </a:cubicBezTo>
                  <a:cubicBezTo>
                    <a:pt x="116936" y="20179"/>
                    <a:pt x="112463" y="19540"/>
                    <a:pt x="108629" y="20817"/>
                  </a:cubicBezTo>
                  <a:cubicBezTo>
                    <a:pt x="106712" y="20817"/>
                    <a:pt x="104795" y="20817"/>
                    <a:pt x="102878" y="20179"/>
                  </a:cubicBezTo>
                  <a:cubicBezTo>
                    <a:pt x="101600" y="18263"/>
                    <a:pt x="100961" y="16348"/>
                    <a:pt x="100322" y="14433"/>
                  </a:cubicBezTo>
                  <a:cubicBezTo>
                    <a:pt x="98405" y="9326"/>
                    <a:pt x="96488" y="2942"/>
                    <a:pt x="90737" y="1027"/>
                  </a:cubicBezTo>
                  <a:cubicBezTo>
                    <a:pt x="84986" y="-250"/>
                    <a:pt x="79235" y="1665"/>
                    <a:pt x="74762" y="5495"/>
                  </a:cubicBezTo>
                  <a:cubicBezTo>
                    <a:pt x="73484" y="8687"/>
                    <a:pt x="69650" y="9326"/>
                    <a:pt x="66455" y="8049"/>
                  </a:cubicBezTo>
                  <a:cubicBezTo>
                    <a:pt x="65177" y="7411"/>
                    <a:pt x="64538" y="6772"/>
                    <a:pt x="63899" y="5495"/>
                  </a:cubicBezTo>
                  <a:cubicBezTo>
                    <a:pt x="59426" y="1027"/>
                    <a:pt x="53675" y="-888"/>
                    <a:pt x="47925" y="388"/>
                  </a:cubicBezTo>
                  <a:cubicBezTo>
                    <a:pt x="41535" y="2304"/>
                    <a:pt x="38979" y="8687"/>
                    <a:pt x="37701" y="13795"/>
                  </a:cubicBezTo>
                  <a:cubicBezTo>
                    <a:pt x="37062" y="15710"/>
                    <a:pt x="36423" y="17625"/>
                    <a:pt x="35145" y="19540"/>
                  </a:cubicBezTo>
                  <a:cubicBezTo>
                    <a:pt x="33228" y="20179"/>
                    <a:pt x="30672" y="20179"/>
                    <a:pt x="28755" y="20179"/>
                  </a:cubicBezTo>
                  <a:cubicBezTo>
                    <a:pt x="21087" y="17625"/>
                    <a:pt x="12780" y="22732"/>
                    <a:pt x="10863" y="30393"/>
                  </a:cubicBezTo>
                  <a:cubicBezTo>
                    <a:pt x="9585" y="34223"/>
                    <a:pt x="10224" y="38692"/>
                    <a:pt x="12780" y="42523"/>
                  </a:cubicBezTo>
                  <a:cubicBezTo>
                    <a:pt x="13419" y="44438"/>
                    <a:pt x="14058" y="46353"/>
                    <a:pt x="14058" y="48268"/>
                  </a:cubicBezTo>
                  <a:cubicBezTo>
                    <a:pt x="12780" y="49545"/>
                    <a:pt x="10863" y="50822"/>
                    <a:pt x="9585" y="52099"/>
                  </a:cubicBezTo>
                  <a:cubicBezTo>
                    <a:pt x="5112" y="55291"/>
                    <a:pt x="0" y="59121"/>
                    <a:pt x="0" y="65505"/>
                  </a:cubicBezTo>
                  <a:cubicBezTo>
                    <a:pt x="0" y="71889"/>
                    <a:pt x="5112" y="75719"/>
                    <a:pt x="9585" y="78911"/>
                  </a:cubicBezTo>
                  <a:cubicBezTo>
                    <a:pt x="11502" y="80188"/>
                    <a:pt x="12780" y="81465"/>
                    <a:pt x="14697" y="83380"/>
                  </a:cubicBezTo>
                  <a:cubicBezTo>
                    <a:pt x="14697" y="85295"/>
                    <a:pt x="14058" y="87849"/>
                    <a:pt x="13419" y="89764"/>
                  </a:cubicBezTo>
                  <a:cubicBezTo>
                    <a:pt x="8946" y="96786"/>
                    <a:pt x="10863" y="105724"/>
                    <a:pt x="17253" y="110193"/>
                  </a:cubicBezTo>
                  <a:cubicBezTo>
                    <a:pt x="20448" y="112746"/>
                    <a:pt x="24921" y="113385"/>
                    <a:pt x="29394" y="112108"/>
                  </a:cubicBezTo>
                  <a:cubicBezTo>
                    <a:pt x="31311" y="112108"/>
                    <a:pt x="33228" y="112108"/>
                    <a:pt x="35145" y="112746"/>
                  </a:cubicBezTo>
                  <a:cubicBezTo>
                    <a:pt x="36423" y="114662"/>
                    <a:pt x="37062" y="116577"/>
                    <a:pt x="37701" y="118492"/>
                  </a:cubicBezTo>
                  <a:cubicBezTo>
                    <a:pt x="39617" y="123599"/>
                    <a:pt x="41535" y="129983"/>
                    <a:pt x="47285" y="131898"/>
                  </a:cubicBezTo>
                  <a:cubicBezTo>
                    <a:pt x="53036" y="133175"/>
                    <a:pt x="58787" y="131260"/>
                    <a:pt x="63260" y="127430"/>
                  </a:cubicBezTo>
                  <a:cubicBezTo>
                    <a:pt x="65177" y="126153"/>
                    <a:pt x="66455" y="124876"/>
                    <a:pt x="68372" y="124238"/>
                  </a:cubicBezTo>
                  <a:cubicBezTo>
                    <a:pt x="70289" y="124876"/>
                    <a:pt x="72206" y="126153"/>
                    <a:pt x="73484" y="127430"/>
                  </a:cubicBezTo>
                  <a:cubicBezTo>
                    <a:pt x="77318" y="130622"/>
                    <a:pt x="81791" y="132537"/>
                    <a:pt x="86264" y="133175"/>
                  </a:cubicBezTo>
                  <a:cubicBezTo>
                    <a:pt x="87542" y="133175"/>
                    <a:pt x="88820" y="133175"/>
                    <a:pt x="89459" y="132537"/>
                  </a:cubicBezTo>
                  <a:cubicBezTo>
                    <a:pt x="95849" y="130622"/>
                    <a:pt x="97766" y="124238"/>
                    <a:pt x="99683" y="119130"/>
                  </a:cubicBezTo>
                  <a:cubicBezTo>
                    <a:pt x="100322" y="117215"/>
                    <a:pt x="100961" y="115300"/>
                    <a:pt x="102239" y="114023"/>
                  </a:cubicBezTo>
                  <a:cubicBezTo>
                    <a:pt x="104156" y="113385"/>
                    <a:pt x="106712" y="113385"/>
                    <a:pt x="108629" y="113385"/>
                  </a:cubicBezTo>
                  <a:cubicBezTo>
                    <a:pt x="116297" y="115300"/>
                    <a:pt x="124604" y="110831"/>
                    <a:pt x="126521" y="103170"/>
                  </a:cubicBezTo>
                  <a:cubicBezTo>
                    <a:pt x="127799" y="99340"/>
                    <a:pt x="127160" y="94871"/>
                    <a:pt x="125243" y="91679"/>
                  </a:cubicBezTo>
                  <a:cubicBezTo>
                    <a:pt x="124604" y="89764"/>
                    <a:pt x="123965" y="87849"/>
                    <a:pt x="123965" y="85934"/>
                  </a:cubicBezTo>
                  <a:cubicBezTo>
                    <a:pt x="125243" y="84657"/>
                    <a:pt x="127160" y="83380"/>
                    <a:pt x="128438" y="82103"/>
                  </a:cubicBezTo>
                  <a:cubicBezTo>
                    <a:pt x="133550" y="79550"/>
                    <a:pt x="137384" y="74443"/>
                    <a:pt x="138023" y="68697"/>
                  </a:cubicBezTo>
                  <a:cubicBezTo>
                    <a:pt x="138023" y="61675"/>
                    <a:pt x="132911" y="57206"/>
                    <a:pt x="128438" y="54014"/>
                  </a:cubicBezTo>
                  <a:close/>
                  <a:moveTo>
                    <a:pt x="120131" y="71251"/>
                  </a:moveTo>
                  <a:cubicBezTo>
                    <a:pt x="111185" y="75081"/>
                    <a:pt x="107990" y="85934"/>
                    <a:pt x="111824" y="94233"/>
                  </a:cubicBezTo>
                  <a:cubicBezTo>
                    <a:pt x="111824" y="94233"/>
                    <a:pt x="111824" y="94871"/>
                    <a:pt x="112463" y="94871"/>
                  </a:cubicBezTo>
                  <a:cubicBezTo>
                    <a:pt x="113102" y="96786"/>
                    <a:pt x="113741" y="98702"/>
                    <a:pt x="113741" y="100617"/>
                  </a:cubicBezTo>
                  <a:cubicBezTo>
                    <a:pt x="111824" y="100617"/>
                    <a:pt x="109907" y="101255"/>
                    <a:pt x="107990" y="101255"/>
                  </a:cubicBezTo>
                  <a:cubicBezTo>
                    <a:pt x="103517" y="100617"/>
                    <a:pt x="98405" y="101894"/>
                    <a:pt x="94571" y="103809"/>
                  </a:cubicBezTo>
                  <a:cubicBezTo>
                    <a:pt x="91376" y="107001"/>
                    <a:pt x="88820" y="110831"/>
                    <a:pt x="87542" y="115300"/>
                  </a:cubicBezTo>
                  <a:cubicBezTo>
                    <a:pt x="86903" y="117215"/>
                    <a:pt x="86264" y="119130"/>
                    <a:pt x="84986" y="120407"/>
                  </a:cubicBezTo>
                  <a:cubicBezTo>
                    <a:pt x="83069" y="119769"/>
                    <a:pt x="81791" y="118492"/>
                    <a:pt x="79874" y="117215"/>
                  </a:cubicBezTo>
                  <a:cubicBezTo>
                    <a:pt x="76679" y="114023"/>
                    <a:pt x="72206" y="112108"/>
                    <a:pt x="67733" y="111470"/>
                  </a:cubicBezTo>
                  <a:lnTo>
                    <a:pt x="67733" y="111470"/>
                  </a:lnTo>
                  <a:cubicBezTo>
                    <a:pt x="63260" y="112108"/>
                    <a:pt x="58787" y="114023"/>
                    <a:pt x="54954" y="116577"/>
                  </a:cubicBezTo>
                  <a:cubicBezTo>
                    <a:pt x="53675" y="117854"/>
                    <a:pt x="51759" y="118492"/>
                    <a:pt x="50480" y="119130"/>
                  </a:cubicBezTo>
                  <a:cubicBezTo>
                    <a:pt x="49841" y="117215"/>
                    <a:pt x="49202" y="115938"/>
                    <a:pt x="48564" y="114023"/>
                  </a:cubicBezTo>
                  <a:cubicBezTo>
                    <a:pt x="47285" y="104447"/>
                    <a:pt x="38979" y="98063"/>
                    <a:pt x="29394" y="98702"/>
                  </a:cubicBezTo>
                  <a:cubicBezTo>
                    <a:pt x="28755" y="98702"/>
                    <a:pt x="28755" y="98702"/>
                    <a:pt x="28116" y="98702"/>
                  </a:cubicBezTo>
                  <a:lnTo>
                    <a:pt x="22365" y="98702"/>
                  </a:lnTo>
                  <a:cubicBezTo>
                    <a:pt x="22365" y="96786"/>
                    <a:pt x="23004" y="94871"/>
                    <a:pt x="23643" y="92956"/>
                  </a:cubicBezTo>
                  <a:cubicBezTo>
                    <a:pt x="28116" y="84657"/>
                    <a:pt x="25560" y="73804"/>
                    <a:pt x="16614" y="68697"/>
                  </a:cubicBezTo>
                  <a:cubicBezTo>
                    <a:pt x="16614" y="68697"/>
                    <a:pt x="15975" y="68697"/>
                    <a:pt x="15975" y="68059"/>
                  </a:cubicBezTo>
                  <a:cubicBezTo>
                    <a:pt x="14697" y="66782"/>
                    <a:pt x="13419" y="65505"/>
                    <a:pt x="12141" y="64228"/>
                  </a:cubicBezTo>
                  <a:cubicBezTo>
                    <a:pt x="13419" y="62951"/>
                    <a:pt x="14697" y="61675"/>
                    <a:pt x="16614" y="60398"/>
                  </a:cubicBezTo>
                  <a:cubicBezTo>
                    <a:pt x="20448" y="57844"/>
                    <a:pt x="23643" y="54652"/>
                    <a:pt x="25560" y="50183"/>
                  </a:cubicBezTo>
                  <a:cubicBezTo>
                    <a:pt x="26838" y="45715"/>
                    <a:pt x="26199" y="40607"/>
                    <a:pt x="24282" y="36777"/>
                  </a:cubicBezTo>
                  <a:cubicBezTo>
                    <a:pt x="23643" y="34862"/>
                    <a:pt x="23004" y="32947"/>
                    <a:pt x="23004" y="31031"/>
                  </a:cubicBezTo>
                  <a:cubicBezTo>
                    <a:pt x="24921" y="31031"/>
                    <a:pt x="26838" y="31031"/>
                    <a:pt x="28755" y="31031"/>
                  </a:cubicBezTo>
                  <a:cubicBezTo>
                    <a:pt x="33228" y="31670"/>
                    <a:pt x="38340" y="30393"/>
                    <a:pt x="42174" y="28478"/>
                  </a:cubicBezTo>
                  <a:cubicBezTo>
                    <a:pt x="45369" y="25286"/>
                    <a:pt x="47925" y="21455"/>
                    <a:pt x="49202" y="16987"/>
                  </a:cubicBezTo>
                  <a:cubicBezTo>
                    <a:pt x="49841" y="15071"/>
                    <a:pt x="50480" y="13156"/>
                    <a:pt x="51759" y="11879"/>
                  </a:cubicBezTo>
                  <a:cubicBezTo>
                    <a:pt x="53675" y="12518"/>
                    <a:pt x="54954" y="13795"/>
                    <a:pt x="56870" y="15071"/>
                  </a:cubicBezTo>
                  <a:cubicBezTo>
                    <a:pt x="60065" y="18263"/>
                    <a:pt x="64538" y="20179"/>
                    <a:pt x="69011" y="20817"/>
                  </a:cubicBezTo>
                  <a:cubicBezTo>
                    <a:pt x="73484" y="20179"/>
                    <a:pt x="77957" y="18263"/>
                    <a:pt x="81791" y="15710"/>
                  </a:cubicBezTo>
                  <a:cubicBezTo>
                    <a:pt x="83069" y="14433"/>
                    <a:pt x="84986" y="13795"/>
                    <a:pt x="86264" y="13156"/>
                  </a:cubicBezTo>
                  <a:cubicBezTo>
                    <a:pt x="86903" y="15071"/>
                    <a:pt x="87542" y="16348"/>
                    <a:pt x="88181" y="18263"/>
                  </a:cubicBezTo>
                  <a:cubicBezTo>
                    <a:pt x="89459" y="27839"/>
                    <a:pt x="97766" y="34862"/>
                    <a:pt x="107351" y="33585"/>
                  </a:cubicBezTo>
                  <a:cubicBezTo>
                    <a:pt x="107351" y="33585"/>
                    <a:pt x="107990" y="33585"/>
                    <a:pt x="107990" y="33585"/>
                  </a:cubicBezTo>
                  <a:cubicBezTo>
                    <a:pt x="109907" y="33585"/>
                    <a:pt x="112463" y="33585"/>
                    <a:pt x="113741" y="33585"/>
                  </a:cubicBezTo>
                  <a:cubicBezTo>
                    <a:pt x="113102" y="35500"/>
                    <a:pt x="113102" y="37415"/>
                    <a:pt x="112463" y="38692"/>
                  </a:cubicBezTo>
                  <a:cubicBezTo>
                    <a:pt x="107990" y="46991"/>
                    <a:pt x="110546" y="57844"/>
                    <a:pt x="119492" y="62951"/>
                  </a:cubicBezTo>
                  <a:cubicBezTo>
                    <a:pt x="119492" y="62951"/>
                    <a:pt x="120131" y="62951"/>
                    <a:pt x="120131" y="63590"/>
                  </a:cubicBezTo>
                  <a:cubicBezTo>
                    <a:pt x="121409" y="64867"/>
                    <a:pt x="122687" y="66143"/>
                    <a:pt x="123965" y="67420"/>
                  </a:cubicBezTo>
                  <a:cubicBezTo>
                    <a:pt x="123326" y="69335"/>
                    <a:pt x="122048" y="69974"/>
                    <a:pt x="120131" y="71251"/>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47" name="Graphic 4">
              <a:extLst>
                <a:ext uri="{FF2B5EF4-FFF2-40B4-BE49-F238E27FC236}">
                  <a16:creationId xmlns:a16="http://schemas.microsoft.com/office/drawing/2014/main" id="{66303F28-1A1D-CFBE-9E5A-C387F2F6EB17}"/>
                </a:ext>
              </a:extLst>
            </p:cNvPr>
            <p:cNvSpPr/>
            <p:nvPr/>
          </p:nvSpPr>
          <p:spPr>
            <a:xfrm>
              <a:off x="2769705" y="1505030"/>
              <a:ext cx="51144" cy="50601"/>
            </a:xfrm>
            <a:custGeom>
              <a:avLst/>
              <a:gdLst>
                <a:gd name="connsiteX0" fmla="*/ 17585 w 51144"/>
                <a:gd name="connsiteY0" fmla="*/ 1114 h 50601"/>
                <a:gd name="connsiteX1" fmla="*/ 2888 w 51144"/>
                <a:gd name="connsiteY1" fmla="*/ 13243 h 50601"/>
                <a:gd name="connsiteX2" fmla="*/ 13751 w 51144"/>
                <a:gd name="connsiteY2" fmla="*/ 47717 h 50601"/>
                <a:gd name="connsiteX3" fmla="*/ 48256 w 51144"/>
                <a:gd name="connsiteY3" fmla="*/ 36864 h 50601"/>
                <a:gd name="connsiteX4" fmla="*/ 37393 w 51144"/>
                <a:gd name="connsiteY4" fmla="*/ 2390 h 50601"/>
                <a:gd name="connsiteX5" fmla="*/ 17585 w 51144"/>
                <a:gd name="connsiteY5" fmla="*/ 1114 h 50601"/>
                <a:gd name="connsiteX6" fmla="*/ 28447 w 51144"/>
                <a:gd name="connsiteY6" fmla="*/ 37502 h 50601"/>
                <a:gd name="connsiteX7" fmla="*/ 13751 w 51144"/>
                <a:gd name="connsiteY7" fmla="*/ 26650 h 50601"/>
                <a:gd name="connsiteX8" fmla="*/ 20780 w 51144"/>
                <a:gd name="connsiteY8" fmla="*/ 13243 h 50601"/>
                <a:gd name="connsiteX9" fmla="*/ 24613 w 51144"/>
                <a:gd name="connsiteY9" fmla="*/ 12605 h 50601"/>
                <a:gd name="connsiteX10" fmla="*/ 36755 w 51144"/>
                <a:gd name="connsiteY10" fmla="*/ 26011 h 50601"/>
                <a:gd name="connsiteX11" fmla="*/ 28447 w 51144"/>
                <a:gd name="connsiteY11" fmla="*/ 37502 h 50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1144" h="50601">
                  <a:moveTo>
                    <a:pt x="17585" y="1114"/>
                  </a:moveTo>
                  <a:cubicBezTo>
                    <a:pt x="11195" y="3029"/>
                    <a:pt x="5444" y="7498"/>
                    <a:pt x="2888" y="13243"/>
                  </a:cubicBezTo>
                  <a:cubicBezTo>
                    <a:pt x="-3502" y="26011"/>
                    <a:pt x="971" y="41333"/>
                    <a:pt x="13751" y="47717"/>
                  </a:cubicBezTo>
                  <a:cubicBezTo>
                    <a:pt x="26531" y="54101"/>
                    <a:pt x="41866" y="49632"/>
                    <a:pt x="48256" y="36864"/>
                  </a:cubicBezTo>
                  <a:cubicBezTo>
                    <a:pt x="54646" y="24096"/>
                    <a:pt x="50173" y="8774"/>
                    <a:pt x="37393" y="2390"/>
                  </a:cubicBezTo>
                  <a:cubicBezTo>
                    <a:pt x="31003" y="-163"/>
                    <a:pt x="23975" y="-802"/>
                    <a:pt x="17585" y="1114"/>
                  </a:cubicBezTo>
                  <a:close/>
                  <a:moveTo>
                    <a:pt x="28447" y="37502"/>
                  </a:moveTo>
                  <a:cubicBezTo>
                    <a:pt x="21419" y="38779"/>
                    <a:pt x="15029" y="33672"/>
                    <a:pt x="13751" y="26650"/>
                  </a:cubicBezTo>
                  <a:cubicBezTo>
                    <a:pt x="13112" y="20904"/>
                    <a:pt x="15668" y="15797"/>
                    <a:pt x="20780" y="13243"/>
                  </a:cubicBezTo>
                  <a:cubicBezTo>
                    <a:pt x="22058" y="12605"/>
                    <a:pt x="23336" y="12605"/>
                    <a:pt x="24613" y="12605"/>
                  </a:cubicBezTo>
                  <a:cubicBezTo>
                    <a:pt x="31642" y="13243"/>
                    <a:pt x="36755" y="18989"/>
                    <a:pt x="36755" y="26011"/>
                  </a:cubicBezTo>
                  <a:cubicBezTo>
                    <a:pt x="36755" y="31118"/>
                    <a:pt x="33560" y="35587"/>
                    <a:pt x="28447" y="37502"/>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grpSp>
      <p:grpSp>
        <p:nvGrpSpPr>
          <p:cNvPr id="48" name="Graphic 4">
            <a:extLst>
              <a:ext uri="{FF2B5EF4-FFF2-40B4-BE49-F238E27FC236}">
                <a16:creationId xmlns:a16="http://schemas.microsoft.com/office/drawing/2014/main" id="{C02DF4A0-08F0-C4DF-5081-1D345E024E42}"/>
              </a:ext>
            </a:extLst>
          </p:cNvPr>
          <p:cNvGrpSpPr/>
          <p:nvPr/>
        </p:nvGrpSpPr>
        <p:grpSpPr>
          <a:xfrm>
            <a:off x="5579335" y="2961193"/>
            <a:ext cx="362309" cy="361971"/>
            <a:chOff x="1515054" y="3339623"/>
            <a:chExt cx="362309" cy="361971"/>
          </a:xfrm>
          <a:solidFill>
            <a:schemeClr val="accent6"/>
          </a:solidFill>
        </p:grpSpPr>
        <p:sp>
          <p:nvSpPr>
            <p:cNvPr id="49" name="Graphic 4">
              <a:extLst>
                <a:ext uri="{FF2B5EF4-FFF2-40B4-BE49-F238E27FC236}">
                  <a16:creationId xmlns:a16="http://schemas.microsoft.com/office/drawing/2014/main" id="{7BD36D95-07E0-CB8E-55CB-53E2201A9F76}"/>
                </a:ext>
              </a:extLst>
            </p:cNvPr>
            <p:cNvSpPr/>
            <p:nvPr/>
          </p:nvSpPr>
          <p:spPr>
            <a:xfrm>
              <a:off x="1515054" y="3339623"/>
              <a:ext cx="362309" cy="361971"/>
            </a:xfrm>
            <a:custGeom>
              <a:avLst/>
              <a:gdLst>
                <a:gd name="connsiteX0" fmla="*/ 180835 w 362309"/>
                <a:gd name="connsiteY0" fmla="*/ 0 h 361971"/>
                <a:gd name="connsiteX1" fmla="*/ 0 w 362309"/>
                <a:gd name="connsiteY1" fmla="*/ 180667 h 361971"/>
                <a:gd name="connsiteX2" fmla="*/ 180835 w 362309"/>
                <a:gd name="connsiteY2" fmla="*/ 361972 h 361971"/>
                <a:gd name="connsiteX3" fmla="*/ 362309 w 362309"/>
                <a:gd name="connsiteY3" fmla="*/ 180667 h 361971"/>
                <a:gd name="connsiteX4" fmla="*/ 362309 w 362309"/>
                <a:gd name="connsiteY4" fmla="*/ 180667 h 361971"/>
                <a:gd name="connsiteX5" fmla="*/ 180835 w 362309"/>
                <a:gd name="connsiteY5" fmla="*/ 0 h 361971"/>
                <a:gd name="connsiteX6" fmla="*/ 180835 w 362309"/>
                <a:gd name="connsiteY6" fmla="*/ 349204 h 361971"/>
                <a:gd name="connsiteX7" fmla="*/ 12780 w 362309"/>
                <a:gd name="connsiteY7" fmla="*/ 180667 h 361971"/>
                <a:gd name="connsiteX8" fmla="*/ 180835 w 362309"/>
                <a:gd name="connsiteY8" fmla="*/ 12768 h 361971"/>
                <a:gd name="connsiteX9" fmla="*/ 349529 w 362309"/>
                <a:gd name="connsiteY9" fmla="*/ 181305 h 361971"/>
                <a:gd name="connsiteX10" fmla="*/ 349529 w 362309"/>
                <a:gd name="connsiteY10" fmla="*/ 181305 h 361971"/>
                <a:gd name="connsiteX11" fmla="*/ 180835 w 362309"/>
                <a:gd name="connsiteY11" fmla="*/ 349204 h 361971"/>
                <a:gd name="connsiteX12" fmla="*/ 180835 w 362309"/>
                <a:gd name="connsiteY12" fmla="*/ 349204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2309" h="361971">
                  <a:moveTo>
                    <a:pt x="180835" y="0"/>
                  </a:moveTo>
                  <a:cubicBezTo>
                    <a:pt x="80513" y="0"/>
                    <a:pt x="0" y="81077"/>
                    <a:pt x="0" y="180667"/>
                  </a:cubicBezTo>
                  <a:cubicBezTo>
                    <a:pt x="0" y="280895"/>
                    <a:pt x="81152" y="361972"/>
                    <a:pt x="180835" y="361972"/>
                  </a:cubicBezTo>
                  <a:cubicBezTo>
                    <a:pt x="280518" y="361972"/>
                    <a:pt x="362309" y="280895"/>
                    <a:pt x="362309" y="180667"/>
                  </a:cubicBezTo>
                  <a:lnTo>
                    <a:pt x="362309" y="180667"/>
                  </a:lnTo>
                  <a:cubicBezTo>
                    <a:pt x="361670" y="81077"/>
                    <a:pt x="280518" y="0"/>
                    <a:pt x="180835" y="0"/>
                  </a:cubicBezTo>
                  <a:close/>
                  <a:moveTo>
                    <a:pt x="180835" y="349204"/>
                  </a:moveTo>
                  <a:cubicBezTo>
                    <a:pt x="87542" y="349204"/>
                    <a:pt x="12780" y="273873"/>
                    <a:pt x="12780" y="180667"/>
                  </a:cubicBezTo>
                  <a:cubicBezTo>
                    <a:pt x="12780" y="87461"/>
                    <a:pt x="88181" y="12768"/>
                    <a:pt x="180835" y="12768"/>
                  </a:cubicBezTo>
                  <a:cubicBezTo>
                    <a:pt x="274128" y="12768"/>
                    <a:pt x="349529" y="88099"/>
                    <a:pt x="349529" y="181305"/>
                  </a:cubicBezTo>
                  <a:lnTo>
                    <a:pt x="349529" y="181305"/>
                  </a:lnTo>
                  <a:cubicBezTo>
                    <a:pt x="348891" y="273873"/>
                    <a:pt x="273489" y="349204"/>
                    <a:pt x="180835" y="349204"/>
                  </a:cubicBezTo>
                  <a:lnTo>
                    <a:pt x="180835" y="349204"/>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50" name="Graphic 4">
              <a:extLst>
                <a:ext uri="{FF2B5EF4-FFF2-40B4-BE49-F238E27FC236}">
                  <a16:creationId xmlns:a16="http://schemas.microsoft.com/office/drawing/2014/main" id="{DDB36494-51A1-8B86-676A-64B6496F91BE}"/>
                </a:ext>
              </a:extLst>
            </p:cNvPr>
            <p:cNvSpPr/>
            <p:nvPr/>
          </p:nvSpPr>
          <p:spPr>
            <a:xfrm>
              <a:off x="1655387" y="3442979"/>
              <a:ext cx="81466" cy="93909"/>
            </a:xfrm>
            <a:custGeom>
              <a:avLst/>
              <a:gdLst>
                <a:gd name="connsiteX0" fmla="*/ 9191 w 81466"/>
                <a:gd name="connsiteY0" fmla="*/ 65819 h 93909"/>
                <a:gd name="connsiteX1" fmla="*/ 16859 w 81466"/>
                <a:gd name="connsiteY1" fmla="*/ 87525 h 93909"/>
                <a:gd name="connsiteX2" fmla="*/ 23249 w 81466"/>
                <a:gd name="connsiteY2" fmla="*/ 93909 h 93909"/>
                <a:gd name="connsiteX3" fmla="*/ 57754 w 81466"/>
                <a:gd name="connsiteY3" fmla="*/ 93909 h 93909"/>
                <a:gd name="connsiteX4" fmla="*/ 64144 w 81466"/>
                <a:gd name="connsiteY4" fmla="*/ 87525 h 93909"/>
                <a:gd name="connsiteX5" fmla="*/ 71812 w 81466"/>
                <a:gd name="connsiteY5" fmla="*/ 65819 h 93909"/>
                <a:gd name="connsiteX6" fmla="*/ 81397 w 81466"/>
                <a:gd name="connsiteY6" fmla="*/ 39007 h 93909"/>
                <a:gd name="connsiteX7" fmla="*/ 39224 w 81466"/>
                <a:gd name="connsiteY7" fmla="*/ 64 h 93909"/>
                <a:gd name="connsiteX8" fmla="*/ 245 w 81466"/>
                <a:gd name="connsiteY8" fmla="*/ 39007 h 93909"/>
                <a:gd name="connsiteX9" fmla="*/ 9191 w 81466"/>
                <a:gd name="connsiteY9" fmla="*/ 65819 h 93909"/>
                <a:gd name="connsiteX10" fmla="*/ 40501 w 81466"/>
                <a:gd name="connsiteY10" fmla="*/ 11555 h 93909"/>
                <a:gd name="connsiteX11" fmla="*/ 68617 w 81466"/>
                <a:gd name="connsiteY11" fmla="*/ 37730 h 93909"/>
                <a:gd name="connsiteX12" fmla="*/ 68617 w 81466"/>
                <a:gd name="connsiteY12" fmla="*/ 39007 h 93909"/>
                <a:gd name="connsiteX13" fmla="*/ 61588 w 81466"/>
                <a:gd name="connsiteY13" fmla="*/ 58158 h 93909"/>
                <a:gd name="connsiteX14" fmla="*/ 51364 w 81466"/>
                <a:gd name="connsiteY14" fmla="*/ 81141 h 93909"/>
                <a:gd name="connsiteX15" fmla="*/ 29000 w 81466"/>
                <a:gd name="connsiteY15" fmla="*/ 81141 h 93909"/>
                <a:gd name="connsiteX16" fmla="*/ 18776 w 81466"/>
                <a:gd name="connsiteY16" fmla="*/ 58158 h 93909"/>
                <a:gd name="connsiteX17" fmla="*/ 11747 w 81466"/>
                <a:gd name="connsiteY17" fmla="*/ 39007 h 93909"/>
                <a:gd name="connsiteX18" fmla="*/ 38585 w 81466"/>
                <a:gd name="connsiteY18" fmla="*/ 12194 h 93909"/>
                <a:gd name="connsiteX19" fmla="*/ 40501 w 81466"/>
                <a:gd name="connsiteY19" fmla="*/ 11555 h 93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1466" h="93909">
                  <a:moveTo>
                    <a:pt x="9191" y="65819"/>
                  </a:moveTo>
                  <a:cubicBezTo>
                    <a:pt x="14303" y="71565"/>
                    <a:pt x="17498" y="79864"/>
                    <a:pt x="16859" y="87525"/>
                  </a:cubicBezTo>
                  <a:cubicBezTo>
                    <a:pt x="16859" y="91355"/>
                    <a:pt x="19415" y="93909"/>
                    <a:pt x="23249" y="93909"/>
                  </a:cubicBezTo>
                  <a:lnTo>
                    <a:pt x="57754" y="93909"/>
                  </a:lnTo>
                  <a:cubicBezTo>
                    <a:pt x="61588" y="93909"/>
                    <a:pt x="64144" y="91355"/>
                    <a:pt x="64144" y="87525"/>
                  </a:cubicBezTo>
                  <a:cubicBezTo>
                    <a:pt x="63505" y="79226"/>
                    <a:pt x="66700" y="71565"/>
                    <a:pt x="71812" y="65819"/>
                  </a:cubicBezTo>
                  <a:cubicBezTo>
                    <a:pt x="78202" y="58158"/>
                    <a:pt x="82036" y="48583"/>
                    <a:pt x="81397" y="39007"/>
                  </a:cubicBezTo>
                  <a:cubicBezTo>
                    <a:pt x="80758" y="16663"/>
                    <a:pt x="61588" y="-1212"/>
                    <a:pt x="39224" y="64"/>
                  </a:cubicBezTo>
                  <a:cubicBezTo>
                    <a:pt x="18137" y="703"/>
                    <a:pt x="884" y="17939"/>
                    <a:pt x="245" y="39007"/>
                  </a:cubicBezTo>
                  <a:cubicBezTo>
                    <a:pt x="-1033" y="48583"/>
                    <a:pt x="2801" y="58158"/>
                    <a:pt x="9191" y="65819"/>
                  </a:cubicBezTo>
                  <a:close/>
                  <a:moveTo>
                    <a:pt x="40501" y="11555"/>
                  </a:moveTo>
                  <a:cubicBezTo>
                    <a:pt x="55198" y="10917"/>
                    <a:pt x="67978" y="22408"/>
                    <a:pt x="68617" y="37730"/>
                  </a:cubicBezTo>
                  <a:cubicBezTo>
                    <a:pt x="68617" y="38368"/>
                    <a:pt x="68617" y="38368"/>
                    <a:pt x="68617" y="39007"/>
                  </a:cubicBezTo>
                  <a:cubicBezTo>
                    <a:pt x="69256" y="46029"/>
                    <a:pt x="66700" y="53051"/>
                    <a:pt x="61588" y="58158"/>
                  </a:cubicBezTo>
                  <a:cubicBezTo>
                    <a:pt x="55837" y="64542"/>
                    <a:pt x="52642" y="72842"/>
                    <a:pt x="51364" y="81141"/>
                  </a:cubicBezTo>
                  <a:lnTo>
                    <a:pt x="29000" y="81141"/>
                  </a:lnTo>
                  <a:cubicBezTo>
                    <a:pt x="28361" y="72842"/>
                    <a:pt x="24527" y="64542"/>
                    <a:pt x="18776" y="58158"/>
                  </a:cubicBezTo>
                  <a:cubicBezTo>
                    <a:pt x="13664" y="53051"/>
                    <a:pt x="11747" y="46029"/>
                    <a:pt x="11747" y="39007"/>
                  </a:cubicBezTo>
                  <a:cubicBezTo>
                    <a:pt x="11747" y="24323"/>
                    <a:pt x="23888" y="12194"/>
                    <a:pt x="38585" y="12194"/>
                  </a:cubicBezTo>
                  <a:cubicBezTo>
                    <a:pt x="39862" y="11555"/>
                    <a:pt x="39862" y="11555"/>
                    <a:pt x="40501" y="11555"/>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51" name="Graphic 4">
              <a:extLst>
                <a:ext uri="{FF2B5EF4-FFF2-40B4-BE49-F238E27FC236}">
                  <a16:creationId xmlns:a16="http://schemas.microsoft.com/office/drawing/2014/main" id="{F3E86252-1B8F-3D55-2C34-296DBE405A5D}"/>
                </a:ext>
              </a:extLst>
            </p:cNvPr>
            <p:cNvSpPr/>
            <p:nvPr/>
          </p:nvSpPr>
          <p:spPr>
            <a:xfrm>
              <a:off x="1672885" y="3542634"/>
              <a:ext cx="45368" cy="12767"/>
            </a:xfrm>
            <a:custGeom>
              <a:avLst/>
              <a:gdLst>
                <a:gd name="connsiteX0" fmla="*/ 38979 w 45368"/>
                <a:gd name="connsiteY0" fmla="*/ 0 h 12767"/>
                <a:gd name="connsiteX1" fmla="*/ 6390 w 45368"/>
                <a:gd name="connsiteY1" fmla="*/ 0 h 12767"/>
                <a:gd name="connsiteX2" fmla="*/ 0 w 45368"/>
                <a:gd name="connsiteY2" fmla="*/ 6384 h 12767"/>
                <a:gd name="connsiteX3" fmla="*/ 6390 w 45368"/>
                <a:gd name="connsiteY3" fmla="*/ 12768 h 12767"/>
                <a:gd name="connsiteX4" fmla="*/ 38979 w 45368"/>
                <a:gd name="connsiteY4" fmla="*/ 12768 h 12767"/>
                <a:gd name="connsiteX5" fmla="*/ 45369 w 45368"/>
                <a:gd name="connsiteY5" fmla="*/ 6384 h 12767"/>
                <a:gd name="connsiteX6" fmla="*/ 38979 w 45368"/>
                <a:gd name="connsiteY6" fmla="*/ 0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368" h="12767">
                  <a:moveTo>
                    <a:pt x="38979" y="0"/>
                  </a:moveTo>
                  <a:lnTo>
                    <a:pt x="6390" y="0"/>
                  </a:lnTo>
                  <a:cubicBezTo>
                    <a:pt x="2556" y="0"/>
                    <a:pt x="0" y="2554"/>
                    <a:pt x="0" y="6384"/>
                  </a:cubicBezTo>
                  <a:cubicBezTo>
                    <a:pt x="0" y="10215"/>
                    <a:pt x="2556" y="12768"/>
                    <a:pt x="6390" y="12768"/>
                  </a:cubicBezTo>
                  <a:lnTo>
                    <a:pt x="38979" y="12768"/>
                  </a:lnTo>
                  <a:cubicBezTo>
                    <a:pt x="42813" y="12768"/>
                    <a:pt x="45369" y="10215"/>
                    <a:pt x="45369" y="6384"/>
                  </a:cubicBezTo>
                  <a:cubicBezTo>
                    <a:pt x="45369" y="2554"/>
                    <a:pt x="42813" y="0"/>
                    <a:pt x="38979" y="0"/>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52" name="Graphic 4">
              <a:extLst>
                <a:ext uri="{FF2B5EF4-FFF2-40B4-BE49-F238E27FC236}">
                  <a16:creationId xmlns:a16="http://schemas.microsoft.com/office/drawing/2014/main" id="{51FD8862-2580-C2D0-1562-1D3CEFC8653B}"/>
                </a:ext>
              </a:extLst>
            </p:cNvPr>
            <p:cNvSpPr/>
            <p:nvPr/>
          </p:nvSpPr>
          <p:spPr>
            <a:xfrm>
              <a:off x="1689499" y="3399633"/>
              <a:ext cx="12779" cy="26812"/>
            </a:xfrm>
            <a:custGeom>
              <a:avLst/>
              <a:gdLst>
                <a:gd name="connsiteX0" fmla="*/ 6390 w 12779"/>
                <a:gd name="connsiteY0" fmla="*/ 26812 h 26812"/>
                <a:gd name="connsiteX1" fmla="*/ 12780 w 12779"/>
                <a:gd name="connsiteY1" fmla="*/ 20428 h 26812"/>
                <a:gd name="connsiteX2" fmla="*/ 12780 w 12779"/>
                <a:gd name="connsiteY2" fmla="*/ 6384 h 26812"/>
                <a:gd name="connsiteX3" fmla="*/ 6390 w 12779"/>
                <a:gd name="connsiteY3" fmla="*/ 0 h 26812"/>
                <a:gd name="connsiteX4" fmla="*/ 0 w 12779"/>
                <a:gd name="connsiteY4" fmla="*/ 6384 h 26812"/>
                <a:gd name="connsiteX5" fmla="*/ 0 w 12779"/>
                <a:gd name="connsiteY5" fmla="*/ 20428 h 26812"/>
                <a:gd name="connsiteX6" fmla="*/ 6390 w 12779"/>
                <a:gd name="connsiteY6" fmla="*/ 26812 h 268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779" h="26812">
                  <a:moveTo>
                    <a:pt x="6390" y="26812"/>
                  </a:moveTo>
                  <a:cubicBezTo>
                    <a:pt x="10224" y="26812"/>
                    <a:pt x="12780" y="24259"/>
                    <a:pt x="12780" y="20428"/>
                  </a:cubicBezTo>
                  <a:lnTo>
                    <a:pt x="12780" y="6384"/>
                  </a:lnTo>
                  <a:cubicBezTo>
                    <a:pt x="12780" y="2553"/>
                    <a:pt x="10224" y="0"/>
                    <a:pt x="6390" y="0"/>
                  </a:cubicBezTo>
                  <a:cubicBezTo>
                    <a:pt x="2556" y="0"/>
                    <a:pt x="0" y="2553"/>
                    <a:pt x="0" y="6384"/>
                  </a:cubicBezTo>
                  <a:lnTo>
                    <a:pt x="0" y="20428"/>
                  </a:lnTo>
                  <a:cubicBezTo>
                    <a:pt x="0" y="24259"/>
                    <a:pt x="2556" y="26812"/>
                    <a:pt x="6390" y="26812"/>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53" name="Graphic 4">
              <a:extLst>
                <a:ext uri="{FF2B5EF4-FFF2-40B4-BE49-F238E27FC236}">
                  <a16:creationId xmlns:a16="http://schemas.microsoft.com/office/drawing/2014/main" id="{8D018EFE-533E-B430-EB2F-761537356FC0}"/>
                </a:ext>
              </a:extLst>
            </p:cNvPr>
            <p:cNvSpPr/>
            <p:nvPr/>
          </p:nvSpPr>
          <p:spPr>
            <a:xfrm>
              <a:off x="1628994" y="3431752"/>
              <a:ext cx="25999" cy="21505"/>
            </a:xfrm>
            <a:custGeom>
              <a:avLst/>
              <a:gdLst>
                <a:gd name="connsiteX0" fmla="*/ 16414 w 25999"/>
                <a:gd name="connsiteY0" fmla="*/ 20229 h 21505"/>
                <a:gd name="connsiteX1" fmla="*/ 19609 w 25999"/>
                <a:gd name="connsiteY1" fmla="*/ 21506 h 21505"/>
                <a:gd name="connsiteX2" fmla="*/ 25999 w 25999"/>
                <a:gd name="connsiteY2" fmla="*/ 15122 h 21505"/>
                <a:gd name="connsiteX3" fmla="*/ 22804 w 25999"/>
                <a:gd name="connsiteY3" fmla="*/ 9377 h 21505"/>
                <a:gd name="connsiteX4" fmla="*/ 10024 w 25999"/>
                <a:gd name="connsiteY4" fmla="*/ 1077 h 21505"/>
                <a:gd name="connsiteX5" fmla="*/ 1078 w 25999"/>
                <a:gd name="connsiteY5" fmla="*/ 2993 h 21505"/>
                <a:gd name="connsiteX6" fmla="*/ 2995 w 25999"/>
                <a:gd name="connsiteY6" fmla="*/ 11930 h 21505"/>
                <a:gd name="connsiteX7" fmla="*/ 2995 w 25999"/>
                <a:gd name="connsiteY7" fmla="*/ 11930 h 21505"/>
                <a:gd name="connsiteX8" fmla="*/ 16414 w 25999"/>
                <a:gd name="connsiteY8" fmla="*/ 20229 h 215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999" h="21505">
                  <a:moveTo>
                    <a:pt x="16414" y="20229"/>
                  </a:moveTo>
                  <a:cubicBezTo>
                    <a:pt x="17692" y="20868"/>
                    <a:pt x="18970" y="21506"/>
                    <a:pt x="19609" y="21506"/>
                  </a:cubicBezTo>
                  <a:cubicBezTo>
                    <a:pt x="23443" y="21506"/>
                    <a:pt x="25999" y="18953"/>
                    <a:pt x="25999" y="15122"/>
                  </a:cubicBezTo>
                  <a:cubicBezTo>
                    <a:pt x="25999" y="13207"/>
                    <a:pt x="24721" y="10653"/>
                    <a:pt x="22804" y="9377"/>
                  </a:cubicBezTo>
                  <a:lnTo>
                    <a:pt x="10024" y="1077"/>
                  </a:lnTo>
                  <a:cubicBezTo>
                    <a:pt x="6829" y="-838"/>
                    <a:pt x="2995" y="-199"/>
                    <a:pt x="1078" y="2993"/>
                  </a:cubicBezTo>
                  <a:cubicBezTo>
                    <a:pt x="-839" y="6185"/>
                    <a:pt x="-200" y="10015"/>
                    <a:pt x="2995" y="11930"/>
                  </a:cubicBezTo>
                  <a:lnTo>
                    <a:pt x="2995" y="11930"/>
                  </a:lnTo>
                  <a:lnTo>
                    <a:pt x="16414" y="20229"/>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54" name="Graphic 4">
              <a:extLst>
                <a:ext uri="{FF2B5EF4-FFF2-40B4-BE49-F238E27FC236}">
                  <a16:creationId xmlns:a16="http://schemas.microsoft.com/office/drawing/2014/main" id="{F495EAEA-DEBF-A59B-0060-A51DF9511640}"/>
                </a:ext>
              </a:extLst>
            </p:cNvPr>
            <p:cNvSpPr/>
            <p:nvPr/>
          </p:nvSpPr>
          <p:spPr>
            <a:xfrm>
              <a:off x="1617932" y="3490924"/>
              <a:ext cx="28115" cy="12767"/>
            </a:xfrm>
            <a:custGeom>
              <a:avLst/>
              <a:gdLst>
                <a:gd name="connsiteX0" fmla="*/ 21726 w 28115"/>
                <a:gd name="connsiteY0" fmla="*/ 12768 h 12767"/>
                <a:gd name="connsiteX1" fmla="*/ 28116 w 28115"/>
                <a:gd name="connsiteY1" fmla="*/ 6384 h 12767"/>
                <a:gd name="connsiteX2" fmla="*/ 21726 w 28115"/>
                <a:gd name="connsiteY2" fmla="*/ 0 h 12767"/>
                <a:gd name="connsiteX3" fmla="*/ 6390 w 28115"/>
                <a:gd name="connsiteY3" fmla="*/ 0 h 12767"/>
                <a:gd name="connsiteX4" fmla="*/ 0 w 28115"/>
                <a:gd name="connsiteY4" fmla="*/ 6384 h 12767"/>
                <a:gd name="connsiteX5" fmla="*/ 6390 w 28115"/>
                <a:gd name="connsiteY5" fmla="*/ 12768 h 12767"/>
                <a:gd name="connsiteX6" fmla="*/ 21726 w 28115"/>
                <a:gd name="connsiteY6" fmla="*/ 12768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115" h="12767">
                  <a:moveTo>
                    <a:pt x="21726" y="12768"/>
                  </a:moveTo>
                  <a:cubicBezTo>
                    <a:pt x="25560" y="12768"/>
                    <a:pt x="28116" y="10214"/>
                    <a:pt x="28116" y="6384"/>
                  </a:cubicBezTo>
                  <a:cubicBezTo>
                    <a:pt x="28116" y="2553"/>
                    <a:pt x="25560" y="0"/>
                    <a:pt x="21726" y="0"/>
                  </a:cubicBezTo>
                  <a:lnTo>
                    <a:pt x="6390" y="0"/>
                  </a:lnTo>
                  <a:cubicBezTo>
                    <a:pt x="2556" y="0"/>
                    <a:pt x="0" y="2553"/>
                    <a:pt x="0" y="6384"/>
                  </a:cubicBezTo>
                  <a:cubicBezTo>
                    <a:pt x="0" y="10214"/>
                    <a:pt x="2556" y="12768"/>
                    <a:pt x="6390" y="12768"/>
                  </a:cubicBezTo>
                  <a:lnTo>
                    <a:pt x="21726" y="12768"/>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55" name="Graphic 4">
              <a:extLst>
                <a:ext uri="{FF2B5EF4-FFF2-40B4-BE49-F238E27FC236}">
                  <a16:creationId xmlns:a16="http://schemas.microsoft.com/office/drawing/2014/main" id="{771A5087-EC3D-B91B-FB19-0775116291A1}"/>
                </a:ext>
              </a:extLst>
            </p:cNvPr>
            <p:cNvSpPr/>
            <p:nvPr/>
          </p:nvSpPr>
          <p:spPr>
            <a:xfrm>
              <a:off x="1735706" y="3431752"/>
              <a:ext cx="25799" cy="21505"/>
            </a:xfrm>
            <a:custGeom>
              <a:avLst/>
              <a:gdLst>
                <a:gd name="connsiteX0" fmla="*/ 6829 w 25799"/>
                <a:gd name="connsiteY0" fmla="*/ 21506 h 21505"/>
                <a:gd name="connsiteX1" fmla="*/ 10024 w 25799"/>
                <a:gd name="connsiteY1" fmla="*/ 20229 h 21505"/>
                <a:gd name="connsiteX2" fmla="*/ 22804 w 25799"/>
                <a:gd name="connsiteY2" fmla="*/ 11930 h 21505"/>
                <a:gd name="connsiteX3" fmla="*/ 24721 w 25799"/>
                <a:gd name="connsiteY3" fmla="*/ 2993 h 21505"/>
                <a:gd name="connsiteX4" fmla="*/ 15775 w 25799"/>
                <a:gd name="connsiteY4" fmla="*/ 1077 h 21505"/>
                <a:gd name="connsiteX5" fmla="*/ 2995 w 25799"/>
                <a:gd name="connsiteY5" fmla="*/ 9377 h 21505"/>
                <a:gd name="connsiteX6" fmla="*/ 1078 w 25799"/>
                <a:gd name="connsiteY6" fmla="*/ 18314 h 21505"/>
                <a:gd name="connsiteX7" fmla="*/ 6829 w 25799"/>
                <a:gd name="connsiteY7" fmla="*/ 21506 h 21505"/>
                <a:gd name="connsiteX8" fmla="*/ 6829 w 25799"/>
                <a:gd name="connsiteY8" fmla="*/ 21506 h 215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799" h="21505">
                  <a:moveTo>
                    <a:pt x="6829" y="21506"/>
                  </a:moveTo>
                  <a:cubicBezTo>
                    <a:pt x="8107" y="21506"/>
                    <a:pt x="9385" y="20868"/>
                    <a:pt x="10024" y="20229"/>
                  </a:cubicBezTo>
                  <a:lnTo>
                    <a:pt x="22804" y="11930"/>
                  </a:lnTo>
                  <a:cubicBezTo>
                    <a:pt x="25999" y="10015"/>
                    <a:pt x="26638" y="6185"/>
                    <a:pt x="24721" y="2993"/>
                  </a:cubicBezTo>
                  <a:cubicBezTo>
                    <a:pt x="22804" y="-199"/>
                    <a:pt x="18970" y="-838"/>
                    <a:pt x="15775" y="1077"/>
                  </a:cubicBezTo>
                  <a:lnTo>
                    <a:pt x="2995" y="9377"/>
                  </a:lnTo>
                  <a:cubicBezTo>
                    <a:pt x="-200" y="11292"/>
                    <a:pt x="-839" y="15122"/>
                    <a:pt x="1078" y="18314"/>
                  </a:cubicBezTo>
                  <a:cubicBezTo>
                    <a:pt x="2356" y="20229"/>
                    <a:pt x="4912" y="21506"/>
                    <a:pt x="6829" y="21506"/>
                  </a:cubicBezTo>
                  <a:lnTo>
                    <a:pt x="6829" y="21506"/>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56" name="Graphic 4">
              <a:extLst>
                <a:ext uri="{FF2B5EF4-FFF2-40B4-BE49-F238E27FC236}">
                  <a16:creationId xmlns:a16="http://schemas.microsoft.com/office/drawing/2014/main" id="{2BD9B0B5-8847-2863-8B42-CA75966CF180}"/>
                </a:ext>
              </a:extLst>
            </p:cNvPr>
            <p:cNvSpPr/>
            <p:nvPr/>
          </p:nvSpPr>
          <p:spPr>
            <a:xfrm>
              <a:off x="1745091" y="3490924"/>
              <a:ext cx="28115" cy="12767"/>
            </a:xfrm>
            <a:custGeom>
              <a:avLst/>
              <a:gdLst>
                <a:gd name="connsiteX0" fmla="*/ 21726 w 28115"/>
                <a:gd name="connsiteY0" fmla="*/ 0 h 12767"/>
                <a:gd name="connsiteX1" fmla="*/ 6390 w 28115"/>
                <a:gd name="connsiteY1" fmla="*/ 0 h 12767"/>
                <a:gd name="connsiteX2" fmla="*/ 0 w 28115"/>
                <a:gd name="connsiteY2" fmla="*/ 6384 h 12767"/>
                <a:gd name="connsiteX3" fmla="*/ 6390 w 28115"/>
                <a:gd name="connsiteY3" fmla="*/ 12768 h 12767"/>
                <a:gd name="connsiteX4" fmla="*/ 21726 w 28115"/>
                <a:gd name="connsiteY4" fmla="*/ 12768 h 12767"/>
                <a:gd name="connsiteX5" fmla="*/ 28116 w 28115"/>
                <a:gd name="connsiteY5" fmla="*/ 6384 h 12767"/>
                <a:gd name="connsiteX6" fmla="*/ 21726 w 28115"/>
                <a:gd name="connsiteY6" fmla="*/ 0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115" h="12767">
                  <a:moveTo>
                    <a:pt x="21726" y="0"/>
                  </a:moveTo>
                  <a:lnTo>
                    <a:pt x="6390" y="0"/>
                  </a:lnTo>
                  <a:cubicBezTo>
                    <a:pt x="2556" y="0"/>
                    <a:pt x="0" y="2553"/>
                    <a:pt x="0" y="6384"/>
                  </a:cubicBezTo>
                  <a:cubicBezTo>
                    <a:pt x="0" y="10214"/>
                    <a:pt x="2556" y="12768"/>
                    <a:pt x="6390" y="12768"/>
                  </a:cubicBezTo>
                  <a:lnTo>
                    <a:pt x="21726" y="12768"/>
                  </a:lnTo>
                  <a:cubicBezTo>
                    <a:pt x="25560" y="12768"/>
                    <a:pt x="28116" y="10214"/>
                    <a:pt x="28116" y="6384"/>
                  </a:cubicBezTo>
                  <a:cubicBezTo>
                    <a:pt x="28116" y="2553"/>
                    <a:pt x="25560" y="0"/>
                    <a:pt x="21726" y="0"/>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57" name="Graphic 4">
              <a:extLst>
                <a:ext uri="{FF2B5EF4-FFF2-40B4-BE49-F238E27FC236}">
                  <a16:creationId xmlns:a16="http://schemas.microsoft.com/office/drawing/2014/main" id="{E8A49D33-B442-750F-E92C-5BDE5273C37B}"/>
                </a:ext>
              </a:extLst>
            </p:cNvPr>
            <p:cNvSpPr/>
            <p:nvPr/>
          </p:nvSpPr>
          <p:spPr>
            <a:xfrm>
              <a:off x="1620488" y="3563701"/>
              <a:ext cx="150802" cy="77884"/>
            </a:xfrm>
            <a:custGeom>
              <a:avLst/>
              <a:gdLst>
                <a:gd name="connsiteX0" fmla="*/ 94571 w 150802"/>
                <a:gd name="connsiteY0" fmla="*/ 0 h 77884"/>
                <a:gd name="connsiteX1" fmla="*/ 56231 w 150802"/>
                <a:gd name="connsiteY1" fmla="*/ 0 h 77884"/>
                <a:gd name="connsiteX2" fmla="*/ 0 w 150802"/>
                <a:gd name="connsiteY2" fmla="*/ 60010 h 77884"/>
                <a:gd name="connsiteX3" fmla="*/ 0 w 150802"/>
                <a:gd name="connsiteY3" fmla="*/ 71501 h 77884"/>
                <a:gd name="connsiteX4" fmla="*/ 6390 w 150802"/>
                <a:gd name="connsiteY4" fmla="*/ 77885 h 77884"/>
                <a:gd name="connsiteX5" fmla="*/ 12780 w 150802"/>
                <a:gd name="connsiteY5" fmla="*/ 71501 h 77884"/>
                <a:gd name="connsiteX6" fmla="*/ 12780 w 150802"/>
                <a:gd name="connsiteY6" fmla="*/ 60010 h 77884"/>
                <a:gd name="connsiteX7" fmla="*/ 56231 w 150802"/>
                <a:gd name="connsiteY7" fmla="*/ 12768 h 77884"/>
                <a:gd name="connsiteX8" fmla="*/ 94571 w 150802"/>
                <a:gd name="connsiteY8" fmla="*/ 12768 h 77884"/>
                <a:gd name="connsiteX9" fmla="*/ 138023 w 150802"/>
                <a:gd name="connsiteY9" fmla="*/ 60010 h 77884"/>
                <a:gd name="connsiteX10" fmla="*/ 138023 w 150802"/>
                <a:gd name="connsiteY10" fmla="*/ 71501 h 77884"/>
                <a:gd name="connsiteX11" fmla="*/ 144413 w 150802"/>
                <a:gd name="connsiteY11" fmla="*/ 77885 h 77884"/>
                <a:gd name="connsiteX12" fmla="*/ 150803 w 150802"/>
                <a:gd name="connsiteY12" fmla="*/ 71501 h 77884"/>
                <a:gd name="connsiteX13" fmla="*/ 150803 w 150802"/>
                <a:gd name="connsiteY13" fmla="*/ 60010 h 77884"/>
                <a:gd name="connsiteX14" fmla="*/ 94571 w 150802"/>
                <a:gd name="connsiteY14" fmla="*/ 0 h 77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50802" h="77884">
                  <a:moveTo>
                    <a:pt x="94571" y="0"/>
                  </a:moveTo>
                  <a:lnTo>
                    <a:pt x="56231" y="0"/>
                  </a:lnTo>
                  <a:cubicBezTo>
                    <a:pt x="24921" y="0"/>
                    <a:pt x="0" y="26813"/>
                    <a:pt x="0" y="60010"/>
                  </a:cubicBezTo>
                  <a:lnTo>
                    <a:pt x="0" y="71501"/>
                  </a:lnTo>
                  <a:cubicBezTo>
                    <a:pt x="0" y="75331"/>
                    <a:pt x="2556" y="77885"/>
                    <a:pt x="6390" y="77885"/>
                  </a:cubicBezTo>
                  <a:cubicBezTo>
                    <a:pt x="10224" y="77885"/>
                    <a:pt x="12780" y="75331"/>
                    <a:pt x="12780" y="71501"/>
                  </a:cubicBezTo>
                  <a:lnTo>
                    <a:pt x="12780" y="60010"/>
                  </a:lnTo>
                  <a:cubicBezTo>
                    <a:pt x="12780" y="33835"/>
                    <a:pt x="31950" y="12768"/>
                    <a:pt x="56231" y="12768"/>
                  </a:cubicBezTo>
                  <a:lnTo>
                    <a:pt x="94571" y="12768"/>
                  </a:lnTo>
                  <a:cubicBezTo>
                    <a:pt x="118853" y="12768"/>
                    <a:pt x="138023" y="33835"/>
                    <a:pt x="138023" y="60010"/>
                  </a:cubicBezTo>
                  <a:lnTo>
                    <a:pt x="138023" y="71501"/>
                  </a:lnTo>
                  <a:cubicBezTo>
                    <a:pt x="138023" y="75331"/>
                    <a:pt x="140579" y="77885"/>
                    <a:pt x="144413" y="77885"/>
                  </a:cubicBezTo>
                  <a:cubicBezTo>
                    <a:pt x="148246" y="77885"/>
                    <a:pt x="150803" y="75331"/>
                    <a:pt x="150803" y="71501"/>
                  </a:cubicBezTo>
                  <a:lnTo>
                    <a:pt x="150803" y="60010"/>
                  </a:lnTo>
                  <a:cubicBezTo>
                    <a:pt x="150803" y="26813"/>
                    <a:pt x="125243" y="0"/>
                    <a:pt x="94571" y="0"/>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grpSp>
      <p:grpSp>
        <p:nvGrpSpPr>
          <p:cNvPr id="58" name="Graphic 4">
            <a:extLst>
              <a:ext uri="{FF2B5EF4-FFF2-40B4-BE49-F238E27FC236}">
                <a16:creationId xmlns:a16="http://schemas.microsoft.com/office/drawing/2014/main" id="{DC2276F9-A523-2959-3BC3-8BECA2D99017}"/>
              </a:ext>
            </a:extLst>
          </p:cNvPr>
          <p:cNvGrpSpPr/>
          <p:nvPr/>
        </p:nvGrpSpPr>
        <p:grpSpPr>
          <a:xfrm>
            <a:off x="643631" y="1514073"/>
            <a:ext cx="731520" cy="731520"/>
            <a:chOff x="4660820" y="918179"/>
            <a:chExt cx="362312" cy="361971"/>
          </a:xfrm>
          <a:solidFill>
            <a:schemeClr val="accent6"/>
          </a:solidFill>
        </p:grpSpPr>
        <p:sp>
          <p:nvSpPr>
            <p:cNvPr id="59" name="Graphic 4">
              <a:extLst>
                <a:ext uri="{FF2B5EF4-FFF2-40B4-BE49-F238E27FC236}">
                  <a16:creationId xmlns:a16="http://schemas.microsoft.com/office/drawing/2014/main" id="{C83506BA-C0D7-60D6-EE8E-7477C6336C3E}"/>
                </a:ext>
              </a:extLst>
            </p:cNvPr>
            <p:cNvSpPr/>
            <p:nvPr/>
          </p:nvSpPr>
          <p:spPr>
            <a:xfrm>
              <a:off x="4660820" y="918179"/>
              <a:ext cx="362312" cy="361971"/>
            </a:xfrm>
            <a:custGeom>
              <a:avLst/>
              <a:gdLst>
                <a:gd name="connsiteX0" fmla="*/ 181474 w 362312"/>
                <a:gd name="connsiteY0" fmla="*/ 0 h 361971"/>
                <a:gd name="connsiteX1" fmla="*/ 0 w 362312"/>
                <a:gd name="connsiteY1" fmla="*/ 180667 h 361971"/>
                <a:gd name="connsiteX2" fmla="*/ 180835 w 362312"/>
                <a:gd name="connsiteY2" fmla="*/ 361972 h 361971"/>
                <a:gd name="connsiteX3" fmla="*/ 362309 w 362312"/>
                <a:gd name="connsiteY3" fmla="*/ 181305 h 361971"/>
                <a:gd name="connsiteX4" fmla="*/ 362309 w 362312"/>
                <a:gd name="connsiteY4" fmla="*/ 181305 h 361971"/>
                <a:gd name="connsiteX5" fmla="*/ 181474 w 362312"/>
                <a:gd name="connsiteY5" fmla="*/ 0 h 361971"/>
                <a:gd name="connsiteX6" fmla="*/ 181474 w 362312"/>
                <a:gd name="connsiteY6" fmla="*/ 349204 h 361971"/>
                <a:gd name="connsiteX7" fmla="*/ 12780 w 362312"/>
                <a:gd name="connsiteY7" fmla="*/ 181305 h 361971"/>
                <a:gd name="connsiteX8" fmla="*/ 180835 w 362312"/>
                <a:gd name="connsiteY8" fmla="*/ 12768 h 361971"/>
                <a:gd name="connsiteX9" fmla="*/ 349529 w 362312"/>
                <a:gd name="connsiteY9" fmla="*/ 180667 h 361971"/>
                <a:gd name="connsiteX10" fmla="*/ 349529 w 362312"/>
                <a:gd name="connsiteY10" fmla="*/ 180667 h 361971"/>
                <a:gd name="connsiteX11" fmla="*/ 181474 w 362312"/>
                <a:gd name="connsiteY11" fmla="*/ 349204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62312" h="361971">
                  <a:moveTo>
                    <a:pt x="181474" y="0"/>
                  </a:moveTo>
                  <a:cubicBezTo>
                    <a:pt x="81152" y="0"/>
                    <a:pt x="0" y="81077"/>
                    <a:pt x="0" y="180667"/>
                  </a:cubicBezTo>
                  <a:cubicBezTo>
                    <a:pt x="0" y="280257"/>
                    <a:pt x="81152" y="361972"/>
                    <a:pt x="180835" y="361972"/>
                  </a:cubicBezTo>
                  <a:cubicBezTo>
                    <a:pt x="280518" y="361972"/>
                    <a:pt x="362309" y="280895"/>
                    <a:pt x="362309" y="181305"/>
                  </a:cubicBezTo>
                  <a:cubicBezTo>
                    <a:pt x="362309" y="181305"/>
                    <a:pt x="362309" y="181305"/>
                    <a:pt x="362309" y="181305"/>
                  </a:cubicBezTo>
                  <a:cubicBezTo>
                    <a:pt x="362948" y="81077"/>
                    <a:pt x="281796" y="0"/>
                    <a:pt x="181474" y="0"/>
                  </a:cubicBezTo>
                  <a:close/>
                  <a:moveTo>
                    <a:pt x="181474" y="349204"/>
                  </a:moveTo>
                  <a:cubicBezTo>
                    <a:pt x="88181" y="349204"/>
                    <a:pt x="12780" y="273873"/>
                    <a:pt x="12780" y="181305"/>
                  </a:cubicBezTo>
                  <a:cubicBezTo>
                    <a:pt x="12780" y="88737"/>
                    <a:pt x="88181" y="12768"/>
                    <a:pt x="180835" y="12768"/>
                  </a:cubicBezTo>
                  <a:cubicBezTo>
                    <a:pt x="274128" y="12768"/>
                    <a:pt x="349529" y="88099"/>
                    <a:pt x="349529" y="180667"/>
                  </a:cubicBezTo>
                  <a:cubicBezTo>
                    <a:pt x="349529" y="180667"/>
                    <a:pt x="349529" y="180667"/>
                    <a:pt x="349529" y="180667"/>
                  </a:cubicBezTo>
                  <a:cubicBezTo>
                    <a:pt x="349529" y="273873"/>
                    <a:pt x="274767" y="348565"/>
                    <a:pt x="181474" y="349204"/>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60" name="Graphic 4">
              <a:extLst>
                <a:ext uri="{FF2B5EF4-FFF2-40B4-BE49-F238E27FC236}">
                  <a16:creationId xmlns:a16="http://schemas.microsoft.com/office/drawing/2014/main" id="{F898F77C-9DAA-828F-7CDE-6C00E16F2F4D}"/>
                </a:ext>
              </a:extLst>
            </p:cNvPr>
            <p:cNvSpPr/>
            <p:nvPr/>
          </p:nvSpPr>
          <p:spPr>
            <a:xfrm>
              <a:off x="4723441" y="980103"/>
              <a:ext cx="237705" cy="237484"/>
            </a:xfrm>
            <a:custGeom>
              <a:avLst/>
              <a:gdLst>
                <a:gd name="connsiteX0" fmla="*/ 231316 w 237705"/>
                <a:gd name="connsiteY0" fmla="*/ 112358 h 237484"/>
                <a:gd name="connsiteX1" fmla="*/ 213424 w 237705"/>
                <a:gd name="connsiteY1" fmla="*/ 112358 h 237484"/>
                <a:gd name="connsiteX2" fmla="*/ 125243 w 237705"/>
                <a:gd name="connsiteY2" fmla="*/ 24259 h 237484"/>
                <a:gd name="connsiteX3" fmla="*/ 125243 w 237705"/>
                <a:gd name="connsiteY3" fmla="*/ 6384 h 237484"/>
                <a:gd name="connsiteX4" fmla="*/ 118853 w 237705"/>
                <a:gd name="connsiteY4" fmla="*/ 0 h 237484"/>
                <a:gd name="connsiteX5" fmla="*/ 112463 w 237705"/>
                <a:gd name="connsiteY5" fmla="*/ 6384 h 237484"/>
                <a:gd name="connsiteX6" fmla="*/ 112463 w 237705"/>
                <a:gd name="connsiteY6" fmla="*/ 24259 h 237484"/>
                <a:gd name="connsiteX7" fmla="*/ 24282 w 237705"/>
                <a:gd name="connsiteY7" fmla="*/ 112358 h 237484"/>
                <a:gd name="connsiteX8" fmla="*/ 6390 w 237705"/>
                <a:gd name="connsiteY8" fmla="*/ 112358 h 237484"/>
                <a:gd name="connsiteX9" fmla="*/ 0 w 237705"/>
                <a:gd name="connsiteY9" fmla="*/ 118742 h 237484"/>
                <a:gd name="connsiteX10" fmla="*/ 6390 w 237705"/>
                <a:gd name="connsiteY10" fmla="*/ 125126 h 237484"/>
                <a:gd name="connsiteX11" fmla="*/ 24282 w 237705"/>
                <a:gd name="connsiteY11" fmla="*/ 125126 h 237484"/>
                <a:gd name="connsiteX12" fmla="*/ 112463 w 237705"/>
                <a:gd name="connsiteY12" fmla="*/ 213225 h 237484"/>
                <a:gd name="connsiteX13" fmla="*/ 112463 w 237705"/>
                <a:gd name="connsiteY13" fmla="*/ 231100 h 237484"/>
                <a:gd name="connsiteX14" fmla="*/ 118853 w 237705"/>
                <a:gd name="connsiteY14" fmla="*/ 237484 h 237484"/>
                <a:gd name="connsiteX15" fmla="*/ 125243 w 237705"/>
                <a:gd name="connsiteY15" fmla="*/ 231100 h 237484"/>
                <a:gd name="connsiteX16" fmla="*/ 125243 w 237705"/>
                <a:gd name="connsiteY16" fmla="*/ 213225 h 237484"/>
                <a:gd name="connsiteX17" fmla="*/ 213424 w 237705"/>
                <a:gd name="connsiteY17" fmla="*/ 125126 h 237484"/>
                <a:gd name="connsiteX18" fmla="*/ 231316 w 237705"/>
                <a:gd name="connsiteY18" fmla="*/ 125126 h 237484"/>
                <a:gd name="connsiteX19" fmla="*/ 237706 w 237705"/>
                <a:gd name="connsiteY19" fmla="*/ 118742 h 237484"/>
                <a:gd name="connsiteX20" fmla="*/ 231316 w 237705"/>
                <a:gd name="connsiteY20" fmla="*/ 112358 h 237484"/>
                <a:gd name="connsiteX21" fmla="*/ 231316 w 237705"/>
                <a:gd name="connsiteY21" fmla="*/ 112358 h 237484"/>
                <a:gd name="connsiteX22" fmla="*/ 200644 w 237705"/>
                <a:gd name="connsiteY22" fmla="*/ 112358 h 237484"/>
                <a:gd name="connsiteX23" fmla="*/ 173167 w 237705"/>
                <a:gd name="connsiteY23" fmla="*/ 112358 h 237484"/>
                <a:gd name="connsiteX24" fmla="*/ 125243 w 237705"/>
                <a:gd name="connsiteY24" fmla="*/ 64478 h 237484"/>
                <a:gd name="connsiteX25" fmla="*/ 125243 w 237705"/>
                <a:gd name="connsiteY25" fmla="*/ 37027 h 237484"/>
                <a:gd name="connsiteX26" fmla="*/ 200644 w 237705"/>
                <a:gd name="connsiteY26" fmla="*/ 112358 h 237484"/>
                <a:gd name="connsiteX27" fmla="*/ 112463 w 237705"/>
                <a:gd name="connsiteY27" fmla="*/ 112358 h 237484"/>
                <a:gd name="connsiteX28" fmla="*/ 77318 w 237705"/>
                <a:gd name="connsiteY28" fmla="*/ 112358 h 237484"/>
                <a:gd name="connsiteX29" fmla="*/ 112463 w 237705"/>
                <a:gd name="connsiteY29" fmla="*/ 77246 h 237484"/>
                <a:gd name="connsiteX30" fmla="*/ 112463 w 237705"/>
                <a:gd name="connsiteY30" fmla="*/ 112358 h 237484"/>
                <a:gd name="connsiteX31" fmla="*/ 112463 w 237705"/>
                <a:gd name="connsiteY31" fmla="*/ 125126 h 237484"/>
                <a:gd name="connsiteX32" fmla="*/ 112463 w 237705"/>
                <a:gd name="connsiteY32" fmla="*/ 160238 h 237484"/>
                <a:gd name="connsiteX33" fmla="*/ 77318 w 237705"/>
                <a:gd name="connsiteY33" fmla="*/ 125126 h 237484"/>
                <a:gd name="connsiteX34" fmla="*/ 112463 w 237705"/>
                <a:gd name="connsiteY34" fmla="*/ 125126 h 237484"/>
                <a:gd name="connsiteX35" fmla="*/ 125243 w 237705"/>
                <a:gd name="connsiteY35" fmla="*/ 125126 h 237484"/>
                <a:gd name="connsiteX36" fmla="*/ 160387 w 237705"/>
                <a:gd name="connsiteY36" fmla="*/ 125126 h 237484"/>
                <a:gd name="connsiteX37" fmla="*/ 125243 w 237705"/>
                <a:gd name="connsiteY37" fmla="*/ 160238 h 237484"/>
                <a:gd name="connsiteX38" fmla="*/ 125243 w 237705"/>
                <a:gd name="connsiteY38" fmla="*/ 125126 h 237484"/>
                <a:gd name="connsiteX39" fmla="*/ 125243 w 237705"/>
                <a:gd name="connsiteY39" fmla="*/ 112358 h 237484"/>
                <a:gd name="connsiteX40" fmla="*/ 125243 w 237705"/>
                <a:gd name="connsiteY40" fmla="*/ 77246 h 237484"/>
                <a:gd name="connsiteX41" fmla="*/ 160387 w 237705"/>
                <a:gd name="connsiteY41" fmla="*/ 112358 h 237484"/>
                <a:gd name="connsiteX42" fmla="*/ 125243 w 237705"/>
                <a:gd name="connsiteY42" fmla="*/ 112358 h 237484"/>
                <a:gd name="connsiteX43" fmla="*/ 112463 w 237705"/>
                <a:gd name="connsiteY43" fmla="*/ 37027 h 237484"/>
                <a:gd name="connsiteX44" fmla="*/ 112463 w 237705"/>
                <a:gd name="connsiteY44" fmla="*/ 64478 h 237484"/>
                <a:gd name="connsiteX45" fmla="*/ 64538 w 237705"/>
                <a:gd name="connsiteY45" fmla="*/ 112358 h 237484"/>
                <a:gd name="connsiteX46" fmla="*/ 37062 w 237705"/>
                <a:gd name="connsiteY46" fmla="*/ 112358 h 237484"/>
                <a:gd name="connsiteX47" fmla="*/ 112463 w 237705"/>
                <a:gd name="connsiteY47" fmla="*/ 37027 h 237484"/>
                <a:gd name="connsiteX48" fmla="*/ 112463 w 237705"/>
                <a:gd name="connsiteY48" fmla="*/ 37027 h 237484"/>
                <a:gd name="connsiteX49" fmla="*/ 37062 w 237705"/>
                <a:gd name="connsiteY49" fmla="*/ 125126 h 237484"/>
                <a:gd name="connsiteX50" fmla="*/ 64538 w 237705"/>
                <a:gd name="connsiteY50" fmla="*/ 125126 h 237484"/>
                <a:gd name="connsiteX51" fmla="*/ 112463 w 237705"/>
                <a:gd name="connsiteY51" fmla="*/ 173006 h 237484"/>
                <a:gd name="connsiteX52" fmla="*/ 112463 w 237705"/>
                <a:gd name="connsiteY52" fmla="*/ 200457 h 237484"/>
                <a:gd name="connsiteX53" fmla="*/ 37062 w 237705"/>
                <a:gd name="connsiteY53" fmla="*/ 125126 h 237484"/>
                <a:gd name="connsiteX54" fmla="*/ 125243 w 237705"/>
                <a:gd name="connsiteY54" fmla="*/ 200457 h 237484"/>
                <a:gd name="connsiteX55" fmla="*/ 125243 w 237705"/>
                <a:gd name="connsiteY55" fmla="*/ 173006 h 237484"/>
                <a:gd name="connsiteX56" fmla="*/ 173167 w 237705"/>
                <a:gd name="connsiteY56" fmla="*/ 125126 h 237484"/>
                <a:gd name="connsiteX57" fmla="*/ 200644 w 237705"/>
                <a:gd name="connsiteY57" fmla="*/ 125126 h 237484"/>
                <a:gd name="connsiteX58" fmla="*/ 125243 w 237705"/>
                <a:gd name="connsiteY58" fmla="*/ 200457 h 237484"/>
                <a:gd name="connsiteX59" fmla="*/ 125243 w 237705"/>
                <a:gd name="connsiteY59" fmla="*/ 200457 h 237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237705" h="237484">
                  <a:moveTo>
                    <a:pt x="231316" y="112358"/>
                  </a:moveTo>
                  <a:lnTo>
                    <a:pt x="213424" y="112358"/>
                  </a:lnTo>
                  <a:cubicBezTo>
                    <a:pt x="210229" y="65117"/>
                    <a:pt x="172528" y="27451"/>
                    <a:pt x="125243" y="24259"/>
                  </a:cubicBezTo>
                  <a:lnTo>
                    <a:pt x="125243" y="6384"/>
                  </a:lnTo>
                  <a:cubicBezTo>
                    <a:pt x="125243" y="2554"/>
                    <a:pt x="122687" y="0"/>
                    <a:pt x="118853" y="0"/>
                  </a:cubicBezTo>
                  <a:cubicBezTo>
                    <a:pt x="115019" y="0"/>
                    <a:pt x="112463" y="2554"/>
                    <a:pt x="112463" y="6384"/>
                  </a:cubicBezTo>
                  <a:lnTo>
                    <a:pt x="112463" y="24259"/>
                  </a:lnTo>
                  <a:cubicBezTo>
                    <a:pt x="65177" y="27451"/>
                    <a:pt x="27477" y="65117"/>
                    <a:pt x="24282" y="112358"/>
                  </a:cubicBezTo>
                  <a:lnTo>
                    <a:pt x="6390" y="112358"/>
                  </a:lnTo>
                  <a:cubicBezTo>
                    <a:pt x="2556" y="112358"/>
                    <a:pt x="0" y="114912"/>
                    <a:pt x="0" y="118742"/>
                  </a:cubicBezTo>
                  <a:cubicBezTo>
                    <a:pt x="0" y="122573"/>
                    <a:pt x="2556" y="125126"/>
                    <a:pt x="6390" y="125126"/>
                  </a:cubicBezTo>
                  <a:lnTo>
                    <a:pt x="24282" y="125126"/>
                  </a:lnTo>
                  <a:cubicBezTo>
                    <a:pt x="27477" y="172368"/>
                    <a:pt x="65177" y="210033"/>
                    <a:pt x="112463" y="213225"/>
                  </a:cubicBezTo>
                  <a:lnTo>
                    <a:pt x="112463" y="231100"/>
                  </a:lnTo>
                  <a:cubicBezTo>
                    <a:pt x="112463" y="234931"/>
                    <a:pt x="115019" y="237484"/>
                    <a:pt x="118853" y="237484"/>
                  </a:cubicBezTo>
                  <a:cubicBezTo>
                    <a:pt x="122687" y="237484"/>
                    <a:pt x="125243" y="234931"/>
                    <a:pt x="125243" y="231100"/>
                  </a:cubicBezTo>
                  <a:lnTo>
                    <a:pt x="125243" y="213225"/>
                  </a:lnTo>
                  <a:cubicBezTo>
                    <a:pt x="172528" y="210033"/>
                    <a:pt x="210229" y="172368"/>
                    <a:pt x="213424" y="125126"/>
                  </a:cubicBezTo>
                  <a:lnTo>
                    <a:pt x="231316" y="125126"/>
                  </a:lnTo>
                  <a:cubicBezTo>
                    <a:pt x="235150" y="125126"/>
                    <a:pt x="237706" y="122573"/>
                    <a:pt x="237706" y="118742"/>
                  </a:cubicBezTo>
                  <a:cubicBezTo>
                    <a:pt x="237706" y="114912"/>
                    <a:pt x="234511" y="112358"/>
                    <a:pt x="231316" y="112358"/>
                  </a:cubicBezTo>
                  <a:lnTo>
                    <a:pt x="231316" y="112358"/>
                  </a:lnTo>
                  <a:close/>
                  <a:moveTo>
                    <a:pt x="200644" y="112358"/>
                  </a:moveTo>
                  <a:lnTo>
                    <a:pt x="173167" y="112358"/>
                  </a:lnTo>
                  <a:cubicBezTo>
                    <a:pt x="169972" y="87461"/>
                    <a:pt x="150164" y="67670"/>
                    <a:pt x="125243" y="64478"/>
                  </a:cubicBezTo>
                  <a:lnTo>
                    <a:pt x="125243" y="37027"/>
                  </a:lnTo>
                  <a:cubicBezTo>
                    <a:pt x="165499" y="40219"/>
                    <a:pt x="197449" y="72139"/>
                    <a:pt x="200644" y="112358"/>
                  </a:cubicBezTo>
                  <a:close/>
                  <a:moveTo>
                    <a:pt x="112463" y="112358"/>
                  </a:moveTo>
                  <a:lnTo>
                    <a:pt x="77318" y="112358"/>
                  </a:lnTo>
                  <a:cubicBezTo>
                    <a:pt x="79874" y="94483"/>
                    <a:pt x="93932" y="80438"/>
                    <a:pt x="112463" y="77246"/>
                  </a:cubicBezTo>
                  <a:lnTo>
                    <a:pt x="112463" y="112358"/>
                  </a:lnTo>
                  <a:close/>
                  <a:moveTo>
                    <a:pt x="112463" y="125126"/>
                  </a:moveTo>
                  <a:lnTo>
                    <a:pt x="112463" y="160238"/>
                  </a:lnTo>
                  <a:cubicBezTo>
                    <a:pt x="94571" y="157684"/>
                    <a:pt x="80513" y="143640"/>
                    <a:pt x="77318" y="125126"/>
                  </a:cubicBezTo>
                  <a:lnTo>
                    <a:pt x="112463" y="125126"/>
                  </a:lnTo>
                  <a:close/>
                  <a:moveTo>
                    <a:pt x="125243" y="125126"/>
                  </a:moveTo>
                  <a:lnTo>
                    <a:pt x="160387" y="125126"/>
                  </a:lnTo>
                  <a:cubicBezTo>
                    <a:pt x="157832" y="143001"/>
                    <a:pt x="143774" y="157046"/>
                    <a:pt x="125243" y="160238"/>
                  </a:cubicBezTo>
                  <a:lnTo>
                    <a:pt x="125243" y="125126"/>
                  </a:lnTo>
                  <a:close/>
                  <a:moveTo>
                    <a:pt x="125243" y="112358"/>
                  </a:moveTo>
                  <a:lnTo>
                    <a:pt x="125243" y="77246"/>
                  </a:lnTo>
                  <a:cubicBezTo>
                    <a:pt x="143134" y="79800"/>
                    <a:pt x="157192" y="93845"/>
                    <a:pt x="160387" y="112358"/>
                  </a:cubicBezTo>
                  <a:lnTo>
                    <a:pt x="125243" y="112358"/>
                  </a:lnTo>
                  <a:close/>
                  <a:moveTo>
                    <a:pt x="112463" y="37027"/>
                  </a:moveTo>
                  <a:lnTo>
                    <a:pt x="112463" y="64478"/>
                  </a:lnTo>
                  <a:cubicBezTo>
                    <a:pt x="87542" y="67670"/>
                    <a:pt x="67733" y="87461"/>
                    <a:pt x="64538" y="112358"/>
                  </a:cubicBezTo>
                  <a:lnTo>
                    <a:pt x="37062" y="112358"/>
                  </a:lnTo>
                  <a:cubicBezTo>
                    <a:pt x="40257" y="72139"/>
                    <a:pt x="72206" y="40219"/>
                    <a:pt x="112463" y="37027"/>
                  </a:cubicBezTo>
                  <a:lnTo>
                    <a:pt x="112463" y="37027"/>
                  </a:lnTo>
                  <a:close/>
                  <a:moveTo>
                    <a:pt x="37062" y="125126"/>
                  </a:moveTo>
                  <a:lnTo>
                    <a:pt x="64538" y="125126"/>
                  </a:lnTo>
                  <a:cubicBezTo>
                    <a:pt x="67733" y="150024"/>
                    <a:pt x="87542" y="169814"/>
                    <a:pt x="112463" y="173006"/>
                  </a:cubicBezTo>
                  <a:lnTo>
                    <a:pt x="112463" y="200457"/>
                  </a:lnTo>
                  <a:cubicBezTo>
                    <a:pt x="72206" y="197265"/>
                    <a:pt x="40257" y="165345"/>
                    <a:pt x="37062" y="125126"/>
                  </a:cubicBezTo>
                  <a:close/>
                  <a:moveTo>
                    <a:pt x="125243" y="200457"/>
                  </a:moveTo>
                  <a:lnTo>
                    <a:pt x="125243" y="173006"/>
                  </a:lnTo>
                  <a:cubicBezTo>
                    <a:pt x="150164" y="169814"/>
                    <a:pt x="169972" y="150024"/>
                    <a:pt x="173167" y="125126"/>
                  </a:cubicBezTo>
                  <a:lnTo>
                    <a:pt x="200644" y="125126"/>
                  </a:lnTo>
                  <a:cubicBezTo>
                    <a:pt x="197449" y="165345"/>
                    <a:pt x="165499" y="197265"/>
                    <a:pt x="125243" y="200457"/>
                  </a:cubicBezTo>
                  <a:lnTo>
                    <a:pt x="125243" y="200457"/>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grpSp>
      <p:sp>
        <p:nvSpPr>
          <p:cNvPr id="141" name="TextBox 140">
            <a:extLst>
              <a:ext uri="{FF2B5EF4-FFF2-40B4-BE49-F238E27FC236}">
                <a16:creationId xmlns:a16="http://schemas.microsoft.com/office/drawing/2014/main" id="{394EA24E-136B-425F-9E2D-24939BAFE3D5}"/>
              </a:ext>
            </a:extLst>
          </p:cNvPr>
          <p:cNvSpPr txBox="1"/>
          <p:nvPr/>
        </p:nvSpPr>
        <p:spPr>
          <a:xfrm>
            <a:off x="10700888" y="6205724"/>
            <a:ext cx="1318384" cy="153888"/>
          </a:xfrm>
          <a:prstGeom prst="rect">
            <a:avLst/>
          </a:prstGeom>
          <a:noFill/>
        </p:spPr>
        <p:txBody>
          <a:bodyPr vert="horz" wrap="square" lIns="0" tIns="0" rIns="0" bIns="0" rtlCol="0">
            <a:spAutoFit/>
          </a:bodyPr>
          <a:lstStyle/>
          <a:p>
            <a:pPr marL="0" marR="0" lvl="0" indent="0" algn="ctr" defTabSz="914400" rtl="0" eaLnBrk="1" fontAlgn="auto" latinLnBrk="0" hangingPunct="1">
              <a:lnSpc>
                <a:spcPct val="100000"/>
              </a:lnSpc>
              <a:spcBef>
                <a:spcPts val="200"/>
              </a:spcBef>
              <a:spcAft>
                <a:spcPts val="0"/>
              </a:spcAft>
              <a:buClrTx/>
              <a:buSzPct val="100000"/>
              <a:buFontTx/>
              <a:buNone/>
              <a:tabLst/>
              <a:defRPr/>
            </a:pPr>
            <a:r>
              <a:rPr kumimoji="0" lang="en-US" sz="1000" b="0" i="1" u="none" strike="noStrike" kern="1200" cap="none" spc="0" normalizeH="0" baseline="0" noProof="0">
                <a:ln>
                  <a:noFill/>
                </a:ln>
                <a:solidFill>
                  <a:srgbClr val="000000"/>
                </a:solidFill>
                <a:effectLst/>
                <a:uLnTx/>
                <a:uFillTx/>
                <a:latin typeface="Open Sans"/>
                <a:ea typeface="+mn-ea"/>
                <a:cs typeface="+mn-cs"/>
              </a:rPr>
              <a:t>*Non-Exhaustive</a:t>
            </a:r>
          </a:p>
        </p:txBody>
      </p:sp>
      <p:sp>
        <p:nvSpPr>
          <p:cNvPr id="5" name="Rectangle 4">
            <a:extLst>
              <a:ext uri="{FF2B5EF4-FFF2-40B4-BE49-F238E27FC236}">
                <a16:creationId xmlns:a16="http://schemas.microsoft.com/office/drawing/2014/main" id="{35FCDD0E-8435-755A-D6E9-7CFF1C4E240E}"/>
              </a:ext>
            </a:extLst>
          </p:cNvPr>
          <p:cNvSpPr/>
          <p:nvPr/>
        </p:nvSpPr>
        <p:spPr bwMode="gray">
          <a:xfrm>
            <a:off x="7050406" y="106318"/>
            <a:ext cx="2505075" cy="334099"/>
          </a:xfrm>
          <a:prstGeom prst="rect">
            <a:avLst/>
          </a:prstGeom>
          <a:solidFill>
            <a:srgbClr val="ED8B0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b="1">
                <a:solidFill>
                  <a:schemeClr val="bg1"/>
                </a:solidFill>
              </a:rPr>
              <a:t>Target client: TBD</a:t>
            </a:r>
          </a:p>
        </p:txBody>
      </p:sp>
      <p:sp>
        <p:nvSpPr>
          <p:cNvPr id="6" name="Rectangle 5">
            <a:extLst>
              <a:ext uri="{FF2B5EF4-FFF2-40B4-BE49-F238E27FC236}">
                <a16:creationId xmlns:a16="http://schemas.microsoft.com/office/drawing/2014/main" id="{C8324BD3-4FBD-39FE-6D0B-CFEA74746BAB}"/>
              </a:ext>
            </a:extLst>
          </p:cNvPr>
          <p:cNvSpPr/>
          <p:nvPr/>
        </p:nvSpPr>
        <p:spPr bwMode="gray">
          <a:xfrm>
            <a:off x="9555481" y="106318"/>
            <a:ext cx="2505075" cy="334099"/>
          </a:xfrm>
          <a:prstGeom prst="rect">
            <a:avLst/>
          </a:prstGeom>
          <a:solidFill>
            <a:schemeClr val="accent1"/>
          </a:solidFill>
          <a:ln w="19050" algn="ctr">
            <a:noFill/>
            <a:miter lim="800000"/>
            <a:headEnd/>
            <a:tailEnd/>
          </a:ln>
        </p:spPr>
        <p:txBody>
          <a:bodyPr wrap="square" lIns="0" tIns="88900" rIns="0" bIns="88900" rtlCol="0" anchor="ctr"/>
          <a:lstStyle/>
          <a:p>
            <a:pPr algn="ctr">
              <a:lnSpc>
                <a:spcPct val="106000"/>
              </a:lnSpc>
              <a:buFont typeface="Wingdings 2" pitchFamily="18" charset="2"/>
              <a:buNone/>
            </a:pPr>
            <a:r>
              <a:rPr lang="en-US" sz="1400">
                <a:solidFill>
                  <a:schemeClr val="bg1"/>
                </a:solidFill>
              </a:rPr>
              <a:t>Team: Mike Capozzi</a:t>
            </a:r>
          </a:p>
        </p:txBody>
      </p:sp>
      <p:pic>
        <p:nvPicPr>
          <p:cNvPr id="4" name="Picture 3" descr="3 ways Amazon can address its web service data risk – and what others ...">
            <a:extLst>
              <a:ext uri="{FF2B5EF4-FFF2-40B4-BE49-F238E27FC236}">
                <a16:creationId xmlns:a16="http://schemas.microsoft.com/office/drawing/2014/main" id="{EA3DE4EC-0F3C-9BD1-9881-CC9A861C8DB6}"/>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037841" y="4753261"/>
            <a:ext cx="647700" cy="38862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5" descr="Google logo | Logok">
            <a:extLst>
              <a:ext uri="{FF2B5EF4-FFF2-40B4-BE49-F238E27FC236}">
                <a16:creationId xmlns:a16="http://schemas.microsoft.com/office/drawing/2014/main" id="{F6DB95E9-6827-F777-1FAB-50E54A0EE07D}"/>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a:stretch/>
        </p:blipFill>
        <p:spPr bwMode="auto">
          <a:xfrm>
            <a:off x="2036302" y="5327960"/>
            <a:ext cx="673298" cy="5385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458539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picture containing font, graphics, logo, white&#10;&#10;Description automatically generated">
            <a:extLst>
              <a:ext uri="{FF2B5EF4-FFF2-40B4-BE49-F238E27FC236}">
                <a16:creationId xmlns:a16="http://schemas.microsoft.com/office/drawing/2014/main" id="{DFED6B94-2479-535C-A2D3-5B47830414C9}"/>
              </a:ext>
            </a:extLst>
          </p:cNvPr>
          <p:cNvPicPr>
            <a:picLocks/>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314704" y="4358877"/>
            <a:ext cx="1699870" cy="1106424"/>
          </a:xfrm>
          <a:prstGeom prst="rect">
            <a:avLst/>
          </a:prstGeom>
        </p:spPr>
      </p:pic>
      <p:pic>
        <p:nvPicPr>
          <p:cNvPr id="5" name="Picture 4" descr="A green and white logo&#10;&#10;Description automatically generated with low confidence">
            <a:extLst>
              <a:ext uri="{FF2B5EF4-FFF2-40B4-BE49-F238E27FC236}">
                <a16:creationId xmlns:a16="http://schemas.microsoft.com/office/drawing/2014/main" id="{19FEC269-2391-3CCF-86B5-1551CE0532B9}"/>
              </a:ext>
            </a:extLst>
          </p:cNvPr>
          <p:cNvPicPr>
            <a:picLocks/>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516891" y="5049664"/>
            <a:ext cx="1284695" cy="831273"/>
          </a:xfrm>
          <a:prstGeom prst="rect">
            <a:avLst/>
          </a:prstGeom>
        </p:spPr>
      </p:pic>
      <p:graphicFrame>
        <p:nvGraphicFramePr>
          <p:cNvPr id="115" name="think-cell data - do not delete" hidden="1">
            <a:extLst>
              <a:ext uri="{FF2B5EF4-FFF2-40B4-BE49-F238E27FC236}">
                <a16:creationId xmlns:a16="http://schemas.microsoft.com/office/drawing/2014/main" id="{C2FCB5B3-8446-99F8-E6E9-27C12D2969B4}"/>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95" imgH="394" progId="TCLayout.ActiveDocument.1">
                  <p:embed/>
                </p:oleObj>
              </mc:Choice>
              <mc:Fallback>
                <p:oleObj name="think-cell Slide" r:id="rId6" imgW="395" imgH="394" progId="TCLayout.ActiveDocument.1">
                  <p:embed/>
                  <p:pic>
                    <p:nvPicPr>
                      <p:cNvPr id="115" name="think-cell data - do not delete" hidden="1">
                        <a:extLst>
                          <a:ext uri="{FF2B5EF4-FFF2-40B4-BE49-F238E27FC236}">
                            <a16:creationId xmlns:a16="http://schemas.microsoft.com/office/drawing/2014/main" id="{C2FCB5B3-8446-99F8-E6E9-27C12D2969B4}"/>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2" name="Text Placeholder 1">
            <a:extLst>
              <a:ext uri="{FF2B5EF4-FFF2-40B4-BE49-F238E27FC236}">
                <a16:creationId xmlns:a16="http://schemas.microsoft.com/office/drawing/2014/main" id="{735FE4D4-4716-D56F-6604-53D2192B6AD7}"/>
              </a:ext>
            </a:extLst>
          </p:cNvPr>
          <p:cNvSpPr>
            <a:spLocks noGrp="1"/>
          </p:cNvSpPr>
          <p:nvPr>
            <p:ph type="body" sz="quarter" idx="22"/>
          </p:nvPr>
        </p:nvSpPr>
        <p:spPr/>
        <p:txBody>
          <a:bodyPr/>
          <a:lstStyle/>
          <a:p>
            <a:pPr>
              <a:spcBef>
                <a:spcPts val="600"/>
              </a:spcBef>
              <a:defRPr/>
            </a:pPr>
            <a:r>
              <a:rPr lang="en-US" sz="1600">
                <a:solidFill>
                  <a:schemeClr val="tx2">
                    <a:lumMod val="75000"/>
                  </a:schemeClr>
                </a:solidFill>
                <a:latin typeface="Open Sans" panose="020B0606030504020204" pitchFamily="34" charset="0"/>
                <a:ea typeface="Open Sans" panose="020B0606030504020204" pitchFamily="34" charset="0"/>
                <a:cs typeface="Open Sans" panose="020B0606030504020204" pitchFamily="34" charset="0"/>
              </a:rPr>
              <a:t>Automating the creation of the journal entry processes leveraging generative AI to engage and gather details used to develop journal entries that would normally occur </a:t>
            </a:r>
            <a:r>
              <a:rPr lang="en-US">
                <a:solidFill>
                  <a:schemeClr val="tx2">
                    <a:lumMod val="75000"/>
                  </a:schemeClr>
                </a:solidFill>
              </a:rPr>
              <a:t>via emails or close meetings.</a:t>
            </a:r>
            <a:endParaRPr lang="en-US" sz="1600">
              <a:solidFill>
                <a:schemeClr val="tx2">
                  <a:lumMod val="7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 name="Title 2">
            <a:extLst>
              <a:ext uri="{FF2B5EF4-FFF2-40B4-BE49-F238E27FC236}">
                <a16:creationId xmlns:a16="http://schemas.microsoft.com/office/drawing/2014/main" id="{CA46A0B9-3BE7-8D64-18C1-659ADEDFF908}"/>
              </a:ext>
            </a:extLst>
          </p:cNvPr>
          <p:cNvSpPr>
            <a:spLocks noGrp="1"/>
          </p:cNvSpPr>
          <p:nvPr>
            <p:ph type="title"/>
          </p:nvPr>
        </p:nvSpPr>
        <p:spPr/>
        <p:txBody>
          <a:bodyPr/>
          <a:lstStyle/>
          <a:p>
            <a:r>
              <a:rPr lang="en-US"/>
              <a:t>Proof of Concept | Journal Entry Automation </a:t>
            </a:r>
          </a:p>
        </p:txBody>
      </p:sp>
      <p:sp>
        <p:nvSpPr>
          <p:cNvPr id="23" name="Rectangle 22">
            <a:extLst>
              <a:ext uri="{FF2B5EF4-FFF2-40B4-BE49-F238E27FC236}">
                <a16:creationId xmlns:a16="http://schemas.microsoft.com/office/drawing/2014/main" id="{DFABE56A-E6D4-7A0F-863E-1ED90E1162FA}"/>
              </a:ext>
            </a:extLst>
          </p:cNvPr>
          <p:cNvSpPr/>
          <p:nvPr/>
        </p:nvSpPr>
        <p:spPr bwMode="gray">
          <a:xfrm>
            <a:off x="6112819" y="2933291"/>
            <a:ext cx="3018481" cy="3250038"/>
          </a:xfrm>
          <a:prstGeom prst="rect">
            <a:avLst/>
          </a:prstGeom>
          <a:solidFill>
            <a:srgbClr val="FFFFFF">
              <a:lumMod val="95000"/>
              <a:alpha val="50000"/>
            </a:srgbClr>
          </a:solidFill>
          <a:ln w="19050" algn="ctr">
            <a:noFill/>
            <a:miter lim="800000"/>
            <a:headEnd/>
            <a:tailEnd/>
          </a:ln>
        </p:spPr>
        <p:txBody>
          <a:bodyPr wrap="square" lIns="91440" tIns="91440" rIns="91440" bIns="91440" rtlCol="0" anchor="t">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9525" marR="0" lvl="1" indent="-9525" algn="l" defTabSz="1217613" rtl="0" eaLnBrk="0" fontAlgn="base" latinLnBrk="0" hangingPunct="0">
              <a:lnSpc>
                <a:spcPct val="100000"/>
              </a:lnSpc>
              <a:spcBef>
                <a:spcPct val="0"/>
              </a:spcBef>
              <a:spcAft>
                <a:spcPts val="600"/>
              </a:spcAft>
              <a:buClrTx/>
              <a:buSzTx/>
              <a:buFontTx/>
              <a:buNone/>
              <a:tabLst/>
              <a:defRPr/>
            </a:pPr>
            <a:r>
              <a:rPr kumimoji="0" lang="en-GB" sz="1500" b="1" i="0" u="none" strike="noStrike" kern="1200" cap="none" spc="0" normalizeH="0" baseline="0" noProof="0">
                <a:ln>
                  <a:noFill/>
                </a:ln>
                <a:solidFill>
                  <a:schemeClr val="accent5"/>
                </a:solidFill>
                <a:effectLst/>
                <a:uLnTx/>
                <a:uFillTx/>
                <a:latin typeface="Open Sans"/>
                <a:ea typeface="Open Sans"/>
                <a:cs typeface="Open Sans"/>
              </a:rPr>
              <a:t>Solution Approach</a:t>
            </a:r>
            <a:endParaRPr kumimoji="0" lang="en-US" sz="1500" b="0" i="0" u="none" strike="noStrike" kern="1200" cap="none" spc="0" normalizeH="0" baseline="0" noProof="0">
              <a:ln>
                <a:noFill/>
              </a:ln>
              <a:solidFill>
                <a:schemeClr val="accent5"/>
              </a:solidFill>
              <a:effectLst/>
              <a:uLnTx/>
              <a:uFillTx/>
              <a:latin typeface="Open Sans"/>
              <a:ea typeface="Open Sans"/>
              <a:cs typeface="Open Sans"/>
            </a:endParaRPr>
          </a:p>
          <a:p>
            <a:pPr marL="171450" marR="0" lvl="1" indent="-171450" algn="l" defTabSz="1217613" rtl="0" eaLnBrk="0" fontAlgn="base" latinLnBrk="0" hangingPunct="0">
              <a:lnSpc>
                <a:spcPct val="100000"/>
              </a:lnSpc>
              <a:spcBef>
                <a:spcPct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a:ln>
                  <a:noFill/>
                </a:ln>
                <a:effectLst/>
                <a:uLnTx/>
                <a:uFillTx/>
                <a:latin typeface="Open Sans"/>
                <a:ea typeface="Open Sans"/>
                <a:cs typeface="Open Sans"/>
              </a:rPr>
              <a:t>Train a Gen AI model to collect historical patterns, closing activities and stakeholders</a:t>
            </a:r>
            <a:endParaRPr lang="en-US" sz="1100" b="0" i="0" u="none" strike="noStrike" kern="1200" cap="none" spc="0" normalizeH="0" baseline="0" noProof="0">
              <a:ln>
                <a:noFill/>
              </a:ln>
              <a:effectLst/>
              <a:uLnTx/>
              <a:uFillTx/>
              <a:latin typeface="Open Sans"/>
              <a:ea typeface="Open Sans"/>
              <a:cs typeface="Open Sans"/>
            </a:endParaRPr>
          </a:p>
          <a:p>
            <a:pPr marL="171450" marR="0" lvl="1" indent="-171450" algn="l" defTabSz="1217613" rtl="0" eaLnBrk="0" fontAlgn="base" latinLnBrk="0" hangingPunct="0">
              <a:lnSpc>
                <a:spcPct val="100000"/>
              </a:lnSpc>
              <a:spcBef>
                <a:spcPct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a:ln>
                  <a:noFill/>
                </a:ln>
                <a:effectLst/>
                <a:uLnTx/>
                <a:uFillTx/>
                <a:latin typeface="Open Sans"/>
                <a:ea typeface="Open Sans"/>
                <a:cs typeface="Open Sans"/>
              </a:rPr>
              <a:t>Define business and functional stakeholders to engage for closing activities</a:t>
            </a:r>
            <a:endParaRPr lang="en-US" sz="1100" b="0" i="0" u="none" strike="noStrike" kern="1200" cap="none" spc="0" normalizeH="0" baseline="0" noProof="0">
              <a:ln>
                <a:noFill/>
              </a:ln>
              <a:effectLst/>
              <a:uLnTx/>
              <a:uFillTx/>
              <a:latin typeface="Open Sans"/>
              <a:ea typeface="Open Sans"/>
              <a:cs typeface="Open Sans"/>
            </a:endParaRPr>
          </a:p>
          <a:p>
            <a:pPr marL="171450" marR="0" lvl="1" indent="-171450" algn="l" defTabSz="1217613" rtl="0" eaLnBrk="0" fontAlgn="base" latinLnBrk="0" hangingPunct="0">
              <a:lnSpc>
                <a:spcPct val="100000"/>
              </a:lnSpc>
              <a:spcBef>
                <a:spcPct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a:ln>
                  <a:noFill/>
                </a:ln>
                <a:effectLst/>
                <a:uLnTx/>
                <a:uFillTx/>
                <a:latin typeface="Open Sans"/>
                <a:ea typeface="Open Sans"/>
                <a:cs typeface="Open Sans"/>
              </a:rPr>
              <a:t>Clean and preprocess input data</a:t>
            </a:r>
            <a:endParaRPr lang="en-US" sz="1100" b="0" i="0" u="none" strike="noStrike" kern="1200" cap="none" spc="0" normalizeH="0" baseline="0" noProof="0">
              <a:ln>
                <a:noFill/>
              </a:ln>
              <a:effectLst/>
              <a:uLnTx/>
              <a:uFillTx/>
              <a:latin typeface="Open Sans"/>
              <a:ea typeface="Open Sans"/>
              <a:cs typeface="Open Sans"/>
            </a:endParaRPr>
          </a:p>
          <a:p>
            <a:pPr marL="171450" lvl="1" indent="-171450" defTabSz="1217613" eaLnBrk="0" fontAlgn="base" hangingPunct="0">
              <a:spcBef>
                <a:spcPct val="0"/>
              </a:spcBef>
              <a:spcAft>
                <a:spcPts val="600"/>
              </a:spcAft>
              <a:buFont typeface="Arial" panose="020B0604020202020204" pitchFamily="34" charset="0"/>
              <a:buChar char="•"/>
              <a:defRPr/>
            </a:pPr>
            <a:r>
              <a:rPr kumimoji="0" lang="en-US" sz="1100" b="0" i="0" u="none" strike="noStrike" kern="1200" cap="none" spc="0" normalizeH="0" baseline="0" noProof="0">
                <a:ln>
                  <a:noFill/>
                </a:ln>
                <a:effectLst/>
                <a:uLnTx/>
                <a:uFillTx/>
                <a:latin typeface="Open Sans"/>
                <a:ea typeface="Open Sans"/>
                <a:cs typeface="Open Sans"/>
              </a:rPr>
              <a:t>Engage </a:t>
            </a:r>
            <a:r>
              <a:rPr lang="en-US" sz="1100">
                <a:latin typeface="Open Sans"/>
                <a:ea typeface="Open Sans"/>
                <a:cs typeface="Open Sans"/>
              </a:rPr>
              <a:t>stakeholders to develop and document AJEs</a:t>
            </a:r>
            <a:r>
              <a:rPr kumimoji="0" lang="en-US" sz="1100" b="0" i="0" u="none" strike="noStrike" kern="1200" cap="none" spc="0" normalizeH="0" baseline="0" noProof="0">
                <a:ln>
                  <a:noFill/>
                </a:ln>
                <a:effectLst/>
                <a:uLnTx/>
                <a:uFillTx/>
                <a:latin typeface="Open Sans"/>
                <a:ea typeface="Open Sans"/>
                <a:cs typeface="Open Sans"/>
              </a:rPr>
              <a:t> and narratives for reporting</a:t>
            </a:r>
            <a:endParaRPr lang="en-US" sz="1100" b="0" i="0" u="none" strike="noStrike" kern="1200" cap="none" spc="0" normalizeH="0" baseline="0" noProof="0">
              <a:ln>
                <a:noFill/>
              </a:ln>
              <a:effectLst/>
              <a:uLnTx/>
              <a:uFillTx/>
              <a:latin typeface="Open Sans"/>
              <a:ea typeface="Open Sans"/>
              <a:cs typeface="Open Sans"/>
            </a:endParaRPr>
          </a:p>
          <a:p>
            <a:pPr marL="171450" lvl="1" indent="-171450" defTabSz="1217613" eaLnBrk="0" fontAlgn="base" hangingPunct="0">
              <a:spcBef>
                <a:spcPct val="0"/>
              </a:spcBef>
              <a:spcAft>
                <a:spcPts val="600"/>
              </a:spcAft>
              <a:buFont typeface="Arial" panose="020B0604020202020204" pitchFamily="34" charset="0"/>
              <a:buChar char="•"/>
              <a:defRPr/>
            </a:pPr>
            <a:r>
              <a:rPr kumimoji="0" lang="en-US" sz="1100" b="0" i="0" u="none" strike="noStrike" kern="1200" cap="none" spc="0" normalizeH="0" baseline="0" noProof="0">
                <a:ln>
                  <a:noFill/>
                </a:ln>
                <a:effectLst/>
                <a:uLnTx/>
                <a:uFillTx/>
                <a:latin typeface="Open Sans"/>
                <a:ea typeface="Open Sans"/>
                <a:cs typeface="Open Sans"/>
              </a:rPr>
              <a:t>Summarize, document, and send proposed AJEs to applicable Accounting </a:t>
            </a:r>
            <a:r>
              <a:rPr lang="en-US" sz="1100">
                <a:latin typeface="Open Sans"/>
                <a:ea typeface="Open Sans"/>
                <a:cs typeface="Open Sans"/>
              </a:rPr>
              <a:t>team</a:t>
            </a:r>
            <a:endParaRPr lang="en-US"/>
          </a:p>
        </p:txBody>
      </p:sp>
      <p:sp>
        <p:nvSpPr>
          <p:cNvPr id="24" name="Rectangle 23">
            <a:extLst>
              <a:ext uri="{FF2B5EF4-FFF2-40B4-BE49-F238E27FC236}">
                <a16:creationId xmlns:a16="http://schemas.microsoft.com/office/drawing/2014/main" id="{6737D673-B84D-7246-637F-A2B1AEDF5A14}"/>
              </a:ext>
            </a:extLst>
          </p:cNvPr>
          <p:cNvSpPr/>
          <p:nvPr/>
        </p:nvSpPr>
        <p:spPr bwMode="gray">
          <a:xfrm>
            <a:off x="3350039" y="1403039"/>
            <a:ext cx="5500082" cy="1333698"/>
          </a:xfrm>
          <a:prstGeom prst="rect">
            <a:avLst/>
          </a:prstGeom>
          <a:noFill/>
          <a:ln w="19050" algn="ctr">
            <a:noFill/>
            <a:miter lim="800000"/>
            <a:headEnd/>
            <a:tailEnd/>
          </a:ln>
        </p:spPr>
        <p:txBody>
          <a:bodyPr wrap="square" lIns="0" tIns="0" rIns="0" bIns="9144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9525" marR="0" lvl="1" indent="-9525" algn="l" defTabSz="1217613" rtl="0" eaLnBrk="0" fontAlgn="base" latinLnBrk="0" hangingPunct="0">
              <a:lnSpc>
                <a:spcPct val="100000"/>
              </a:lnSpc>
              <a:spcBef>
                <a:spcPct val="0"/>
              </a:spcBef>
              <a:spcAft>
                <a:spcPts val="600"/>
              </a:spcAft>
              <a:buClrTx/>
              <a:buSzTx/>
              <a:buFontTx/>
              <a:buNone/>
              <a:tabLst/>
              <a:defRPr/>
            </a:pPr>
            <a:r>
              <a:rPr kumimoji="0" lang="en-GB" sz="1500" b="1" i="0" u="none" strike="noStrike" kern="1200" cap="none" spc="0" normalizeH="0" baseline="0" noProof="0">
                <a:ln>
                  <a:noFill/>
                </a:ln>
                <a:solidFill>
                  <a:schemeClr val="accent5"/>
                </a:solidFill>
                <a:effectLst/>
                <a:uLnTx/>
                <a:uFillTx/>
                <a:latin typeface="Open Sans"/>
                <a:ea typeface="Open Sans" panose="020B0606030504020204" pitchFamily="34" charset="0"/>
                <a:cs typeface="Open Sans" panose="020B0606030504020204" pitchFamily="34" charset="0"/>
              </a:rPr>
              <a:t>Situation</a:t>
            </a:r>
            <a:endParaRPr kumimoji="0" lang="en-US" sz="1500" b="0" i="0" u="none" strike="noStrike" kern="1200" cap="none" spc="0" normalizeH="0" baseline="0" noProof="0">
              <a:ln>
                <a:noFill/>
              </a:ln>
              <a:solidFill>
                <a:schemeClr val="accent5"/>
              </a:solidFill>
              <a:effectLst/>
              <a:uLnTx/>
              <a:uFillTx/>
              <a:latin typeface="Open Sans"/>
              <a:ea typeface="Open Sans" panose="020B0606030504020204" pitchFamily="34" charset="0"/>
              <a:cs typeface="Open Sans" panose="020B0606030504020204" pitchFamily="34" charset="0"/>
            </a:endParaRPr>
          </a:p>
          <a:p>
            <a:pPr marL="171450" lvl="1" indent="-171450" defTabSz="1217613" eaLnBrk="0" fontAlgn="base" hangingPunct="0">
              <a:spcAft>
                <a:spcPts val="600"/>
              </a:spcAft>
              <a:buFont typeface="Arial" panose="020B0604020202020204" pitchFamily="34" charset="0"/>
              <a:buChar char="•"/>
              <a:defRPr/>
            </a:pPr>
            <a:r>
              <a:rPr lang="en-US" sz="1100">
                <a:latin typeface="Open Sans"/>
                <a:ea typeface="Open Sans" panose="020B0606030504020204" pitchFamily="34" charset="0"/>
                <a:cs typeface="Open Sans" panose="020B0606030504020204" pitchFamily="34" charset="0"/>
              </a:rPr>
              <a:t>Closing timelines are tight and exasperated with emails and meetings to complete tasks to adjust, consolidate, and explain variances across the business</a:t>
            </a:r>
            <a:endParaRPr kumimoji="0" lang="en-US" sz="1100" b="0" i="0" u="none" strike="noStrike" kern="1200" cap="none" spc="0" normalizeH="0" baseline="0" noProof="0">
              <a:ln>
                <a:noFill/>
              </a:ln>
              <a:effectLst/>
              <a:uLnTx/>
              <a:uFillTx/>
              <a:latin typeface="Open Sans"/>
              <a:ea typeface="Open Sans" panose="020B0606030504020204" pitchFamily="34" charset="0"/>
              <a:cs typeface="Open Sans" panose="020B0606030504020204" pitchFamily="34" charset="0"/>
            </a:endParaRPr>
          </a:p>
          <a:p>
            <a:pPr marL="171450" lvl="1" indent="-171450" defTabSz="1217613" eaLnBrk="0" fontAlgn="base" hangingPunct="0">
              <a:spcAft>
                <a:spcPts val="600"/>
              </a:spcAft>
              <a:buFont typeface="Arial" panose="020B0604020202020204" pitchFamily="34" charset="0"/>
              <a:buChar char="•"/>
              <a:defRPr/>
            </a:pPr>
            <a:r>
              <a:rPr kumimoji="0" lang="en-US" sz="1100" b="0" i="0" u="none" strike="noStrike" kern="1200" cap="none" spc="0" normalizeH="0" baseline="0" noProof="0">
                <a:ln>
                  <a:noFill/>
                </a:ln>
                <a:effectLst/>
                <a:uLnTx/>
                <a:uFillTx/>
                <a:latin typeface="Open Sans"/>
                <a:ea typeface="Open Sans" panose="020B0606030504020204" pitchFamily="34" charset="0"/>
                <a:cs typeface="Open Sans" panose="020B0606030504020204" pitchFamily="34" charset="0"/>
              </a:rPr>
              <a:t>Limited calendar openings that place stress on close milestones and compliance</a:t>
            </a:r>
          </a:p>
          <a:p>
            <a:pPr marL="171450" marR="0" lvl="1" indent="-171450" algn="l" defTabSz="1217613" rtl="0" eaLnBrk="0" fontAlgn="base" latinLnBrk="0" hangingPunct="0">
              <a:lnSpc>
                <a:spcPct val="100000"/>
              </a:lnSpc>
              <a:spcBef>
                <a:spcPts val="0"/>
              </a:spcBef>
              <a:spcAft>
                <a:spcPts val="600"/>
              </a:spcAft>
              <a:buClrTx/>
              <a:buSzTx/>
              <a:buFont typeface="Arial" panose="020B0604020202020204" pitchFamily="34" charset="0"/>
              <a:buChar char="•"/>
              <a:tabLst/>
              <a:defRPr/>
            </a:pPr>
            <a:r>
              <a:rPr lang="en-US" sz="1100">
                <a:latin typeface="Open Sans"/>
                <a:ea typeface="Open Sans" panose="020B0606030504020204" pitchFamily="34" charset="0"/>
                <a:cs typeface="Open Sans" panose="020B0606030504020204" pitchFamily="34" charset="0"/>
              </a:rPr>
              <a:t>Inconsistency and siloed systems, metadata and business changes restrict the flow of information needed to be reflected in internal and external reporting</a:t>
            </a:r>
            <a:endParaRPr kumimoji="0" lang="en-US" sz="1100" b="0" i="0" u="none" strike="noStrike" kern="1200" cap="none" spc="0" normalizeH="0" baseline="0" noProof="0">
              <a:ln>
                <a:noFill/>
              </a:ln>
              <a:effectLst/>
              <a:uLnTx/>
              <a:uFillTx/>
              <a:latin typeface="Open Sans"/>
              <a:ea typeface="Open Sans" panose="020B0606030504020204" pitchFamily="34" charset="0"/>
              <a:cs typeface="Open Sans" panose="020B0606030504020204" pitchFamily="34" charset="0"/>
            </a:endParaRPr>
          </a:p>
        </p:txBody>
      </p:sp>
      <p:sp>
        <p:nvSpPr>
          <p:cNvPr id="25" name="Rectangle 24">
            <a:extLst>
              <a:ext uri="{FF2B5EF4-FFF2-40B4-BE49-F238E27FC236}">
                <a16:creationId xmlns:a16="http://schemas.microsoft.com/office/drawing/2014/main" id="{5018FA1B-BF24-C81F-38EB-4997297F366D}"/>
              </a:ext>
            </a:extLst>
          </p:cNvPr>
          <p:cNvSpPr/>
          <p:nvPr/>
        </p:nvSpPr>
        <p:spPr bwMode="gray">
          <a:xfrm>
            <a:off x="498515" y="1390338"/>
            <a:ext cx="2627615" cy="3016989"/>
          </a:xfrm>
          <a:prstGeom prst="rect">
            <a:avLst/>
          </a:prstGeom>
          <a:solidFill>
            <a:srgbClr val="F9F9F9"/>
          </a:solidFill>
          <a:ln w="19050" algn="ctr">
            <a:noFill/>
            <a:miter lim="800000"/>
            <a:headEnd/>
            <a:tailEnd/>
          </a:ln>
        </p:spPr>
        <p:txBody>
          <a:bodyPr wrap="square" lIns="91440" tIns="91440" rIns="91440" bIns="91440" rtlCol="0" anchor="t">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9525" marR="0" lvl="1" indent="-9525" algn="l" defTabSz="1217613" rtl="0" eaLnBrk="0" fontAlgn="base" latinLnBrk="0" hangingPunct="0">
              <a:lnSpc>
                <a:spcPct val="100000"/>
              </a:lnSpc>
              <a:spcBef>
                <a:spcPct val="0"/>
              </a:spcBef>
              <a:spcAft>
                <a:spcPts val="600"/>
              </a:spcAft>
              <a:buClrTx/>
              <a:buSzTx/>
              <a:buFontTx/>
              <a:buNone/>
              <a:tabLst/>
              <a:defRPr/>
            </a:pPr>
            <a:endParaRPr kumimoji="0" lang="en-GB" sz="1100" b="0" i="0" u="none" strike="noStrike" kern="1200" cap="none" spc="0" normalizeH="0" baseline="0" noProof="0">
              <a:ln>
                <a:noFill/>
              </a:ln>
              <a:solidFill>
                <a:srgbClr val="000000"/>
              </a:solidFill>
              <a:effectLst/>
              <a:uLnTx/>
              <a:uFillTx/>
              <a:latin typeface="Open Sans"/>
              <a:ea typeface="Open Sans" panose="020B0606030504020204" pitchFamily="34" charset="0"/>
              <a:cs typeface="Open Sans" panose="020B0606030504020204" pitchFamily="34" charset="0"/>
            </a:endParaRPr>
          </a:p>
        </p:txBody>
      </p:sp>
      <p:cxnSp>
        <p:nvCxnSpPr>
          <p:cNvPr id="26" name="Straight Connector 25">
            <a:extLst>
              <a:ext uri="{FF2B5EF4-FFF2-40B4-BE49-F238E27FC236}">
                <a16:creationId xmlns:a16="http://schemas.microsoft.com/office/drawing/2014/main" id="{157FA967-469C-8DDD-B43F-FB66273132B3}"/>
              </a:ext>
            </a:extLst>
          </p:cNvPr>
          <p:cNvCxnSpPr/>
          <p:nvPr/>
        </p:nvCxnSpPr>
        <p:spPr>
          <a:xfrm>
            <a:off x="3130166" y="1403037"/>
            <a:ext cx="0" cy="4800600"/>
          </a:xfrm>
          <a:prstGeom prst="line">
            <a:avLst/>
          </a:prstGeom>
          <a:ln w="12700" cap="rnd">
            <a:solidFill>
              <a:schemeClr val="accent1"/>
            </a:solidFill>
          </a:ln>
        </p:spPr>
        <p:style>
          <a:lnRef idx="1">
            <a:schemeClr val="accent1"/>
          </a:lnRef>
          <a:fillRef idx="0">
            <a:schemeClr val="accent1"/>
          </a:fillRef>
          <a:effectRef idx="0">
            <a:schemeClr val="accent1"/>
          </a:effectRef>
          <a:fontRef idx="minor">
            <a:schemeClr val="tx1"/>
          </a:fontRef>
        </p:style>
      </p:cxnSp>
      <p:sp>
        <p:nvSpPr>
          <p:cNvPr id="27" name="Text Placeholder 3">
            <a:extLst>
              <a:ext uri="{FF2B5EF4-FFF2-40B4-BE49-F238E27FC236}">
                <a16:creationId xmlns:a16="http://schemas.microsoft.com/office/drawing/2014/main" id="{87C7230F-23AA-52B0-AA01-A68B5DD51289}"/>
              </a:ext>
            </a:extLst>
          </p:cNvPr>
          <p:cNvSpPr txBox="1">
            <a:spLocks/>
          </p:cNvSpPr>
          <p:nvPr/>
        </p:nvSpPr>
        <p:spPr>
          <a:xfrm>
            <a:off x="617840" y="2294267"/>
            <a:ext cx="2376944" cy="2015936"/>
          </a:xfrm>
          <a:prstGeom prst="rect">
            <a:avLst/>
          </a:prstGeom>
        </p:spPr>
        <p:txBody>
          <a:bodyPr wrap="square" lIns="0" tIns="91440" rIns="0" bIns="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9525" marR="0" lvl="1" indent="-9525" algn="l" defTabSz="1217613" rtl="0" eaLnBrk="0" fontAlgn="base" latinLnBrk="0" hangingPunct="0">
              <a:lnSpc>
                <a:spcPct val="100000"/>
              </a:lnSpc>
              <a:spcBef>
                <a:spcPct val="0"/>
              </a:spcBef>
              <a:spcAft>
                <a:spcPts val="600"/>
              </a:spcAft>
              <a:buClrTx/>
              <a:buSzPct val="100000"/>
              <a:buFont typeface="Arial" panose="020B0604020202020204" pitchFamily="34" charset="0"/>
              <a:buNone/>
              <a:tabLst/>
              <a:defRPr/>
            </a:pPr>
            <a:r>
              <a:rPr kumimoji="0" lang="en-US" sz="1500" b="1" i="0" u="none" strike="noStrike" kern="1200" cap="none" spc="0" normalizeH="0" baseline="0" noProof="0">
                <a:ln>
                  <a:noFill/>
                </a:ln>
                <a:solidFill>
                  <a:schemeClr val="accent5"/>
                </a:solidFill>
                <a:effectLst/>
                <a:uLnTx/>
                <a:uFillTx/>
                <a:latin typeface="Open Sans"/>
                <a:ea typeface="Open Sans" panose="020B0606030504020204" pitchFamily="34" charset="0"/>
                <a:cs typeface="Open Sans" panose="020B0606030504020204" pitchFamily="34" charset="0"/>
              </a:rPr>
              <a:t>Industries*:</a:t>
            </a:r>
          </a:p>
          <a:p>
            <a:pPr marL="171450" marR="0" lvl="1" indent="-171450" algn="l" defTabSz="1217613" rtl="0" eaLnBrk="0" fontAlgn="base" latinLnBrk="0" hangingPunct="0">
              <a:lnSpc>
                <a:spcPct val="100000"/>
              </a:lnSpc>
              <a:spcBef>
                <a:spcPct val="0"/>
              </a:spcBef>
              <a:spcAft>
                <a:spcPts val="600"/>
              </a:spcAft>
              <a:buClrTx/>
              <a:buSzPct val="100000"/>
              <a:buFont typeface="Arial" panose="020B0604020202020204" pitchFamily="34" charset="0"/>
              <a:buChar char="•"/>
              <a:tabLst/>
              <a:defRPr/>
            </a:pPr>
            <a:r>
              <a:rPr kumimoji="0" lang="en-US" sz="1100" b="0" i="0" u="none" strike="noStrike" kern="1200" cap="none" spc="0" normalizeH="0" baseline="0" noProof="0">
                <a:ln>
                  <a:noFill/>
                </a:ln>
                <a:solidFill>
                  <a:prstClr val="black"/>
                </a:solidFill>
                <a:effectLst/>
                <a:uLnTx/>
                <a:uFillTx/>
                <a:latin typeface="Open Sans"/>
                <a:ea typeface="Open Sans" panose="020B0606030504020204" pitchFamily="34" charset="0"/>
                <a:cs typeface="Open Sans" panose="020B0606030504020204" pitchFamily="34" charset="0"/>
              </a:rPr>
              <a:t>Life Sciences and Healthcare</a:t>
            </a:r>
          </a:p>
          <a:p>
            <a:pPr marL="171450" marR="0" lvl="1" indent="-171450" algn="l" defTabSz="1217613" rtl="0" eaLnBrk="0" fontAlgn="base" latinLnBrk="0" hangingPunct="0">
              <a:lnSpc>
                <a:spcPct val="100000"/>
              </a:lnSpc>
              <a:spcBef>
                <a:spcPct val="0"/>
              </a:spcBef>
              <a:spcAft>
                <a:spcPts val="600"/>
              </a:spcAft>
              <a:buClrTx/>
              <a:buSzPct val="100000"/>
              <a:buFont typeface="Arial" panose="020B0604020202020204" pitchFamily="34" charset="0"/>
              <a:buChar char="•"/>
              <a:tabLst/>
              <a:defRPr/>
            </a:pPr>
            <a:r>
              <a:rPr kumimoji="0" lang="en-US" sz="1100" b="0" i="0" u="none" strike="noStrike" kern="1200" cap="none" spc="0" normalizeH="0" baseline="0" noProof="0">
                <a:ln>
                  <a:noFill/>
                </a:ln>
                <a:solidFill>
                  <a:prstClr val="black"/>
                </a:solidFill>
                <a:effectLst/>
                <a:uLnTx/>
                <a:uFillTx/>
                <a:latin typeface="Open Sans"/>
                <a:ea typeface="Open Sans" panose="020B0606030504020204" pitchFamily="34" charset="0"/>
                <a:cs typeface="Open Sans" panose="020B0606030504020204" pitchFamily="34" charset="0"/>
              </a:rPr>
              <a:t>Financial Services and Insurance</a:t>
            </a:r>
          </a:p>
          <a:p>
            <a:pPr marL="171450" marR="0" lvl="1" indent="-171450" algn="l" defTabSz="1217613" rtl="0" eaLnBrk="0" fontAlgn="base" latinLnBrk="0" hangingPunct="0">
              <a:lnSpc>
                <a:spcPct val="100000"/>
              </a:lnSpc>
              <a:spcBef>
                <a:spcPct val="0"/>
              </a:spcBef>
              <a:spcAft>
                <a:spcPts val="600"/>
              </a:spcAft>
              <a:buClrTx/>
              <a:buSzPct val="100000"/>
              <a:buFont typeface="Arial" panose="020B0604020202020204" pitchFamily="34" charset="0"/>
              <a:buChar char="•"/>
              <a:tabLst/>
              <a:defRPr/>
            </a:pPr>
            <a:r>
              <a:rPr kumimoji="0" lang="en-US" sz="1100" b="0" i="0" u="none" strike="noStrike" kern="1200" cap="none" spc="0" normalizeH="0" baseline="0" noProof="0">
                <a:ln>
                  <a:noFill/>
                </a:ln>
                <a:solidFill>
                  <a:prstClr val="black"/>
                </a:solidFill>
                <a:effectLst/>
                <a:uLnTx/>
                <a:uFillTx/>
                <a:latin typeface="Open Sans"/>
                <a:ea typeface="Open Sans" panose="020B0606030504020204" pitchFamily="34" charset="0"/>
                <a:cs typeface="Open Sans" panose="020B0606030504020204" pitchFamily="34" charset="0"/>
              </a:rPr>
              <a:t>Tech, Media, and Telecom</a:t>
            </a:r>
          </a:p>
          <a:p>
            <a:pPr marL="171450" marR="0" lvl="1" indent="-171450" algn="l" defTabSz="1217613" rtl="0" eaLnBrk="0" fontAlgn="base" latinLnBrk="0" hangingPunct="0">
              <a:lnSpc>
                <a:spcPct val="100000"/>
              </a:lnSpc>
              <a:spcBef>
                <a:spcPct val="0"/>
              </a:spcBef>
              <a:spcAft>
                <a:spcPts val="600"/>
              </a:spcAft>
              <a:buClrTx/>
              <a:buSzPct val="100000"/>
              <a:buFont typeface="Arial" panose="020B0604020202020204" pitchFamily="34" charset="0"/>
              <a:buChar char="•"/>
              <a:tabLst/>
              <a:defRPr/>
            </a:pPr>
            <a:r>
              <a:rPr kumimoji="0" lang="en-US" sz="1100" b="0" i="0" u="none" strike="noStrike" kern="1200" cap="none" spc="0" normalizeH="0" baseline="0" noProof="0">
                <a:ln>
                  <a:noFill/>
                </a:ln>
                <a:solidFill>
                  <a:prstClr val="black"/>
                </a:solidFill>
                <a:effectLst/>
                <a:uLnTx/>
                <a:uFillTx/>
                <a:latin typeface="Open Sans"/>
                <a:ea typeface="Open Sans" panose="020B0606030504020204" pitchFamily="34" charset="0"/>
                <a:cs typeface="Open Sans" panose="020B0606030504020204" pitchFamily="34" charset="0"/>
              </a:rPr>
              <a:t>Energy, Resources, and Industrials</a:t>
            </a:r>
          </a:p>
          <a:p>
            <a:pPr marL="171450" marR="0" lvl="1" indent="-171450" algn="l" defTabSz="1217613" rtl="0" eaLnBrk="0" fontAlgn="base" latinLnBrk="0" hangingPunct="0">
              <a:lnSpc>
                <a:spcPct val="100000"/>
              </a:lnSpc>
              <a:spcBef>
                <a:spcPct val="0"/>
              </a:spcBef>
              <a:spcAft>
                <a:spcPts val="600"/>
              </a:spcAft>
              <a:buClrTx/>
              <a:buSzPct val="100000"/>
              <a:buFont typeface="Arial" panose="020B0604020202020204" pitchFamily="34" charset="0"/>
              <a:buChar char="•"/>
              <a:tabLst/>
              <a:defRPr/>
            </a:pPr>
            <a:r>
              <a:rPr kumimoji="0" lang="en-US" sz="1100" b="0" i="0" u="none" strike="noStrike" kern="1200" cap="none" spc="0" normalizeH="0" baseline="0" noProof="0">
                <a:ln>
                  <a:noFill/>
                </a:ln>
                <a:solidFill>
                  <a:prstClr val="black"/>
                </a:solidFill>
                <a:effectLst/>
                <a:uLnTx/>
                <a:uFillTx/>
                <a:latin typeface="Open Sans"/>
                <a:ea typeface="Open Sans" panose="020B0606030504020204" pitchFamily="34" charset="0"/>
                <a:cs typeface="Open Sans" panose="020B0606030504020204" pitchFamily="34" charset="0"/>
              </a:rPr>
              <a:t>Consumer</a:t>
            </a:r>
          </a:p>
          <a:p>
            <a:pPr marL="0" marR="0" lvl="1" indent="0" algn="l" defTabSz="914400" rtl="0" eaLnBrk="1" fontAlgn="base" latinLnBrk="0" hangingPunct="1">
              <a:lnSpc>
                <a:spcPct val="100000"/>
              </a:lnSpc>
              <a:spcBef>
                <a:spcPct val="0"/>
              </a:spcBef>
              <a:spcAft>
                <a:spcPts val="1338"/>
              </a:spcAft>
              <a:buClrTx/>
              <a:buSzPct val="100000"/>
              <a:buFont typeface="Arial" panose="020B0604020202020204" pitchFamily="34" charset="0"/>
              <a:buNone/>
              <a:tabLst/>
              <a:defRPr/>
            </a:pPr>
            <a:endParaRPr kumimoji="0" lang="en-US" sz="1400" b="0" i="0" u="none" strike="noStrike" kern="1200" cap="none" spc="0" normalizeH="0" baseline="0" noProof="0">
              <a:ln>
                <a:noFill/>
              </a:ln>
              <a:solidFill>
                <a:srgbClr val="FF0000"/>
              </a:solidFill>
              <a:effectLst/>
              <a:uLnTx/>
              <a:uFillTx/>
              <a:latin typeface="Open Sans"/>
              <a:ea typeface="Open Sans" panose="020B0606030504020204" pitchFamily="34" charset="0"/>
              <a:cs typeface="Open Sans" panose="020B0606030504020204" pitchFamily="34" charset="0"/>
            </a:endParaRPr>
          </a:p>
        </p:txBody>
      </p:sp>
      <p:sp>
        <p:nvSpPr>
          <p:cNvPr id="33" name="Text Placeholder 3">
            <a:extLst>
              <a:ext uri="{FF2B5EF4-FFF2-40B4-BE49-F238E27FC236}">
                <a16:creationId xmlns:a16="http://schemas.microsoft.com/office/drawing/2014/main" id="{C147A7C6-0D93-8377-1945-2A49F8F5DEE4}"/>
              </a:ext>
            </a:extLst>
          </p:cNvPr>
          <p:cNvSpPr txBox="1">
            <a:spLocks/>
          </p:cNvSpPr>
          <p:nvPr/>
        </p:nvSpPr>
        <p:spPr>
          <a:xfrm>
            <a:off x="617840" y="4499652"/>
            <a:ext cx="2376944" cy="153888"/>
          </a:xfrm>
          <a:prstGeom prst="rect">
            <a:avLst/>
          </a:prstGeom>
        </p:spPr>
        <p:txBody>
          <a:bodyPr wrap="square" lIns="0" tIns="0" rIns="0" bIns="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9525" marR="0" lvl="1" indent="-9525" algn="l" defTabSz="1217613" rtl="0" eaLnBrk="0" fontAlgn="base" latinLnBrk="0" hangingPunct="0">
              <a:lnSpc>
                <a:spcPct val="100000"/>
              </a:lnSpc>
              <a:spcBef>
                <a:spcPts val="0"/>
              </a:spcBef>
              <a:spcAft>
                <a:spcPts val="0"/>
              </a:spcAft>
              <a:buClrTx/>
              <a:buSzPct val="100000"/>
              <a:buFont typeface="Arial" panose="020B0604020202020204" pitchFamily="34" charset="0"/>
              <a:buNone/>
              <a:tabLst/>
              <a:defRPr/>
            </a:pPr>
            <a:r>
              <a:rPr kumimoji="0" lang="en-GB" sz="1000" b="1" i="0" u="none" strike="noStrike" kern="1200" cap="none" spc="100" normalizeH="0" baseline="0" noProof="0">
                <a:ln>
                  <a:noFill/>
                </a:ln>
                <a:solidFill>
                  <a:schemeClr val="accent5"/>
                </a:solidFill>
                <a:effectLst/>
                <a:uLnTx/>
                <a:uFillTx/>
                <a:latin typeface="Open Sans"/>
                <a:ea typeface="Open Sans" panose="020B0606030504020204" pitchFamily="34" charset="0"/>
                <a:cs typeface="Open Sans" panose="020B0606030504020204" pitchFamily="34" charset="0"/>
              </a:rPr>
              <a:t>Model:</a:t>
            </a:r>
          </a:p>
        </p:txBody>
      </p:sp>
      <p:sp>
        <p:nvSpPr>
          <p:cNvPr id="39" name="Rectangle 38">
            <a:extLst>
              <a:ext uri="{FF2B5EF4-FFF2-40B4-BE49-F238E27FC236}">
                <a16:creationId xmlns:a16="http://schemas.microsoft.com/office/drawing/2014/main" id="{1C86D75F-0C59-9420-2697-B77B60CA8315}"/>
              </a:ext>
            </a:extLst>
          </p:cNvPr>
          <p:cNvSpPr/>
          <p:nvPr/>
        </p:nvSpPr>
        <p:spPr bwMode="gray">
          <a:xfrm>
            <a:off x="9189093" y="1555465"/>
            <a:ext cx="2627615" cy="4627864"/>
          </a:xfrm>
          <a:prstGeom prst="rect">
            <a:avLst/>
          </a:prstGeom>
          <a:solidFill>
            <a:srgbClr val="FFFFFF">
              <a:lumMod val="95000"/>
              <a:alpha val="50000"/>
            </a:srgbClr>
          </a:solidFill>
          <a:ln w="19050" algn="ctr">
            <a:noFill/>
            <a:miter lim="800000"/>
            <a:headEnd/>
            <a:tailEnd/>
          </a:ln>
        </p:spPr>
        <p:txBody>
          <a:bodyPr wrap="square" lIns="91440" tIns="91440" rIns="91440" bIns="9144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9525" marR="0" lvl="1" indent="-9525" algn="ctr" defTabSz="1217613" rtl="0" eaLnBrk="0" fontAlgn="base" latinLnBrk="0" hangingPunct="0">
              <a:lnSpc>
                <a:spcPct val="100000"/>
              </a:lnSpc>
              <a:spcBef>
                <a:spcPct val="0"/>
              </a:spcBef>
              <a:spcAft>
                <a:spcPts val="600"/>
              </a:spcAft>
              <a:buClrTx/>
              <a:buSzTx/>
              <a:buFontTx/>
              <a:buNone/>
              <a:tabLst/>
              <a:defRPr/>
            </a:pPr>
            <a:r>
              <a:rPr kumimoji="0" lang="en-GB" sz="1500" b="1" i="0" u="none" strike="noStrike" kern="1200" cap="none" spc="0" normalizeH="0" baseline="0" noProof="0">
                <a:ln>
                  <a:noFill/>
                </a:ln>
                <a:solidFill>
                  <a:schemeClr val="accent5"/>
                </a:solidFill>
                <a:effectLst/>
                <a:uLnTx/>
                <a:uFillTx/>
                <a:latin typeface="Open Sans"/>
                <a:ea typeface="Open Sans"/>
                <a:cs typeface="Open Sans"/>
              </a:rPr>
              <a:t>Potential Benefits</a:t>
            </a:r>
          </a:p>
          <a:p>
            <a:pPr marL="9525" marR="0" lvl="1" indent="-9525" algn="ctr" defTabSz="1217613" rtl="0" eaLnBrk="0" fontAlgn="base" latinLnBrk="0" hangingPunct="0">
              <a:lnSpc>
                <a:spcPct val="100000"/>
              </a:lnSpc>
              <a:spcBef>
                <a:spcPct val="0"/>
              </a:spcBef>
              <a:spcAft>
                <a:spcPts val="600"/>
              </a:spcAft>
              <a:buClrTx/>
              <a:buSzTx/>
              <a:buFontTx/>
              <a:buNone/>
              <a:tabLst/>
              <a:defRPr/>
            </a:pPr>
            <a:endParaRPr kumimoji="0" lang="en-GB" sz="700" b="1" i="0" u="none" strike="noStrike" kern="1200" cap="none" spc="0" normalizeH="0" baseline="0" noProof="0">
              <a:ln>
                <a:noFill/>
              </a:ln>
              <a:solidFill>
                <a:srgbClr val="86BC25"/>
              </a:solidFill>
              <a:effectLst/>
              <a:uLnTx/>
              <a:uFillTx/>
              <a:latin typeface="Open Sans"/>
              <a:ea typeface="Open Sans" panose="020B0606030504020204" pitchFamily="34" charset="0"/>
              <a:cs typeface="Open Sans" panose="020B0606030504020204" pitchFamily="34" charset="0"/>
            </a:endParaRPr>
          </a:p>
          <a:p>
            <a:pPr marL="171450" marR="0" lvl="0" indent="-171450" algn="l" defTabSz="914400" rtl="0" eaLnBrk="1" fontAlgn="auto" latinLnBrk="0" hangingPunct="1">
              <a:lnSpc>
                <a:spcPct val="100000"/>
              </a:lnSpc>
              <a:spcBef>
                <a:spcPts val="200"/>
              </a:spcBef>
              <a:spcAft>
                <a:spcPts val="0"/>
              </a:spcAft>
              <a:buClrTx/>
              <a:buSzPct val="100000"/>
              <a:buFont typeface="Arial" panose="020B0604020202020204" pitchFamily="34" charset="0"/>
              <a:buChar char="•"/>
              <a:tabLst/>
              <a:defRPr/>
            </a:pPr>
            <a:r>
              <a:rPr kumimoji="0" lang="en-US" sz="1100" b="1" i="0" u="none" strike="noStrike" kern="1200" cap="none" spc="0" normalizeH="0" baseline="0" noProof="0">
                <a:ln>
                  <a:noFill/>
                </a:ln>
                <a:effectLst/>
                <a:uLnTx/>
                <a:uFillTx/>
                <a:latin typeface="Open Sans"/>
                <a:ea typeface="+mn-ea"/>
                <a:cs typeface="+mn-cs"/>
              </a:rPr>
              <a:t>Quicker time to close</a:t>
            </a:r>
            <a:endParaRPr kumimoji="0" lang="en-US" sz="1100" b="0" i="0" u="none" strike="noStrike" kern="1200" cap="none" spc="0" normalizeH="0" baseline="0" noProof="0">
              <a:ln>
                <a:noFill/>
              </a:ln>
              <a:effectLst/>
              <a:uLnTx/>
              <a:uFillTx/>
              <a:latin typeface="Open Sans"/>
              <a:ea typeface="+mn-ea"/>
              <a:cs typeface="+mn-cs"/>
            </a:endParaRPr>
          </a:p>
          <a:p>
            <a:pPr marL="171450" marR="0" lvl="0" indent="-171450" algn="l" defTabSz="914400" rtl="0" eaLnBrk="1" fontAlgn="auto" latinLnBrk="0" hangingPunct="1">
              <a:lnSpc>
                <a:spcPct val="100000"/>
              </a:lnSpc>
              <a:spcBef>
                <a:spcPts val="200"/>
              </a:spcBef>
              <a:spcAft>
                <a:spcPts val="0"/>
              </a:spcAft>
              <a:buClrTx/>
              <a:buSzPct val="100000"/>
              <a:buFont typeface="Arial" panose="020B0604020202020204" pitchFamily="34" charset="0"/>
              <a:buChar char="•"/>
              <a:tabLst/>
              <a:defRPr/>
            </a:pPr>
            <a:endParaRPr kumimoji="0" lang="en-US" sz="1100" b="0" i="0" u="none" strike="noStrike" kern="1200" cap="none" spc="0" normalizeH="0" baseline="0" noProof="0">
              <a:ln>
                <a:noFill/>
              </a:ln>
              <a:effectLst/>
              <a:uLnTx/>
              <a:uFillTx/>
              <a:latin typeface="Open Sans"/>
              <a:ea typeface="+mn-ea"/>
              <a:cs typeface="+mn-cs"/>
            </a:endParaRPr>
          </a:p>
          <a:p>
            <a:pPr marL="171450" indent="-171450">
              <a:spcBef>
                <a:spcPts val="200"/>
              </a:spcBef>
              <a:buSzPct val="100000"/>
              <a:buFont typeface="Arial" panose="020B0604020202020204" pitchFamily="34" charset="0"/>
              <a:buChar char="•"/>
              <a:defRPr/>
            </a:pPr>
            <a:r>
              <a:rPr kumimoji="0" lang="en-US" sz="1100" b="1" i="0" u="none" strike="noStrike" kern="1200" cap="none" spc="0" normalizeH="0" baseline="0" noProof="0">
                <a:ln>
                  <a:noFill/>
                </a:ln>
                <a:effectLst/>
                <a:uLnTx/>
                <a:uFillTx/>
                <a:latin typeface="Open Sans"/>
                <a:ea typeface="+mn-ea"/>
                <a:cs typeface="+mn-cs"/>
              </a:rPr>
              <a:t>Documented support, </a:t>
            </a:r>
            <a:r>
              <a:rPr kumimoji="0" lang="en-US" sz="1100" i="0" u="none" strike="noStrike" kern="1200" cap="none" spc="0" normalizeH="0" baseline="0" noProof="0">
                <a:ln>
                  <a:noFill/>
                </a:ln>
                <a:effectLst/>
                <a:uLnTx/>
                <a:uFillTx/>
                <a:latin typeface="Open Sans"/>
                <a:ea typeface="+mn-ea"/>
                <a:cs typeface="+mn-cs"/>
              </a:rPr>
              <a:t>through the AI generated conversations with business and functions</a:t>
            </a:r>
            <a:endParaRPr lang="en-US" sz="1100" i="0" u="none" strike="noStrike" kern="1200" cap="none" spc="0" normalizeH="0" baseline="0" noProof="0">
              <a:ln>
                <a:noFill/>
              </a:ln>
              <a:effectLst/>
              <a:uLnTx/>
              <a:uFillTx/>
              <a:latin typeface="Open Sans"/>
              <a:ea typeface="Open Sans"/>
              <a:cs typeface="Open Sans"/>
            </a:endParaRPr>
          </a:p>
          <a:p>
            <a:pPr marL="171450" marR="0" lvl="0" indent="-171450" algn="l" defTabSz="914400" rtl="0" eaLnBrk="1" fontAlgn="auto" latinLnBrk="0" hangingPunct="1">
              <a:lnSpc>
                <a:spcPct val="100000"/>
              </a:lnSpc>
              <a:spcBef>
                <a:spcPts val="200"/>
              </a:spcBef>
              <a:spcAft>
                <a:spcPts val="0"/>
              </a:spcAft>
              <a:buClrTx/>
              <a:buSzPct val="100000"/>
              <a:buFont typeface="Arial" panose="020B0604020202020204" pitchFamily="34" charset="0"/>
              <a:buChar char="•"/>
              <a:tabLst/>
              <a:defRPr/>
            </a:pPr>
            <a:endParaRPr lang="en-US" sz="1100" b="1">
              <a:latin typeface="Open Sans"/>
            </a:endParaRPr>
          </a:p>
          <a:p>
            <a:pPr marL="171450" marR="0" lvl="0" indent="-171450" algn="l" defTabSz="914400" rtl="0" eaLnBrk="1" fontAlgn="auto" latinLnBrk="0" hangingPunct="1">
              <a:lnSpc>
                <a:spcPct val="100000"/>
              </a:lnSpc>
              <a:spcBef>
                <a:spcPts val="200"/>
              </a:spcBef>
              <a:spcAft>
                <a:spcPts val="0"/>
              </a:spcAft>
              <a:buClrTx/>
              <a:buSzPct val="100000"/>
              <a:buFont typeface="Arial" panose="020B0604020202020204" pitchFamily="34" charset="0"/>
              <a:buChar char="•"/>
              <a:tabLst/>
              <a:defRPr/>
            </a:pPr>
            <a:r>
              <a:rPr lang="en-US" sz="1100" b="1">
                <a:latin typeface="Open Sans"/>
              </a:rPr>
              <a:t>Reduced workload </a:t>
            </a:r>
            <a:r>
              <a:rPr lang="en-US" sz="1100">
                <a:latin typeface="Open Sans"/>
              </a:rPr>
              <a:t>for key resources during monthly/quarterly close</a:t>
            </a:r>
            <a:endParaRPr lang="en-US" sz="1100">
              <a:latin typeface="Open Sans"/>
              <a:ea typeface="Open Sans"/>
              <a:cs typeface="Open Sans"/>
            </a:endParaRPr>
          </a:p>
          <a:p>
            <a:pPr marR="0" lvl="0" algn="l" defTabSz="914400" rtl="0" eaLnBrk="1" fontAlgn="auto" latinLnBrk="0" hangingPunct="1">
              <a:lnSpc>
                <a:spcPct val="100000"/>
              </a:lnSpc>
              <a:spcBef>
                <a:spcPts val="200"/>
              </a:spcBef>
              <a:spcAft>
                <a:spcPts val="0"/>
              </a:spcAft>
              <a:buClrTx/>
              <a:buSzPct val="100000"/>
              <a:tabLst/>
              <a:defRPr/>
            </a:pPr>
            <a:endParaRPr kumimoji="0" lang="en-US" sz="1100" b="0" i="0" u="none" strike="noStrike" kern="1200" cap="none" spc="0" normalizeH="0" baseline="0" noProof="0">
              <a:ln>
                <a:noFill/>
              </a:ln>
              <a:effectLst/>
              <a:uLnTx/>
              <a:uFillTx/>
              <a:latin typeface="Open Sans"/>
              <a:ea typeface="+mn-ea"/>
              <a:cs typeface="+mn-cs"/>
            </a:endParaRPr>
          </a:p>
          <a:p>
            <a:pPr marL="171450" marR="0" lvl="0" indent="-171450" algn="l" defTabSz="914400" rtl="0" eaLnBrk="1" fontAlgn="auto" latinLnBrk="0" hangingPunct="1">
              <a:lnSpc>
                <a:spcPct val="100000"/>
              </a:lnSpc>
              <a:spcBef>
                <a:spcPts val="200"/>
              </a:spcBef>
              <a:spcAft>
                <a:spcPts val="0"/>
              </a:spcAft>
              <a:buClrTx/>
              <a:buSzPct val="100000"/>
              <a:buFont typeface="Arial" panose="020B0604020202020204" pitchFamily="34" charset="0"/>
              <a:buChar char="•"/>
              <a:tabLst/>
              <a:defRPr/>
            </a:pPr>
            <a:r>
              <a:rPr kumimoji="0" lang="en-US" sz="1100" b="1" i="0" u="none" strike="noStrike" kern="1200" cap="none" spc="0" normalizeH="0" baseline="0" noProof="0">
                <a:ln>
                  <a:noFill/>
                </a:ln>
                <a:effectLst/>
                <a:uLnTx/>
                <a:uFillTx/>
                <a:latin typeface="Open Sans"/>
                <a:ea typeface="+mn-ea"/>
                <a:cs typeface="+mn-cs"/>
              </a:rPr>
              <a:t>Foundational </a:t>
            </a:r>
            <a:r>
              <a:rPr lang="en-US" sz="1100" b="1">
                <a:latin typeface="Open Sans"/>
              </a:rPr>
              <a:t>data gathering for reporting </a:t>
            </a:r>
            <a:r>
              <a:rPr lang="en-US" sz="1100">
                <a:latin typeface="Open Sans"/>
              </a:rPr>
              <a:t>and variance inferences</a:t>
            </a:r>
            <a:endParaRPr lang="en-US" sz="1100">
              <a:latin typeface="Open Sans"/>
              <a:ea typeface="Open Sans"/>
              <a:cs typeface="Open Sans"/>
            </a:endParaRPr>
          </a:p>
          <a:p>
            <a:pPr marL="171450" marR="0" lvl="0" indent="-171450" algn="l" defTabSz="914400" rtl="0" eaLnBrk="1" fontAlgn="auto" latinLnBrk="0" hangingPunct="1">
              <a:lnSpc>
                <a:spcPct val="100000"/>
              </a:lnSpc>
              <a:spcBef>
                <a:spcPts val="200"/>
              </a:spcBef>
              <a:spcAft>
                <a:spcPts val="0"/>
              </a:spcAft>
              <a:buClrTx/>
              <a:buSzPct val="100000"/>
              <a:buFont typeface="Arial" panose="020B0604020202020204" pitchFamily="34" charset="0"/>
              <a:buChar char="•"/>
              <a:tabLst/>
              <a:defRPr/>
            </a:pPr>
            <a:endParaRPr kumimoji="0" lang="en-US" sz="1100" b="0" i="0" u="none" strike="noStrike" kern="1200" cap="none" spc="0" normalizeH="0" baseline="0" noProof="0">
              <a:ln>
                <a:noFill/>
              </a:ln>
              <a:effectLst/>
              <a:uLnTx/>
              <a:uFillTx/>
              <a:latin typeface="Open Sans"/>
              <a:ea typeface="+mn-ea"/>
              <a:cs typeface="+mn-cs"/>
            </a:endParaRPr>
          </a:p>
          <a:p>
            <a:pPr marL="171450" marR="0" lvl="0" indent="-171450" algn="l" defTabSz="914400" rtl="0" eaLnBrk="1" fontAlgn="auto" latinLnBrk="0" hangingPunct="1">
              <a:lnSpc>
                <a:spcPct val="100000"/>
              </a:lnSpc>
              <a:spcBef>
                <a:spcPts val="200"/>
              </a:spcBef>
              <a:spcAft>
                <a:spcPts val="0"/>
              </a:spcAft>
              <a:buClrTx/>
              <a:buSzPct val="100000"/>
              <a:buFont typeface="Arial" panose="020B0604020202020204" pitchFamily="34" charset="0"/>
              <a:buChar char="•"/>
              <a:tabLst/>
              <a:defRPr/>
            </a:pPr>
            <a:r>
              <a:rPr kumimoji="0" lang="en-US" sz="1100" b="1" i="0" u="none" strike="noStrike" kern="1200" cap="none" spc="0" normalizeH="0" baseline="0" noProof="0">
                <a:ln>
                  <a:noFill/>
                </a:ln>
                <a:effectLst/>
                <a:uLnTx/>
                <a:uFillTx/>
                <a:latin typeface="Open Sans"/>
                <a:ea typeface="+mn-ea"/>
                <a:cs typeface="+mn-cs"/>
              </a:rPr>
              <a:t>Reliable audit trail</a:t>
            </a:r>
            <a:r>
              <a:rPr kumimoji="0" lang="en-US" sz="1100" b="0" i="0" u="none" strike="noStrike" kern="1200" cap="none" spc="0" normalizeH="0" baseline="0" noProof="0">
                <a:ln>
                  <a:noFill/>
                </a:ln>
                <a:effectLst/>
                <a:uLnTx/>
                <a:uFillTx/>
                <a:latin typeface="Open Sans"/>
                <a:ea typeface="+mn-ea"/>
                <a:cs typeface="+mn-cs"/>
              </a:rPr>
              <a:t>, enabling better traceability</a:t>
            </a:r>
            <a:endParaRPr lang="en-US" sz="1100" b="0" i="0" u="none" strike="noStrike" kern="1200" cap="none" spc="0" normalizeH="0" baseline="0" noProof="0">
              <a:ln>
                <a:noFill/>
              </a:ln>
              <a:effectLst/>
              <a:uLnTx/>
              <a:uFillTx/>
              <a:latin typeface="Open Sans"/>
              <a:ea typeface="Open Sans"/>
              <a:cs typeface="Open Sans"/>
            </a:endParaRPr>
          </a:p>
          <a:p>
            <a:pPr marL="171450" marR="0" lvl="0" indent="-171450" algn="l" defTabSz="914400" rtl="0" eaLnBrk="1" fontAlgn="auto" latinLnBrk="0" hangingPunct="1">
              <a:lnSpc>
                <a:spcPct val="100000"/>
              </a:lnSpc>
              <a:spcBef>
                <a:spcPts val="200"/>
              </a:spcBef>
              <a:spcAft>
                <a:spcPts val="0"/>
              </a:spcAft>
              <a:buClrTx/>
              <a:buSzPct val="100000"/>
              <a:buFont typeface="Arial" panose="020B0604020202020204" pitchFamily="34" charset="0"/>
              <a:buChar char="•"/>
              <a:tabLst/>
              <a:defRPr/>
            </a:pPr>
            <a:endParaRPr lang="en-US" sz="1100">
              <a:latin typeface="Open Sans"/>
            </a:endParaRPr>
          </a:p>
          <a:p>
            <a:pPr marL="171450" indent="-171450">
              <a:spcBef>
                <a:spcPts val="200"/>
              </a:spcBef>
              <a:buSzPct val="100000"/>
              <a:buFont typeface="Arial" panose="020B0604020202020204" pitchFamily="34" charset="0"/>
              <a:buChar char="•"/>
              <a:defRPr/>
            </a:pPr>
            <a:r>
              <a:rPr lang="en-US" sz="1100" b="1">
                <a:latin typeface="Open Sans"/>
              </a:rPr>
              <a:t>AJE validation meetings are minimized</a:t>
            </a:r>
            <a:r>
              <a:rPr kumimoji="0" lang="en-US" sz="1100" b="0" i="0" u="none" strike="noStrike" kern="1200" cap="none" spc="0" normalizeH="0" baseline="0" noProof="0">
                <a:ln>
                  <a:noFill/>
                </a:ln>
                <a:effectLst/>
                <a:uLnTx/>
                <a:uFillTx/>
                <a:latin typeface="Open Sans"/>
                <a:ea typeface="+mn-ea"/>
                <a:cs typeface="+mn-cs"/>
              </a:rPr>
              <a:t>, allowing </a:t>
            </a:r>
            <a:r>
              <a:rPr lang="en-US" sz="1100">
                <a:latin typeface="Open Sans"/>
              </a:rPr>
              <a:t>the team</a:t>
            </a:r>
            <a:r>
              <a:rPr kumimoji="0" lang="en-US" sz="1100" b="0" i="0" u="none" strike="noStrike" kern="1200" cap="none" spc="0" normalizeH="0" baseline="0" noProof="0">
                <a:ln>
                  <a:noFill/>
                </a:ln>
                <a:effectLst/>
                <a:uLnTx/>
                <a:uFillTx/>
                <a:latin typeface="Open Sans"/>
                <a:ea typeface="+mn-ea"/>
                <a:cs typeface="+mn-cs"/>
              </a:rPr>
              <a:t> more time to analyze and interpret results</a:t>
            </a:r>
            <a:endParaRPr lang="en-US" sz="1100" b="0" i="0" u="none" strike="noStrike" kern="1200" cap="none" spc="0" normalizeH="0" baseline="0" noProof="0">
              <a:ln>
                <a:noFill/>
              </a:ln>
              <a:effectLst/>
              <a:uLnTx/>
              <a:uFillTx/>
              <a:latin typeface="Open Sans"/>
              <a:ea typeface="Open Sans"/>
              <a:cs typeface="Open Sans"/>
            </a:endParaRPr>
          </a:p>
          <a:p>
            <a:pPr marL="171450" marR="0" lvl="0" indent="-171450" algn="l" defTabSz="914400" rtl="0" eaLnBrk="1" fontAlgn="auto" latinLnBrk="0" hangingPunct="1">
              <a:lnSpc>
                <a:spcPct val="100000"/>
              </a:lnSpc>
              <a:spcBef>
                <a:spcPts val="200"/>
              </a:spcBef>
              <a:spcAft>
                <a:spcPts val="0"/>
              </a:spcAft>
              <a:buClrTx/>
              <a:buSzPct val="100000"/>
              <a:buFont typeface="Arial" panose="020B0604020202020204" pitchFamily="34" charset="0"/>
              <a:buChar char="•"/>
              <a:tabLst/>
              <a:defRPr/>
            </a:pPr>
            <a:endParaRPr kumimoji="0" lang="en-US" sz="1100" b="1" i="0" u="none" strike="noStrike" kern="1200" cap="none" spc="0" normalizeH="0" baseline="0" noProof="0">
              <a:ln>
                <a:noFill/>
              </a:ln>
              <a:solidFill>
                <a:prstClr val="black"/>
              </a:solidFill>
              <a:effectLst/>
              <a:uLnTx/>
              <a:uFillTx/>
              <a:latin typeface="Open Sans"/>
              <a:ea typeface="+mn-ea"/>
              <a:cs typeface="+mn-cs"/>
            </a:endParaRPr>
          </a:p>
        </p:txBody>
      </p:sp>
      <p:sp>
        <p:nvSpPr>
          <p:cNvPr id="40" name="Rectangle 39">
            <a:extLst>
              <a:ext uri="{FF2B5EF4-FFF2-40B4-BE49-F238E27FC236}">
                <a16:creationId xmlns:a16="http://schemas.microsoft.com/office/drawing/2014/main" id="{7EDA44DE-FD51-187A-4B6E-D40347BC7A31}"/>
              </a:ext>
            </a:extLst>
          </p:cNvPr>
          <p:cNvSpPr/>
          <p:nvPr/>
        </p:nvSpPr>
        <p:spPr bwMode="gray">
          <a:xfrm>
            <a:off x="3313978" y="2933291"/>
            <a:ext cx="2718522" cy="3250038"/>
          </a:xfrm>
          <a:prstGeom prst="rect">
            <a:avLst/>
          </a:prstGeom>
          <a:solidFill>
            <a:srgbClr val="FFFFFF">
              <a:lumMod val="95000"/>
              <a:alpha val="50000"/>
            </a:srgbClr>
          </a:solidFill>
          <a:ln w="19050" algn="ctr">
            <a:noFill/>
            <a:miter lim="800000"/>
            <a:headEnd/>
            <a:tailEnd/>
          </a:ln>
        </p:spPr>
        <p:txBody>
          <a:bodyPr wrap="square" lIns="91440" tIns="91440" rIns="91440" bIns="91440" rtlCol="0" anchor="t">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9525" marR="0" lvl="1" indent="-9525" algn="l" defTabSz="1217613" rtl="0" eaLnBrk="0" fontAlgn="base" latinLnBrk="0" hangingPunct="0">
              <a:lnSpc>
                <a:spcPct val="100000"/>
              </a:lnSpc>
              <a:spcBef>
                <a:spcPct val="0"/>
              </a:spcBef>
              <a:spcAft>
                <a:spcPts val="600"/>
              </a:spcAft>
              <a:buClrTx/>
              <a:buSzTx/>
              <a:buFontTx/>
              <a:buNone/>
              <a:tabLst/>
              <a:defRPr/>
            </a:pPr>
            <a:r>
              <a:rPr kumimoji="0" lang="en-GB" sz="1500" b="1" i="0" u="none" strike="noStrike" kern="1200" cap="none" spc="0" normalizeH="0" baseline="0" noProof="0">
                <a:ln>
                  <a:noFill/>
                </a:ln>
                <a:solidFill>
                  <a:schemeClr val="accent5"/>
                </a:solidFill>
                <a:effectLst/>
                <a:uLnTx/>
                <a:uFillTx/>
                <a:latin typeface="Open Sans"/>
                <a:ea typeface="Open Sans"/>
                <a:cs typeface="Open Sans"/>
              </a:rPr>
              <a:t>Business Objectives</a:t>
            </a:r>
            <a:endParaRPr kumimoji="0" lang="en-US" sz="1500" b="0" i="0" u="none" strike="noStrike" kern="1200" cap="none" spc="0" normalizeH="0" baseline="0" noProof="0">
              <a:ln>
                <a:noFill/>
              </a:ln>
              <a:solidFill>
                <a:schemeClr val="accent5"/>
              </a:solidFill>
              <a:effectLst/>
              <a:uLnTx/>
              <a:uFillTx/>
              <a:latin typeface="Open Sans"/>
              <a:ea typeface="Open Sans"/>
              <a:cs typeface="Open Sans"/>
            </a:endParaRPr>
          </a:p>
          <a:p>
            <a:pPr marL="171450" marR="0" lvl="1" indent="-171450" algn="l" defTabSz="1217613" rtl="0" eaLnBrk="0" fontAlgn="base" latinLnBrk="0" hangingPunct="0">
              <a:lnSpc>
                <a:spcPct val="100000"/>
              </a:lnSpc>
              <a:spcBef>
                <a:spcPct val="0"/>
              </a:spcBef>
              <a:spcAft>
                <a:spcPts val="600"/>
              </a:spcAft>
              <a:buClrTx/>
              <a:buSzTx/>
              <a:buFont typeface="Arial" panose="020B0604020202020204" pitchFamily="34" charset="0"/>
              <a:buChar char="•"/>
              <a:tabLst/>
              <a:defRPr/>
            </a:pPr>
            <a:endParaRPr kumimoji="0" lang="en-US" sz="100" b="0" i="0" u="none" strike="noStrike" kern="1200" cap="none" spc="0" normalizeH="0" baseline="0" noProof="0">
              <a:ln>
                <a:noFill/>
              </a:ln>
              <a:solidFill>
                <a:srgbClr val="000000"/>
              </a:solidFill>
              <a:effectLst/>
              <a:uLnTx/>
              <a:uFillTx/>
              <a:latin typeface="Open Sans"/>
              <a:ea typeface="Open Sans" panose="020B0606030504020204" pitchFamily="34" charset="0"/>
              <a:cs typeface="Open Sans" panose="020B0606030504020204" pitchFamily="34" charset="0"/>
            </a:endParaRPr>
          </a:p>
          <a:p>
            <a:pPr marL="171450" marR="0" lvl="1" indent="-171450" algn="l" defTabSz="1217613" rtl="0" eaLnBrk="0" fontAlgn="base" latinLnBrk="0" hangingPunct="0">
              <a:lnSpc>
                <a:spcPct val="100000"/>
              </a:lnSpc>
              <a:spcBef>
                <a:spcPct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a:ln>
                  <a:noFill/>
                </a:ln>
                <a:effectLst/>
                <a:uLnTx/>
                <a:uFillTx/>
                <a:latin typeface="Open Sans"/>
                <a:ea typeface="Open Sans"/>
                <a:cs typeface="Open Sans"/>
              </a:rPr>
              <a:t>Automate the information gathering requirements to prepare AJEs (e.g., accruals for GR/IR, contracts spanning multiple periods)</a:t>
            </a:r>
            <a:endParaRPr lang="en-US" sz="1100" b="0" i="0" u="none" strike="noStrike" kern="1200" cap="none" spc="0" normalizeH="0" baseline="0" noProof="0">
              <a:ln>
                <a:noFill/>
              </a:ln>
              <a:effectLst/>
              <a:uLnTx/>
              <a:uFillTx/>
              <a:latin typeface="Open Sans"/>
              <a:ea typeface="Open Sans"/>
              <a:cs typeface="Open Sans"/>
            </a:endParaRPr>
          </a:p>
          <a:p>
            <a:pPr marL="171450" lvl="1" indent="-171450" defTabSz="1217613" eaLnBrk="0" fontAlgn="base" hangingPunct="0">
              <a:spcBef>
                <a:spcPct val="0"/>
              </a:spcBef>
              <a:spcAft>
                <a:spcPts val="600"/>
              </a:spcAft>
              <a:buFont typeface="Arial" panose="020B0604020202020204" pitchFamily="34" charset="0"/>
              <a:buChar char="•"/>
              <a:defRPr/>
            </a:pPr>
            <a:r>
              <a:rPr lang="en-US" sz="1100">
                <a:latin typeface="Open Sans"/>
                <a:ea typeface="Open Sans"/>
                <a:cs typeface="Open Sans"/>
              </a:rPr>
              <a:t>Spend more </a:t>
            </a:r>
            <a:r>
              <a:rPr kumimoji="0" lang="en-US" sz="1100" b="0" i="0" u="none" strike="noStrike" kern="1200" cap="none" spc="0" normalizeH="0" baseline="0" noProof="0">
                <a:ln>
                  <a:noFill/>
                </a:ln>
                <a:effectLst/>
                <a:uLnTx/>
                <a:uFillTx/>
                <a:latin typeface="Open Sans"/>
                <a:ea typeface="Open Sans"/>
                <a:cs typeface="Open Sans"/>
              </a:rPr>
              <a:t>time analyzing variances from prior periods</a:t>
            </a:r>
            <a:endParaRPr lang="en-US" sz="1100" b="0" i="0" u="none" strike="noStrike" kern="1200" cap="none" spc="0" normalizeH="0" baseline="0" noProof="0">
              <a:ln>
                <a:noFill/>
              </a:ln>
              <a:effectLst/>
              <a:uLnTx/>
              <a:uFillTx/>
              <a:latin typeface="Open Sans"/>
              <a:ea typeface="Open Sans"/>
              <a:cs typeface="Open Sans"/>
            </a:endParaRPr>
          </a:p>
          <a:p>
            <a:pPr marL="171450" marR="0" lvl="1" indent="-171450" algn="l" defTabSz="1217613" rtl="0" eaLnBrk="0" fontAlgn="base" latinLnBrk="0" hangingPunct="0">
              <a:lnSpc>
                <a:spcPct val="100000"/>
              </a:lnSpc>
              <a:spcBef>
                <a:spcPct val="0"/>
              </a:spcBef>
              <a:spcAft>
                <a:spcPts val="600"/>
              </a:spcAft>
              <a:buClrTx/>
              <a:buSzTx/>
              <a:buFont typeface="Arial" panose="020B0604020202020204" pitchFamily="34" charset="0"/>
              <a:buChar char="•"/>
              <a:tabLst/>
              <a:defRPr/>
            </a:pPr>
            <a:r>
              <a:rPr lang="en-US" sz="1100">
                <a:latin typeface="Open Sans"/>
                <a:ea typeface="Open Sans"/>
                <a:cs typeface="Open Sans"/>
              </a:rPr>
              <a:t>Automate</a:t>
            </a:r>
            <a:r>
              <a:rPr kumimoji="0" lang="en-US" sz="1100" b="0" i="0" u="none" strike="noStrike" kern="1200" cap="none" spc="0" normalizeH="0" baseline="0" noProof="0">
                <a:ln>
                  <a:noFill/>
                </a:ln>
                <a:effectLst/>
                <a:uLnTx/>
                <a:uFillTx/>
                <a:latin typeface="Open Sans"/>
                <a:ea typeface="Open Sans"/>
                <a:cs typeface="Open Sans"/>
              </a:rPr>
              <a:t> data gathering, </a:t>
            </a:r>
            <a:r>
              <a:rPr kumimoji="0" lang="en-US" sz="1100" b="0" i="0" u="none" strike="noStrike" kern="1200" cap="none" spc="0" normalizeH="0" baseline="0" noProof="0" err="1">
                <a:ln>
                  <a:noFill/>
                </a:ln>
                <a:effectLst/>
                <a:uLnTx/>
                <a:uFillTx/>
                <a:latin typeface="Open Sans"/>
                <a:ea typeface="Open Sans"/>
                <a:cs typeface="Open Sans"/>
              </a:rPr>
              <a:t>i</a:t>
            </a:r>
            <a:r>
              <a:rPr lang="en-US" sz="1100" err="1">
                <a:latin typeface="Open Sans"/>
                <a:ea typeface="Open Sans"/>
                <a:cs typeface="Open Sans"/>
              </a:rPr>
              <a:t>ncrease</a:t>
            </a:r>
            <a:r>
              <a:rPr lang="en-US" sz="1100">
                <a:latin typeface="Open Sans"/>
                <a:ea typeface="Open Sans"/>
                <a:cs typeface="Open Sans"/>
              </a:rPr>
              <a:t> productivity</a:t>
            </a:r>
            <a:endParaRPr lang="en-US" sz="1100" b="0" i="0" u="none" strike="noStrike" kern="1200" cap="none" spc="0" normalizeH="0" baseline="0" noProof="0">
              <a:ln>
                <a:noFill/>
              </a:ln>
              <a:effectLst/>
              <a:uLnTx/>
              <a:uFillTx/>
              <a:latin typeface="Open Sans"/>
              <a:ea typeface="Open Sans" panose="020B0606030504020204" pitchFamily="34" charset="0"/>
              <a:cs typeface="Open Sans" panose="020B0606030504020204" pitchFamily="34" charset="0"/>
            </a:endParaRPr>
          </a:p>
          <a:p>
            <a:pPr marL="171450" marR="0" lvl="1" indent="-171450" algn="l" defTabSz="1217613" rtl="0" eaLnBrk="0" fontAlgn="base" latinLnBrk="0" hangingPunct="0">
              <a:lnSpc>
                <a:spcPct val="100000"/>
              </a:lnSpc>
              <a:spcBef>
                <a:spcPct val="0"/>
              </a:spcBef>
              <a:spcAft>
                <a:spcPts val="600"/>
              </a:spcAft>
              <a:buClrTx/>
              <a:buSzTx/>
              <a:buFont typeface="Arial" panose="020B0604020202020204" pitchFamily="34" charset="0"/>
              <a:buChar char="•"/>
              <a:tabLst/>
              <a:defRPr/>
            </a:pPr>
            <a:r>
              <a:rPr lang="en-US" sz="1100">
                <a:latin typeface="Open Sans"/>
                <a:ea typeface="Open Sans"/>
                <a:cs typeface="Open Sans"/>
              </a:rPr>
              <a:t>Accounting to be able to accommodate the increasing complexity as the business grows</a:t>
            </a:r>
          </a:p>
          <a:p>
            <a:pPr marL="171450" marR="0" lvl="1" indent="-171450" algn="l" defTabSz="1217613" rtl="0" eaLnBrk="0" fontAlgn="base" latinLnBrk="0" hangingPunct="0">
              <a:lnSpc>
                <a:spcPct val="100000"/>
              </a:lnSpc>
              <a:spcBef>
                <a:spcPct val="0"/>
              </a:spcBef>
              <a:spcAft>
                <a:spcPts val="600"/>
              </a:spcAft>
              <a:buClrTx/>
              <a:buSzTx/>
              <a:buFont typeface="Arial" panose="020B0604020202020204" pitchFamily="34" charset="0"/>
              <a:buChar char="•"/>
              <a:tabLst/>
              <a:defRPr/>
            </a:pPr>
            <a:r>
              <a:rPr lang="en-US" sz="1100">
                <a:latin typeface="Open Sans"/>
                <a:ea typeface="Open Sans"/>
                <a:cs typeface="Open Sans"/>
              </a:rPr>
              <a:t>Increased transparency to auditors</a:t>
            </a:r>
          </a:p>
          <a:p>
            <a:pPr marL="171450" marR="0" lvl="1" indent="-171450" algn="l" defTabSz="1217613" rtl="0" eaLnBrk="0" fontAlgn="base" latinLnBrk="0" hangingPunct="0">
              <a:lnSpc>
                <a:spcPct val="100000"/>
              </a:lnSpc>
              <a:spcBef>
                <a:spcPct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a:ln>
                  <a:noFill/>
                </a:ln>
                <a:effectLst/>
                <a:uLnTx/>
                <a:uFillTx/>
                <a:latin typeface="Open Sans"/>
                <a:ea typeface="Open Sans"/>
                <a:cs typeface="Open Sans"/>
              </a:rPr>
              <a:t>Better financial insights and decision-making</a:t>
            </a:r>
            <a:endParaRPr lang="en-US" sz="1100" b="0" i="0" u="none" strike="noStrike" kern="1200" cap="none" spc="0" normalizeH="0" baseline="0" noProof="0">
              <a:ln>
                <a:noFill/>
              </a:ln>
              <a:effectLst/>
              <a:uLnTx/>
              <a:uFillTx/>
              <a:latin typeface="Open Sans"/>
              <a:ea typeface="Open Sans"/>
              <a:cs typeface="Open Sans"/>
            </a:endParaRPr>
          </a:p>
          <a:p>
            <a:pPr marL="171450" marR="0" lvl="1" indent="-171450" algn="l" defTabSz="1217613" rtl="0" eaLnBrk="0" fontAlgn="base" latinLnBrk="0" hangingPunct="0">
              <a:lnSpc>
                <a:spcPct val="100000"/>
              </a:lnSpc>
              <a:spcBef>
                <a:spcPct val="0"/>
              </a:spcBef>
              <a:spcAft>
                <a:spcPts val="600"/>
              </a:spcAft>
              <a:buClrTx/>
              <a:buSzTx/>
              <a:buFont typeface="Arial" panose="020B0604020202020204" pitchFamily="34" charset="0"/>
              <a:buChar char="•"/>
              <a:tabLst/>
              <a:defRPr/>
            </a:pPr>
            <a:endParaRPr kumimoji="0" lang="en-US" sz="1100" b="0" i="0" u="none" strike="noStrike" kern="1200" cap="none" spc="0" normalizeH="0" baseline="0" noProof="0">
              <a:ln>
                <a:noFill/>
              </a:ln>
              <a:solidFill>
                <a:srgbClr val="000000"/>
              </a:solidFill>
              <a:effectLst/>
              <a:uLnTx/>
              <a:uFillTx/>
              <a:latin typeface="Open Sans"/>
              <a:ea typeface="Open Sans" panose="020B0606030504020204" pitchFamily="34" charset="0"/>
              <a:cs typeface="Open Sans" panose="020B0606030504020204" pitchFamily="34" charset="0"/>
            </a:endParaRPr>
          </a:p>
        </p:txBody>
      </p:sp>
      <p:grpSp>
        <p:nvGrpSpPr>
          <p:cNvPr id="42" name="Graphic 4">
            <a:extLst>
              <a:ext uri="{FF2B5EF4-FFF2-40B4-BE49-F238E27FC236}">
                <a16:creationId xmlns:a16="http://schemas.microsoft.com/office/drawing/2014/main" id="{4CAB4716-20C8-D243-23FE-BB7E4568BA11}"/>
              </a:ext>
            </a:extLst>
          </p:cNvPr>
          <p:cNvGrpSpPr/>
          <p:nvPr/>
        </p:nvGrpSpPr>
        <p:grpSpPr>
          <a:xfrm>
            <a:off x="8529086" y="2945557"/>
            <a:ext cx="362313" cy="361971"/>
            <a:chOff x="2559808" y="1402723"/>
            <a:chExt cx="362313" cy="361971"/>
          </a:xfrm>
          <a:solidFill>
            <a:schemeClr val="accent6"/>
          </a:solidFill>
        </p:grpSpPr>
        <p:sp>
          <p:nvSpPr>
            <p:cNvPr id="43" name="Graphic 4">
              <a:extLst>
                <a:ext uri="{FF2B5EF4-FFF2-40B4-BE49-F238E27FC236}">
                  <a16:creationId xmlns:a16="http://schemas.microsoft.com/office/drawing/2014/main" id="{5352848D-9286-86F8-2961-34F5BE978700}"/>
                </a:ext>
              </a:extLst>
            </p:cNvPr>
            <p:cNvSpPr/>
            <p:nvPr/>
          </p:nvSpPr>
          <p:spPr>
            <a:xfrm>
              <a:off x="2559808" y="1402723"/>
              <a:ext cx="362313" cy="361971"/>
            </a:xfrm>
            <a:custGeom>
              <a:avLst/>
              <a:gdLst>
                <a:gd name="connsiteX0" fmla="*/ 181474 w 362313"/>
                <a:gd name="connsiteY0" fmla="*/ 0 h 361971"/>
                <a:gd name="connsiteX1" fmla="*/ 0 w 362313"/>
                <a:gd name="connsiteY1" fmla="*/ 180667 h 361971"/>
                <a:gd name="connsiteX2" fmla="*/ 180835 w 362313"/>
                <a:gd name="connsiteY2" fmla="*/ 361972 h 361971"/>
                <a:gd name="connsiteX3" fmla="*/ 362309 w 362313"/>
                <a:gd name="connsiteY3" fmla="*/ 181305 h 361971"/>
                <a:gd name="connsiteX4" fmla="*/ 362309 w 362313"/>
                <a:gd name="connsiteY4" fmla="*/ 181305 h 361971"/>
                <a:gd name="connsiteX5" fmla="*/ 181474 w 362313"/>
                <a:gd name="connsiteY5" fmla="*/ 0 h 361971"/>
                <a:gd name="connsiteX6" fmla="*/ 181474 w 362313"/>
                <a:gd name="connsiteY6" fmla="*/ 348565 h 361971"/>
                <a:gd name="connsiteX7" fmla="*/ 12780 w 362313"/>
                <a:gd name="connsiteY7" fmla="*/ 180667 h 361971"/>
                <a:gd name="connsiteX8" fmla="*/ 181474 w 362313"/>
                <a:gd name="connsiteY8" fmla="*/ 12130 h 361971"/>
                <a:gd name="connsiteX9" fmla="*/ 350168 w 362313"/>
                <a:gd name="connsiteY9" fmla="*/ 180028 h 361971"/>
                <a:gd name="connsiteX10" fmla="*/ 350168 w 362313"/>
                <a:gd name="connsiteY10" fmla="*/ 180028 h 361971"/>
                <a:gd name="connsiteX11" fmla="*/ 181474 w 362313"/>
                <a:gd name="connsiteY11" fmla="*/ 348565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62313" h="361971">
                  <a:moveTo>
                    <a:pt x="181474" y="0"/>
                  </a:moveTo>
                  <a:cubicBezTo>
                    <a:pt x="81152" y="0"/>
                    <a:pt x="0" y="81077"/>
                    <a:pt x="0" y="180667"/>
                  </a:cubicBezTo>
                  <a:cubicBezTo>
                    <a:pt x="0" y="280895"/>
                    <a:pt x="81152" y="361972"/>
                    <a:pt x="180835" y="361972"/>
                  </a:cubicBezTo>
                  <a:cubicBezTo>
                    <a:pt x="281157" y="361972"/>
                    <a:pt x="362309" y="280895"/>
                    <a:pt x="362309" y="181305"/>
                  </a:cubicBezTo>
                  <a:cubicBezTo>
                    <a:pt x="362309" y="181305"/>
                    <a:pt x="362309" y="181305"/>
                    <a:pt x="362309" y="181305"/>
                  </a:cubicBezTo>
                  <a:cubicBezTo>
                    <a:pt x="362948" y="80438"/>
                    <a:pt x="281796" y="0"/>
                    <a:pt x="181474" y="0"/>
                  </a:cubicBezTo>
                  <a:close/>
                  <a:moveTo>
                    <a:pt x="181474" y="348565"/>
                  </a:moveTo>
                  <a:cubicBezTo>
                    <a:pt x="88181" y="348565"/>
                    <a:pt x="12780" y="273234"/>
                    <a:pt x="12780" y="180667"/>
                  </a:cubicBezTo>
                  <a:cubicBezTo>
                    <a:pt x="12780" y="88099"/>
                    <a:pt x="88820" y="12130"/>
                    <a:pt x="181474" y="12130"/>
                  </a:cubicBezTo>
                  <a:cubicBezTo>
                    <a:pt x="274128" y="12130"/>
                    <a:pt x="350168" y="87461"/>
                    <a:pt x="350168" y="180028"/>
                  </a:cubicBezTo>
                  <a:cubicBezTo>
                    <a:pt x="350168" y="180028"/>
                    <a:pt x="350168" y="180028"/>
                    <a:pt x="350168" y="180028"/>
                  </a:cubicBezTo>
                  <a:cubicBezTo>
                    <a:pt x="350168" y="273234"/>
                    <a:pt x="274767" y="348565"/>
                    <a:pt x="181474" y="348565"/>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44" name="Graphic 4">
              <a:extLst>
                <a:ext uri="{FF2B5EF4-FFF2-40B4-BE49-F238E27FC236}">
                  <a16:creationId xmlns:a16="http://schemas.microsoft.com/office/drawing/2014/main" id="{BF0A103F-2DBC-45ED-5460-98D4F2EA944C}"/>
                </a:ext>
              </a:extLst>
            </p:cNvPr>
            <p:cNvSpPr/>
            <p:nvPr/>
          </p:nvSpPr>
          <p:spPr>
            <a:xfrm>
              <a:off x="2621152" y="1569595"/>
              <a:ext cx="136744" cy="133175"/>
            </a:xfrm>
            <a:custGeom>
              <a:avLst/>
              <a:gdLst>
                <a:gd name="connsiteX0" fmla="*/ 127160 w 136744"/>
                <a:gd name="connsiteY0" fmla="*/ 54014 h 133175"/>
                <a:gd name="connsiteX1" fmla="*/ 122687 w 136744"/>
                <a:gd name="connsiteY1" fmla="*/ 49545 h 133175"/>
                <a:gd name="connsiteX2" fmla="*/ 123965 w 136744"/>
                <a:gd name="connsiteY2" fmla="*/ 43161 h 133175"/>
                <a:gd name="connsiteX3" fmla="*/ 123965 w 136744"/>
                <a:gd name="connsiteY3" fmla="*/ 26563 h 133175"/>
                <a:gd name="connsiteX4" fmla="*/ 107990 w 136744"/>
                <a:gd name="connsiteY4" fmla="*/ 20817 h 133175"/>
                <a:gd name="connsiteX5" fmla="*/ 102239 w 136744"/>
                <a:gd name="connsiteY5" fmla="*/ 20179 h 133175"/>
                <a:gd name="connsiteX6" fmla="*/ 99683 w 136744"/>
                <a:gd name="connsiteY6" fmla="*/ 14433 h 133175"/>
                <a:gd name="connsiteX7" fmla="*/ 90098 w 136744"/>
                <a:gd name="connsiteY7" fmla="*/ 1027 h 133175"/>
                <a:gd name="connsiteX8" fmla="*/ 74123 w 136744"/>
                <a:gd name="connsiteY8" fmla="*/ 5496 h 133175"/>
                <a:gd name="connsiteX9" fmla="*/ 69011 w 136744"/>
                <a:gd name="connsiteY9" fmla="*/ 8688 h 133175"/>
                <a:gd name="connsiteX10" fmla="*/ 63899 w 136744"/>
                <a:gd name="connsiteY10" fmla="*/ 5496 h 133175"/>
                <a:gd name="connsiteX11" fmla="*/ 47925 w 136744"/>
                <a:gd name="connsiteY11" fmla="*/ 388 h 133175"/>
                <a:gd name="connsiteX12" fmla="*/ 37701 w 136744"/>
                <a:gd name="connsiteY12" fmla="*/ 13795 h 133175"/>
                <a:gd name="connsiteX13" fmla="*/ 35145 w 136744"/>
                <a:gd name="connsiteY13" fmla="*/ 19540 h 133175"/>
                <a:gd name="connsiteX14" fmla="*/ 28755 w 136744"/>
                <a:gd name="connsiteY14" fmla="*/ 20179 h 133175"/>
                <a:gd name="connsiteX15" fmla="*/ 10863 w 136744"/>
                <a:gd name="connsiteY15" fmla="*/ 30393 h 133175"/>
                <a:gd name="connsiteX16" fmla="*/ 12780 w 136744"/>
                <a:gd name="connsiteY16" fmla="*/ 42523 h 133175"/>
                <a:gd name="connsiteX17" fmla="*/ 14058 w 136744"/>
                <a:gd name="connsiteY17" fmla="*/ 48268 h 133175"/>
                <a:gd name="connsiteX18" fmla="*/ 9585 w 136744"/>
                <a:gd name="connsiteY18" fmla="*/ 52099 h 133175"/>
                <a:gd name="connsiteX19" fmla="*/ 0 w 136744"/>
                <a:gd name="connsiteY19" fmla="*/ 65505 h 133175"/>
                <a:gd name="connsiteX20" fmla="*/ 9585 w 136744"/>
                <a:gd name="connsiteY20" fmla="*/ 78911 h 133175"/>
                <a:gd name="connsiteX21" fmla="*/ 14058 w 136744"/>
                <a:gd name="connsiteY21" fmla="*/ 83380 h 133175"/>
                <a:gd name="connsiteX22" fmla="*/ 12780 w 136744"/>
                <a:gd name="connsiteY22" fmla="*/ 89764 h 133175"/>
                <a:gd name="connsiteX23" fmla="*/ 12780 w 136744"/>
                <a:gd name="connsiteY23" fmla="*/ 106362 h 133175"/>
                <a:gd name="connsiteX24" fmla="*/ 28755 w 136744"/>
                <a:gd name="connsiteY24" fmla="*/ 112108 h 133175"/>
                <a:gd name="connsiteX25" fmla="*/ 34506 w 136744"/>
                <a:gd name="connsiteY25" fmla="*/ 112746 h 133175"/>
                <a:gd name="connsiteX26" fmla="*/ 37062 w 136744"/>
                <a:gd name="connsiteY26" fmla="*/ 118492 h 133175"/>
                <a:gd name="connsiteX27" fmla="*/ 46646 w 136744"/>
                <a:gd name="connsiteY27" fmla="*/ 131898 h 133175"/>
                <a:gd name="connsiteX28" fmla="*/ 62621 w 136744"/>
                <a:gd name="connsiteY28" fmla="*/ 127430 h 133175"/>
                <a:gd name="connsiteX29" fmla="*/ 67733 w 136744"/>
                <a:gd name="connsiteY29" fmla="*/ 124238 h 133175"/>
                <a:gd name="connsiteX30" fmla="*/ 72845 w 136744"/>
                <a:gd name="connsiteY30" fmla="*/ 127430 h 133175"/>
                <a:gd name="connsiteX31" fmla="*/ 85625 w 136744"/>
                <a:gd name="connsiteY31" fmla="*/ 133175 h 133175"/>
                <a:gd name="connsiteX32" fmla="*/ 89459 w 136744"/>
                <a:gd name="connsiteY32" fmla="*/ 132537 h 133175"/>
                <a:gd name="connsiteX33" fmla="*/ 99683 w 136744"/>
                <a:gd name="connsiteY33" fmla="*/ 119130 h 133175"/>
                <a:gd name="connsiteX34" fmla="*/ 102239 w 136744"/>
                <a:gd name="connsiteY34" fmla="*/ 114023 h 133175"/>
                <a:gd name="connsiteX35" fmla="*/ 108629 w 136744"/>
                <a:gd name="connsiteY35" fmla="*/ 113385 h 133175"/>
                <a:gd name="connsiteX36" fmla="*/ 126521 w 136744"/>
                <a:gd name="connsiteY36" fmla="*/ 103170 h 133175"/>
                <a:gd name="connsiteX37" fmla="*/ 124604 w 136744"/>
                <a:gd name="connsiteY37" fmla="*/ 91041 h 133175"/>
                <a:gd name="connsiteX38" fmla="*/ 123326 w 136744"/>
                <a:gd name="connsiteY38" fmla="*/ 85295 h 133175"/>
                <a:gd name="connsiteX39" fmla="*/ 127160 w 136744"/>
                <a:gd name="connsiteY39" fmla="*/ 81465 h 133175"/>
                <a:gd name="connsiteX40" fmla="*/ 136745 w 136744"/>
                <a:gd name="connsiteY40" fmla="*/ 68058 h 133175"/>
                <a:gd name="connsiteX41" fmla="*/ 127160 w 136744"/>
                <a:gd name="connsiteY41" fmla="*/ 54014 h 133175"/>
                <a:gd name="connsiteX42" fmla="*/ 119492 w 136744"/>
                <a:gd name="connsiteY42" fmla="*/ 71250 h 133175"/>
                <a:gd name="connsiteX43" fmla="*/ 110546 w 136744"/>
                <a:gd name="connsiteY43" fmla="*/ 81465 h 133175"/>
                <a:gd name="connsiteX44" fmla="*/ 111824 w 136744"/>
                <a:gd name="connsiteY44" fmla="*/ 94871 h 133175"/>
                <a:gd name="connsiteX45" fmla="*/ 113102 w 136744"/>
                <a:gd name="connsiteY45" fmla="*/ 99978 h 133175"/>
                <a:gd name="connsiteX46" fmla="*/ 107351 w 136744"/>
                <a:gd name="connsiteY46" fmla="*/ 100617 h 133175"/>
                <a:gd name="connsiteX47" fmla="*/ 93932 w 136744"/>
                <a:gd name="connsiteY47" fmla="*/ 103809 h 133175"/>
                <a:gd name="connsiteX48" fmla="*/ 86903 w 136744"/>
                <a:gd name="connsiteY48" fmla="*/ 115300 h 133175"/>
                <a:gd name="connsiteX49" fmla="*/ 84347 w 136744"/>
                <a:gd name="connsiteY49" fmla="*/ 121046 h 133175"/>
                <a:gd name="connsiteX50" fmla="*/ 79235 w 136744"/>
                <a:gd name="connsiteY50" fmla="*/ 117854 h 133175"/>
                <a:gd name="connsiteX51" fmla="*/ 67094 w 136744"/>
                <a:gd name="connsiteY51" fmla="*/ 112108 h 133175"/>
                <a:gd name="connsiteX52" fmla="*/ 67094 w 136744"/>
                <a:gd name="connsiteY52" fmla="*/ 112108 h 133175"/>
                <a:gd name="connsiteX53" fmla="*/ 54314 w 136744"/>
                <a:gd name="connsiteY53" fmla="*/ 117215 h 133175"/>
                <a:gd name="connsiteX54" fmla="*/ 49841 w 136744"/>
                <a:gd name="connsiteY54" fmla="*/ 119769 h 133175"/>
                <a:gd name="connsiteX55" fmla="*/ 47925 w 136744"/>
                <a:gd name="connsiteY55" fmla="*/ 114662 h 133175"/>
                <a:gd name="connsiteX56" fmla="*/ 40896 w 136744"/>
                <a:gd name="connsiteY56" fmla="*/ 102532 h 133175"/>
                <a:gd name="connsiteX57" fmla="*/ 27477 w 136744"/>
                <a:gd name="connsiteY57" fmla="*/ 99340 h 133175"/>
                <a:gd name="connsiteX58" fmla="*/ 21726 w 136744"/>
                <a:gd name="connsiteY58" fmla="*/ 99340 h 133175"/>
                <a:gd name="connsiteX59" fmla="*/ 23004 w 136744"/>
                <a:gd name="connsiteY59" fmla="*/ 94233 h 133175"/>
                <a:gd name="connsiteX60" fmla="*/ 15975 w 136744"/>
                <a:gd name="connsiteY60" fmla="*/ 69974 h 133175"/>
                <a:gd name="connsiteX61" fmla="*/ 15336 w 136744"/>
                <a:gd name="connsiteY61" fmla="*/ 69335 h 133175"/>
                <a:gd name="connsiteX62" fmla="*/ 11502 w 136744"/>
                <a:gd name="connsiteY62" fmla="*/ 65505 h 133175"/>
                <a:gd name="connsiteX63" fmla="*/ 15975 w 136744"/>
                <a:gd name="connsiteY63" fmla="*/ 61674 h 133175"/>
                <a:gd name="connsiteX64" fmla="*/ 24921 w 136744"/>
                <a:gd name="connsiteY64" fmla="*/ 51460 h 133175"/>
                <a:gd name="connsiteX65" fmla="*/ 23643 w 136744"/>
                <a:gd name="connsiteY65" fmla="*/ 38054 h 133175"/>
                <a:gd name="connsiteX66" fmla="*/ 22365 w 136744"/>
                <a:gd name="connsiteY66" fmla="*/ 32308 h 133175"/>
                <a:gd name="connsiteX67" fmla="*/ 28116 w 136744"/>
                <a:gd name="connsiteY67" fmla="*/ 31670 h 133175"/>
                <a:gd name="connsiteX68" fmla="*/ 41535 w 136744"/>
                <a:gd name="connsiteY68" fmla="*/ 29116 h 133175"/>
                <a:gd name="connsiteX69" fmla="*/ 48563 w 136744"/>
                <a:gd name="connsiteY69" fmla="*/ 17625 h 133175"/>
                <a:gd name="connsiteX70" fmla="*/ 51119 w 136744"/>
                <a:gd name="connsiteY70" fmla="*/ 11879 h 133175"/>
                <a:gd name="connsiteX71" fmla="*/ 56231 w 136744"/>
                <a:gd name="connsiteY71" fmla="*/ 15071 h 133175"/>
                <a:gd name="connsiteX72" fmla="*/ 68372 w 136744"/>
                <a:gd name="connsiteY72" fmla="*/ 20817 h 133175"/>
                <a:gd name="connsiteX73" fmla="*/ 81152 w 136744"/>
                <a:gd name="connsiteY73" fmla="*/ 15710 h 133175"/>
                <a:gd name="connsiteX74" fmla="*/ 85625 w 136744"/>
                <a:gd name="connsiteY74" fmla="*/ 13156 h 133175"/>
                <a:gd name="connsiteX75" fmla="*/ 87542 w 136744"/>
                <a:gd name="connsiteY75" fmla="*/ 18263 h 133175"/>
                <a:gd name="connsiteX76" fmla="*/ 94571 w 136744"/>
                <a:gd name="connsiteY76" fmla="*/ 30393 h 133175"/>
                <a:gd name="connsiteX77" fmla="*/ 107990 w 136744"/>
                <a:gd name="connsiteY77" fmla="*/ 33585 h 133175"/>
                <a:gd name="connsiteX78" fmla="*/ 113741 w 136744"/>
                <a:gd name="connsiteY78" fmla="*/ 34223 h 133175"/>
                <a:gd name="connsiteX79" fmla="*/ 112463 w 136744"/>
                <a:gd name="connsiteY79" fmla="*/ 39331 h 133175"/>
                <a:gd name="connsiteX80" fmla="*/ 111185 w 136744"/>
                <a:gd name="connsiteY80" fmla="*/ 53375 h 133175"/>
                <a:gd name="connsiteX81" fmla="*/ 120131 w 136744"/>
                <a:gd name="connsiteY81" fmla="*/ 64228 h 133175"/>
                <a:gd name="connsiteX82" fmla="*/ 123965 w 136744"/>
                <a:gd name="connsiteY82" fmla="*/ 68058 h 133175"/>
                <a:gd name="connsiteX83" fmla="*/ 119492 w 136744"/>
                <a:gd name="connsiteY83" fmla="*/ 71250 h 133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Lst>
              <a:rect l="l" t="t" r="r" b="b"/>
              <a:pathLst>
                <a:path w="136744" h="133175">
                  <a:moveTo>
                    <a:pt x="127160" y="54014"/>
                  </a:moveTo>
                  <a:cubicBezTo>
                    <a:pt x="125243" y="52737"/>
                    <a:pt x="123965" y="51460"/>
                    <a:pt x="122687" y="49545"/>
                  </a:cubicBezTo>
                  <a:cubicBezTo>
                    <a:pt x="122687" y="47630"/>
                    <a:pt x="123326" y="45076"/>
                    <a:pt x="123965" y="43161"/>
                  </a:cubicBezTo>
                  <a:cubicBezTo>
                    <a:pt x="126521" y="38054"/>
                    <a:pt x="126521" y="31670"/>
                    <a:pt x="123965" y="26563"/>
                  </a:cubicBezTo>
                  <a:cubicBezTo>
                    <a:pt x="120131" y="22094"/>
                    <a:pt x="113741" y="20179"/>
                    <a:pt x="107990" y="20817"/>
                  </a:cubicBezTo>
                  <a:cubicBezTo>
                    <a:pt x="106073" y="20817"/>
                    <a:pt x="104156" y="20817"/>
                    <a:pt x="102239" y="20179"/>
                  </a:cubicBezTo>
                  <a:cubicBezTo>
                    <a:pt x="100961" y="18263"/>
                    <a:pt x="100322" y="16348"/>
                    <a:pt x="99683" y="14433"/>
                  </a:cubicBezTo>
                  <a:cubicBezTo>
                    <a:pt x="97766" y="9326"/>
                    <a:pt x="95849" y="2942"/>
                    <a:pt x="90098" y="1027"/>
                  </a:cubicBezTo>
                  <a:cubicBezTo>
                    <a:pt x="84347" y="-250"/>
                    <a:pt x="78596" y="1665"/>
                    <a:pt x="74123" y="5496"/>
                  </a:cubicBezTo>
                  <a:cubicBezTo>
                    <a:pt x="72206" y="6772"/>
                    <a:pt x="70928" y="8049"/>
                    <a:pt x="69011" y="8688"/>
                  </a:cubicBezTo>
                  <a:cubicBezTo>
                    <a:pt x="67094" y="8049"/>
                    <a:pt x="65177" y="6772"/>
                    <a:pt x="63899" y="5496"/>
                  </a:cubicBezTo>
                  <a:cubicBezTo>
                    <a:pt x="59426" y="1027"/>
                    <a:pt x="53675" y="-888"/>
                    <a:pt x="47925" y="388"/>
                  </a:cubicBezTo>
                  <a:cubicBezTo>
                    <a:pt x="41535" y="2304"/>
                    <a:pt x="39617" y="8688"/>
                    <a:pt x="37701" y="13795"/>
                  </a:cubicBezTo>
                  <a:cubicBezTo>
                    <a:pt x="37062" y="15710"/>
                    <a:pt x="36423" y="17625"/>
                    <a:pt x="35145" y="19540"/>
                  </a:cubicBezTo>
                  <a:cubicBezTo>
                    <a:pt x="33228" y="20179"/>
                    <a:pt x="30672" y="20179"/>
                    <a:pt x="28755" y="20179"/>
                  </a:cubicBezTo>
                  <a:cubicBezTo>
                    <a:pt x="21087" y="17625"/>
                    <a:pt x="12780" y="22094"/>
                    <a:pt x="10863" y="30393"/>
                  </a:cubicBezTo>
                  <a:cubicBezTo>
                    <a:pt x="9585" y="34223"/>
                    <a:pt x="10224" y="38692"/>
                    <a:pt x="12780" y="42523"/>
                  </a:cubicBezTo>
                  <a:cubicBezTo>
                    <a:pt x="13419" y="44438"/>
                    <a:pt x="14058" y="46353"/>
                    <a:pt x="14058" y="48268"/>
                  </a:cubicBezTo>
                  <a:cubicBezTo>
                    <a:pt x="12780" y="49545"/>
                    <a:pt x="10863" y="51460"/>
                    <a:pt x="9585" y="52099"/>
                  </a:cubicBezTo>
                  <a:cubicBezTo>
                    <a:pt x="5112" y="55290"/>
                    <a:pt x="0" y="59121"/>
                    <a:pt x="0" y="65505"/>
                  </a:cubicBezTo>
                  <a:cubicBezTo>
                    <a:pt x="0" y="71889"/>
                    <a:pt x="5112" y="75719"/>
                    <a:pt x="9585" y="78911"/>
                  </a:cubicBezTo>
                  <a:cubicBezTo>
                    <a:pt x="11502" y="80188"/>
                    <a:pt x="12780" y="81465"/>
                    <a:pt x="14058" y="83380"/>
                  </a:cubicBezTo>
                  <a:cubicBezTo>
                    <a:pt x="14058" y="85295"/>
                    <a:pt x="13419" y="87849"/>
                    <a:pt x="12780" y="89764"/>
                  </a:cubicBezTo>
                  <a:cubicBezTo>
                    <a:pt x="10224" y="94871"/>
                    <a:pt x="10224" y="101255"/>
                    <a:pt x="12780" y="106362"/>
                  </a:cubicBezTo>
                  <a:cubicBezTo>
                    <a:pt x="16614" y="110831"/>
                    <a:pt x="23004" y="112746"/>
                    <a:pt x="28755" y="112108"/>
                  </a:cubicBezTo>
                  <a:cubicBezTo>
                    <a:pt x="30672" y="112108"/>
                    <a:pt x="32589" y="112108"/>
                    <a:pt x="34506" y="112746"/>
                  </a:cubicBezTo>
                  <a:cubicBezTo>
                    <a:pt x="35783" y="114662"/>
                    <a:pt x="36423" y="116577"/>
                    <a:pt x="37062" y="118492"/>
                  </a:cubicBezTo>
                  <a:cubicBezTo>
                    <a:pt x="38978" y="123599"/>
                    <a:pt x="40896" y="129983"/>
                    <a:pt x="46646" y="131898"/>
                  </a:cubicBezTo>
                  <a:cubicBezTo>
                    <a:pt x="52397" y="133175"/>
                    <a:pt x="58148" y="131260"/>
                    <a:pt x="62621" y="127430"/>
                  </a:cubicBezTo>
                  <a:cubicBezTo>
                    <a:pt x="64538" y="126153"/>
                    <a:pt x="65816" y="124876"/>
                    <a:pt x="67733" y="124238"/>
                  </a:cubicBezTo>
                  <a:cubicBezTo>
                    <a:pt x="69650" y="124876"/>
                    <a:pt x="71567" y="126153"/>
                    <a:pt x="72845" y="127430"/>
                  </a:cubicBezTo>
                  <a:cubicBezTo>
                    <a:pt x="76679" y="130622"/>
                    <a:pt x="81152" y="132537"/>
                    <a:pt x="85625" y="133175"/>
                  </a:cubicBezTo>
                  <a:cubicBezTo>
                    <a:pt x="86903" y="133175"/>
                    <a:pt x="88181" y="133175"/>
                    <a:pt x="89459" y="132537"/>
                  </a:cubicBezTo>
                  <a:cubicBezTo>
                    <a:pt x="95849" y="130622"/>
                    <a:pt x="97766" y="124238"/>
                    <a:pt x="99683" y="119130"/>
                  </a:cubicBezTo>
                  <a:cubicBezTo>
                    <a:pt x="100322" y="117215"/>
                    <a:pt x="100961" y="115300"/>
                    <a:pt x="102239" y="114023"/>
                  </a:cubicBezTo>
                  <a:cubicBezTo>
                    <a:pt x="104156" y="113385"/>
                    <a:pt x="106712" y="113385"/>
                    <a:pt x="108629" y="113385"/>
                  </a:cubicBezTo>
                  <a:cubicBezTo>
                    <a:pt x="116297" y="115938"/>
                    <a:pt x="124604" y="111470"/>
                    <a:pt x="126521" y="103170"/>
                  </a:cubicBezTo>
                  <a:cubicBezTo>
                    <a:pt x="127799" y="99340"/>
                    <a:pt x="127160" y="94871"/>
                    <a:pt x="124604" y="91041"/>
                  </a:cubicBezTo>
                  <a:cubicBezTo>
                    <a:pt x="123965" y="89126"/>
                    <a:pt x="123326" y="87210"/>
                    <a:pt x="123326" y="85295"/>
                  </a:cubicBezTo>
                  <a:cubicBezTo>
                    <a:pt x="124604" y="84018"/>
                    <a:pt x="125882" y="82742"/>
                    <a:pt x="127160" y="81465"/>
                  </a:cubicBezTo>
                  <a:cubicBezTo>
                    <a:pt x="131633" y="78273"/>
                    <a:pt x="136745" y="74442"/>
                    <a:pt x="136745" y="68058"/>
                  </a:cubicBezTo>
                  <a:cubicBezTo>
                    <a:pt x="136745" y="61674"/>
                    <a:pt x="131633" y="57206"/>
                    <a:pt x="127160" y="54014"/>
                  </a:cubicBezTo>
                  <a:close/>
                  <a:moveTo>
                    <a:pt x="119492" y="71250"/>
                  </a:moveTo>
                  <a:cubicBezTo>
                    <a:pt x="115658" y="73804"/>
                    <a:pt x="112463" y="76996"/>
                    <a:pt x="110546" y="81465"/>
                  </a:cubicBezTo>
                  <a:cubicBezTo>
                    <a:pt x="109268" y="85934"/>
                    <a:pt x="109907" y="91041"/>
                    <a:pt x="111824" y="94871"/>
                  </a:cubicBezTo>
                  <a:cubicBezTo>
                    <a:pt x="112463" y="96786"/>
                    <a:pt x="112463" y="98702"/>
                    <a:pt x="113102" y="99978"/>
                  </a:cubicBezTo>
                  <a:cubicBezTo>
                    <a:pt x="111185" y="99978"/>
                    <a:pt x="109268" y="100617"/>
                    <a:pt x="107351" y="100617"/>
                  </a:cubicBezTo>
                  <a:cubicBezTo>
                    <a:pt x="102878" y="99978"/>
                    <a:pt x="97766" y="101255"/>
                    <a:pt x="93932" y="103809"/>
                  </a:cubicBezTo>
                  <a:cubicBezTo>
                    <a:pt x="90737" y="107001"/>
                    <a:pt x="88181" y="110831"/>
                    <a:pt x="86903" y="115300"/>
                  </a:cubicBezTo>
                  <a:cubicBezTo>
                    <a:pt x="86264" y="117215"/>
                    <a:pt x="85625" y="119130"/>
                    <a:pt x="84347" y="121046"/>
                  </a:cubicBezTo>
                  <a:cubicBezTo>
                    <a:pt x="82430" y="120407"/>
                    <a:pt x="81152" y="119130"/>
                    <a:pt x="79235" y="117854"/>
                  </a:cubicBezTo>
                  <a:cubicBezTo>
                    <a:pt x="76040" y="114662"/>
                    <a:pt x="71567" y="112746"/>
                    <a:pt x="67094" y="112108"/>
                  </a:cubicBezTo>
                  <a:lnTo>
                    <a:pt x="67094" y="112108"/>
                  </a:lnTo>
                  <a:cubicBezTo>
                    <a:pt x="62621" y="112746"/>
                    <a:pt x="58148" y="114662"/>
                    <a:pt x="54314" y="117215"/>
                  </a:cubicBezTo>
                  <a:cubicBezTo>
                    <a:pt x="53036" y="118492"/>
                    <a:pt x="51119" y="119130"/>
                    <a:pt x="49841" y="119769"/>
                  </a:cubicBezTo>
                  <a:cubicBezTo>
                    <a:pt x="49202" y="117854"/>
                    <a:pt x="48563" y="116577"/>
                    <a:pt x="47925" y="114662"/>
                  </a:cubicBezTo>
                  <a:cubicBezTo>
                    <a:pt x="46646" y="110193"/>
                    <a:pt x="44730" y="105724"/>
                    <a:pt x="40896" y="102532"/>
                  </a:cubicBezTo>
                  <a:cubicBezTo>
                    <a:pt x="37062" y="99978"/>
                    <a:pt x="32589" y="99340"/>
                    <a:pt x="27477" y="99340"/>
                  </a:cubicBezTo>
                  <a:cubicBezTo>
                    <a:pt x="25560" y="99340"/>
                    <a:pt x="23004" y="99340"/>
                    <a:pt x="21726" y="99340"/>
                  </a:cubicBezTo>
                  <a:cubicBezTo>
                    <a:pt x="22365" y="97425"/>
                    <a:pt x="22365" y="95510"/>
                    <a:pt x="23004" y="94233"/>
                  </a:cubicBezTo>
                  <a:cubicBezTo>
                    <a:pt x="27477" y="85934"/>
                    <a:pt x="24921" y="75081"/>
                    <a:pt x="15975" y="69974"/>
                  </a:cubicBezTo>
                  <a:cubicBezTo>
                    <a:pt x="15975" y="69974"/>
                    <a:pt x="15336" y="69974"/>
                    <a:pt x="15336" y="69335"/>
                  </a:cubicBezTo>
                  <a:cubicBezTo>
                    <a:pt x="14058" y="68058"/>
                    <a:pt x="12780" y="66782"/>
                    <a:pt x="11502" y="65505"/>
                  </a:cubicBezTo>
                  <a:cubicBezTo>
                    <a:pt x="12780" y="64228"/>
                    <a:pt x="14058" y="62951"/>
                    <a:pt x="15975" y="61674"/>
                  </a:cubicBezTo>
                  <a:cubicBezTo>
                    <a:pt x="19809" y="59121"/>
                    <a:pt x="23004" y="55929"/>
                    <a:pt x="24921" y="51460"/>
                  </a:cubicBezTo>
                  <a:cubicBezTo>
                    <a:pt x="26199" y="46991"/>
                    <a:pt x="25560" y="41884"/>
                    <a:pt x="23643" y="38054"/>
                  </a:cubicBezTo>
                  <a:cubicBezTo>
                    <a:pt x="23004" y="36139"/>
                    <a:pt x="22365" y="34223"/>
                    <a:pt x="22365" y="32308"/>
                  </a:cubicBezTo>
                  <a:cubicBezTo>
                    <a:pt x="24282" y="32308"/>
                    <a:pt x="26199" y="32308"/>
                    <a:pt x="28116" y="31670"/>
                  </a:cubicBezTo>
                  <a:cubicBezTo>
                    <a:pt x="32589" y="32308"/>
                    <a:pt x="37701" y="31031"/>
                    <a:pt x="41535" y="29116"/>
                  </a:cubicBezTo>
                  <a:cubicBezTo>
                    <a:pt x="44730" y="25924"/>
                    <a:pt x="47285" y="22094"/>
                    <a:pt x="48563" y="17625"/>
                  </a:cubicBezTo>
                  <a:cubicBezTo>
                    <a:pt x="49202" y="15710"/>
                    <a:pt x="49841" y="13795"/>
                    <a:pt x="51119" y="11879"/>
                  </a:cubicBezTo>
                  <a:cubicBezTo>
                    <a:pt x="53036" y="12518"/>
                    <a:pt x="54314" y="13795"/>
                    <a:pt x="56231" y="15071"/>
                  </a:cubicBezTo>
                  <a:cubicBezTo>
                    <a:pt x="59426" y="18263"/>
                    <a:pt x="63899" y="20179"/>
                    <a:pt x="68372" y="20817"/>
                  </a:cubicBezTo>
                  <a:cubicBezTo>
                    <a:pt x="72845" y="20179"/>
                    <a:pt x="77318" y="18263"/>
                    <a:pt x="81152" y="15710"/>
                  </a:cubicBezTo>
                  <a:cubicBezTo>
                    <a:pt x="82430" y="14433"/>
                    <a:pt x="84347" y="13795"/>
                    <a:pt x="85625" y="13156"/>
                  </a:cubicBezTo>
                  <a:cubicBezTo>
                    <a:pt x="86264" y="15071"/>
                    <a:pt x="86903" y="16348"/>
                    <a:pt x="87542" y="18263"/>
                  </a:cubicBezTo>
                  <a:cubicBezTo>
                    <a:pt x="88820" y="22732"/>
                    <a:pt x="90737" y="27201"/>
                    <a:pt x="94571" y="30393"/>
                  </a:cubicBezTo>
                  <a:cubicBezTo>
                    <a:pt x="98405" y="32947"/>
                    <a:pt x="102878" y="33585"/>
                    <a:pt x="107990" y="33585"/>
                  </a:cubicBezTo>
                  <a:cubicBezTo>
                    <a:pt x="109907" y="33585"/>
                    <a:pt x="112463" y="33585"/>
                    <a:pt x="113741" y="34223"/>
                  </a:cubicBezTo>
                  <a:cubicBezTo>
                    <a:pt x="113102" y="36139"/>
                    <a:pt x="113102" y="38054"/>
                    <a:pt x="112463" y="39331"/>
                  </a:cubicBezTo>
                  <a:cubicBezTo>
                    <a:pt x="110546" y="43799"/>
                    <a:pt x="109907" y="48268"/>
                    <a:pt x="111185" y="53375"/>
                  </a:cubicBezTo>
                  <a:cubicBezTo>
                    <a:pt x="113102" y="57844"/>
                    <a:pt x="116297" y="61674"/>
                    <a:pt x="120131" y="64228"/>
                  </a:cubicBezTo>
                  <a:cubicBezTo>
                    <a:pt x="121409" y="65505"/>
                    <a:pt x="123326" y="66782"/>
                    <a:pt x="123965" y="68058"/>
                  </a:cubicBezTo>
                  <a:cubicBezTo>
                    <a:pt x="122048" y="68697"/>
                    <a:pt x="120770" y="69974"/>
                    <a:pt x="119492" y="71250"/>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45" name="Graphic 4">
              <a:extLst>
                <a:ext uri="{FF2B5EF4-FFF2-40B4-BE49-F238E27FC236}">
                  <a16:creationId xmlns:a16="http://schemas.microsoft.com/office/drawing/2014/main" id="{CC32E752-EF9C-10F6-A2CD-5BB14775BD21}"/>
                </a:ext>
              </a:extLst>
            </p:cNvPr>
            <p:cNvSpPr/>
            <p:nvPr/>
          </p:nvSpPr>
          <p:spPr>
            <a:xfrm>
              <a:off x="2662886" y="1611148"/>
              <a:ext cx="50682" cy="50765"/>
            </a:xfrm>
            <a:custGeom>
              <a:avLst/>
              <a:gdLst>
                <a:gd name="connsiteX0" fmla="*/ 37501 w 50682"/>
                <a:gd name="connsiteY0" fmla="*/ 2885 h 50765"/>
                <a:gd name="connsiteX1" fmla="*/ 2995 w 50682"/>
                <a:gd name="connsiteY1" fmla="*/ 13738 h 50765"/>
                <a:gd name="connsiteX2" fmla="*/ 1078 w 50682"/>
                <a:gd name="connsiteY2" fmla="*/ 32890 h 50765"/>
                <a:gd name="connsiteX3" fmla="*/ 25360 w 50682"/>
                <a:gd name="connsiteY3" fmla="*/ 50765 h 50765"/>
                <a:gd name="connsiteX4" fmla="*/ 33028 w 50682"/>
                <a:gd name="connsiteY4" fmla="*/ 49488 h 50765"/>
                <a:gd name="connsiteX5" fmla="*/ 49642 w 50682"/>
                <a:gd name="connsiteY5" fmla="*/ 17568 h 50765"/>
                <a:gd name="connsiteX6" fmla="*/ 37501 w 50682"/>
                <a:gd name="connsiteY6" fmla="*/ 2885 h 50765"/>
                <a:gd name="connsiteX7" fmla="*/ 37501 w 50682"/>
                <a:gd name="connsiteY7" fmla="*/ 2885 h 50765"/>
                <a:gd name="connsiteX8" fmla="*/ 29194 w 50682"/>
                <a:gd name="connsiteY8" fmla="*/ 37359 h 50765"/>
                <a:gd name="connsiteX9" fmla="*/ 13219 w 50682"/>
                <a:gd name="connsiteY9" fmla="*/ 29059 h 50765"/>
                <a:gd name="connsiteX10" fmla="*/ 22165 w 50682"/>
                <a:gd name="connsiteY10" fmla="*/ 13099 h 50765"/>
                <a:gd name="connsiteX11" fmla="*/ 25360 w 50682"/>
                <a:gd name="connsiteY11" fmla="*/ 12461 h 50765"/>
                <a:gd name="connsiteX12" fmla="*/ 37501 w 50682"/>
                <a:gd name="connsiteY12" fmla="*/ 21399 h 50765"/>
                <a:gd name="connsiteX13" fmla="*/ 29194 w 50682"/>
                <a:gd name="connsiteY13" fmla="*/ 37359 h 50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0682" h="50765">
                  <a:moveTo>
                    <a:pt x="37501" y="2885"/>
                  </a:moveTo>
                  <a:cubicBezTo>
                    <a:pt x="25360" y="-3499"/>
                    <a:pt x="10024" y="970"/>
                    <a:pt x="2995" y="13738"/>
                  </a:cubicBezTo>
                  <a:cubicBezTo>
                    <a:pt x="-200" y="19483"/>
                    <a:pt x="-839" y="26506"/>
                    <a:pt x="1078" y="32890"/>
                  </a:cubicBezTo>
                  <a:cubicBezTo>
                    <a:pt x="4273" y="43743"/>
                    <a:pt x="14497" y="50765"/>
                    <a:pt x="25360" y="50765"/>
                  </a:cubicBezTo>
                  <a:cubicBezTo>
                    <a:pt x="27916" y="50765"/>
                    <a:pt x="30472" y="50127"/>
                    <a:pt x="33028" y="49488"/>
                  </a:cubicBezTo>
                  <a:cubicBezTo>
                    <a:pt x="46447" y="45019"/>
                    <a:pt x="53476" y="30975"/>
                    <a:pt x="49642" y="17568"/>
                  </a:cubicBezTo>
                  <a:cubicBezTo>
                    <a:pt x="47725" y="10546"/>
                    <a:pt x="43252" y="5439"/>
                    <a:pt x="37501" y="2885"/>
                  </a:cubicBezTo>
                  <a:lnTo>
                    <a:pt x="37501" y="2885"/>
                  </a:lnTo>
                  <a:close/>
                  <a:moveTo>
                    <a:pt x="29194" y="37359"/>
                  </a:moveTo>
                  <a:cubicBezTo>
                    <a:pt x="22804" y="39274"/>
                    <a:pt x="15775" y="35443"/>
                    <a:pt x="13219" y="29059"/>
                  </a:cubicBezTo>
                  <a:cubicBezTo>
                    <a:pt x="11302" y="22037"/>
                    <a:pt x="15136" y="15015"/>
                    <a:pt x="22165" y="13099"/>
                  </a:cubicBezTo>
                  <a:cubicBezTo>
                    <a:pt x="23443" y="12461"/>
                    <a:pt x="24721" y="12461"/>
                    <a:pt x="25360" y="12461"/>
                  </a:cubicBezTo>
                  <a:cubicBezTo>
                    <a:pt x="31111" y="12461"/>
                    <a:pt x="35584" y="16291"/>
                    <a:pt x="37501" y="21399"/>
                  </a:cubicBezTo>
                  <a:cubicBezTo>
                    <a:pt x="39418" y="27783"/>
                    <a:pt x="36223" y="34805"/>
                    <a:pt x="29194" y="37359"/>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46" name="Graphic 4">
              <a:extLst>
                <a:ext uri="{FF2B5EF4-FFF2-40B4-BE49-F238E27FC236}">
                  <a16:creationId xmlns:a16="http://schemas.microsoft.com/office/drawing/2014/main" id="{AD1E6608-1D56-428E-399E-7E08C7682912}"/>
                </a:ext>
              </a:extLst>
            </p:cNvPr>
            <p:cNvSpPr/>
            <p:nvPr/>
          </p:nvSpPr>
          <p:spPr>
            <a:xfrm>
              <a:off x="2725947" y="1463621"/>
              <a:ext cx="138022" cy="133175"/>
            </a:xfrm>
            <a:custGeom>
              <a:avLst/>
              <a:gdLst>
                <a:gd name="connsiteX0" fmla="*/ 128438 w 138022"/>
                <a:gd name="connsiteY0" fmla="*/ 54014 h 133175"/>
                <a:gd name="connsiteX1" fmla="*/ 123326 w 138022"/>
                <a:gd name="connsiteY1" fmla="*/ 49545 h 133175"/>
                <a:gd name="connsiteX2" fmla="*/ 124604 w 138022"/>
                <a:gd name="connsiteY2" fmla="*/ 43161 h 133175"/>
                <a:gd name="connsiteX3" fmla="*/ 120770 w 138022"/>
                <a:gd name="connsiteY3" fmla="*/ 22732 h 133175"/>
                <a:gd name="connsiteX4" fmla="*/ 108629 w 138022"/>
                <a:gd name="connsiteY4" fmla="*/ 20817 h 133175"/>
                <a:gd name="connsiteX5" fmla="*/ 102878 w 138022"/>
                <a:gd name="connsiteY5" fmla="*/ 20179 h 133175"/>
                <a:gd name="connsiteX6" fmla="*/ 100322 w 138022"/>
                <a:gd name="connsiteY6" fmla="*/ 14433 h 133175"/>
                <a:gd name="connsiteX7" fmla="*/ 90737 w 138022"/>
                <a:gd name="connsiteY7" fmla="*/ 1027 h 133175"/>
                <a:gd name="connsiteX8" fmla="*/ 74762 w 138022"/>
                <a:gd name="connsiteY8" fmla="*/ 5495 h 133175"/>
                <a:gd name="connsiteX9" fmla="*/ 66455 w 138022"/>
                <a:gd name="connsiteY9" fmla="*/ 8049 h 133175"/>
                <a:gd name="connsiteX10" fmla="*/ 63899 w 138022"/>
                <a:gd name="connsiteY10" fmla="*/ 5495 h 133175"/>
                <a:gd name="connsiteX11" fmla="*/ 47925 w 138022"/>
                <a:gd name="connsiteY11" fmla="*/ 388 h 133175"/>
                <a:gd name="connsiteX12" fmla="*/ 37701 w 138022"/>
                <a:gd name="connsiteY12" fmla="*/ 13795 h 133175"/>
                <a:gd name="connsiteX13" fmla="*/ 35145 w 138022"/>
                <a:gd name="connsiteY13" fmla="*/ 19540 h 133175"/>
                <a:gd name="connsiteX14" fmla="*/ 28755 w 138022"/>
                <a:gd name="connsiteY14" fmla="*/ 20179 h 133175"/>
                <a:gd name="connsiteX15" fmla="*/ 10863 w 138022"/>
                <a:gd name="connsiteY15" fmla="*/ 30393 h 133175"/>
                <a:gd name="connsiteX16" fmla="*/ 12780 w 138022"/>
                <a:gd name="connsiteY16" fmla="*/ 42523 h 133175"/>
                <a:gd name="connsiteX17" fmla="*/ 14058 w 138022"/>
                <a:gd name="connsiteY17" fmla="*/ 48268 h 133175"/>
                <a:gd name="connsiteX18" fmla="*/ 9585 w 138022"/>
                <a:gd name="connsiteY18" fmla="*/ 52099 h 133175"/>
                <a:gd name="connsiteX19" fmla="*/ 0 w 138022"/>
                <a:gd name="connsiteY19" fmla="*/ 65505 h 133175"/>
                <a:gd name="connsiteX20" fmla="*/ 9585 w 138022"/>
                <a:gd name="connsiteY20" fmla="*/ 78911 h 133175"/>
                <a:gd name="connsiteX21" fmla="*/ 14697 w 138022"/>
                <a:gd name="connsiteY21" fmla="*/ 83380 h 133175"/>
                <a:gd name="connsiteX22" fmla="*/ 13419 w 138022"/>
                <a:gd name="connsiteY22" fmla="*/ 89764 h 133175"/>
                <a:gd name="connsiteX23" fmla="*/ 17253 w 138022"/>
                <a:gd name="connsiteY23" fmla="*/ 110193 h 133175"/>
                <a:gd name="connsiteX24" fmla="*/ 29394 w 138022"/>
                <a:gd name="connsiteY24" fmla="*/ 112108 h 133175"/>
                <a:gd name="connsiteX25" fmla="*/ 35145 w 138022"/>
                <a:gd name="connsiteY25" fmla="*/ 112746 h 133175"/>
                <a:gd name="connsiteX26" fmla="*/ 37701 w 138022"/>
                <a:gd name="connsiteY26" fmla="*/ 118492 h 133175"/>
                <a:gd name="connsiteX27" fmla="*/ 47285 w 138022"/>
                <a:gd name="connsiteY27" fmla="*/ 131898 h 133175"/>
                <a:gd name="connsiteX28" fmla="*/ 63260 w 138022"/>
                <a:gd name="connsiteY28" fmla="*/ 127430 h 133175"/>
                <a:gd name="connsiteX29" fmla="*/ 68372 w 138022"/>
                <a:gd name="connsiteY29" fmla="*/ 124238 h 133175"/>
                <a:gd name="connsiteX30" fmla="*/ 73484 w 138022"/>
                <a:gd name="connsiteY30" fmla="*/ 127430 h 133175"/>
                <a:gd name="connsiteX31" fmla="*/ 86264 w 138022"/>
                <a:gd name="connsiteY31" fmla="*/ 133175 h 133175"/>
                <a:gd name="connsiteX32" fmla="*/ 89459 w 138022"/>
                <a:gd name="connsiteY32" fmla="*/ 132537 h 133175"/>
                <a:gd name="connsiteX33" fmla="*/ 99683 w 138022"/>
                <a:gd name="connsiteY33" fmla="*/ 119130 h 133175"/>
                <a:gd name="connsiteX34" fmla="*/ 102239 w 138022"/>
                <a:gd name="connsiteY34" fmla="*/ 114023 h 133175"/>
                <a:gd name="connsiteX35" fmla="*/ 108629 w 138022"/>
                <a:gd name="connsiteY35" fmla="*/ 113385 h 133175"/>
                <a:gd name="connsiteX36" fmla="*/ 126521 w 138022"/>
                <a:gd name="connsiteY36" fmla="*/ 103170 h 133175"/>
                <a:gd name="connsiteX37" fmla="*/ 125243 w 138022"/>
                <a:gd name="connsiteY37" fmla="*/ 91679 h 133175"/>
                <a:gd name="connsiteX38" fmla="*/ 123965 w 138022"/>
                <a:gd name="connsiteY38" fmla="*/ 85934 h 133175"/>
                <a:gd name="connsiteX39" fmla="*/ 128438 w 138022"/>
                <a:gd name="connsiteY39" fmla="*/ 82103 h 133175"/>
                <a:gd name="connsiteX40" fmla="*/ 138023 w 138022"/>
                <a:gd name="connsiteY40" fmla="*/ 68697 h 133175"/>
                <a:gd name="connsiteX41" fmla="*/ 128438 w 138022"/>
                <a:gd name="connsiteY41" fmla="*/ 54014 h 133175"/>
                <a:gd name="connsiteX42" fmla="*/ 120131 w 138022"/>
                <a:gd name="connsiteY42" fmla="*/ 71251 h 133175"/>
                <a:gd name="connsiteX43" fmla="*/ 111824 w 138022"/>
                <a:gd name="connsiteY43" fmla="*/ 94233 h 133175"/>
                <a:gd name="connsiteX44" fmla="*/ 112463 w 138022"/>
                <a:gd name="connsiteY44" fmla="*/ 94871 h 133175"/>
                <a:gd name="connsiteX45" fmla="*/ 113741 w 138022"/>
                <a:gd name="connsiteY45" fmla="*/ 100617 h 133175"/>
                <a:gd name="connsiteX46" fmla="*/ 107990 w 138022"/>
                <a:gd name="connsiteY46" fmla="*/ 101255 h 133175"/>
                <a:gd name="connsiteX47" fmla="*/ 94571 w 138022"/>
                <a:gd name="connsiteY47" fmla="*/ 103809 h 133175"/>
                <a:gd name="connsiteX48" fmla="*/ 87542 w 138022"/>
                <a:gd name="connsiteY48" fmla="*/ 115300 h 133175"/>
                <a:gd name="connsiteX49" fmla="*/ 84986 w 138022"/>
                <a:gd name="connsiteY49" fmla="*/ 120407 h 133175"/>
                <a:gd name="connsiteX50" fmla="*/ 79874 w 138022"/>
                <a:gd name="connsiteY50" fmla="*/ 117215 h 133175"/>
                <a:gd name="connsiteX51" fmla="*/ 67733 w 138022"/>
                <a:gd name="connsiteY51" fmla="*/ 111470 h 133175"/>
                <a:gd name="connsiteX52" fmla="*/ 67733 w 138022"/>
                <a:gd name="connsiteY52" fmla="*/ 111470 h 133175"/>
                <a:gd name="connsiteX53" fmla="*/ 54954 w 138022"/>
                <a:gd name="connsiteY53" fmla="*/ 116577 h 133175"/>
                <a:gd name="connsiteX54" fmla="*/ 50480 w 138022"/>
                <a:gd name="connsiteY54" fmla="*/ 119130 h 133175"/>
                <a:gd name="connsiteX55" fmla="*/ 48564 w 138022"/>
                <a:gd name="connsiteY55" fmla="*/ 114023 h 133175"/>
                <a:gd name="connsiteX56" fmla="*/ 29394 w 138022"/>
                <a:gd name="connsiteY56" fmla="*/ 98702 h 133175"/>
                <a:gd name="connsiteX57" fmla="*/ 28116 w 138022"/>
                <a:gd name="connsiteY57" fmla="*/ 98702 h 133175"/>
                <a:gd name="connsiteX58" fmla="*/ 22365 w 138022"/>
                <a:gd name="connsiteY58" fmla="*/ 98702 h 133175"/>
                <a:gd name="connsiteX59" fmla="*/ 23643 w 138022"/>
                <a:gd name="connsiteY59" fmla="*/ 92956 h 133175"/>
                <a:gd name="connsiteX60" fmla="*/ 16614 w 138022"/>
                <a:gd name="connsiteY60" fmla="*/ 68697 h 133175"/>
                <a:gd name="connsiteX61" fmla="*/ 15975 w 138022"/>
                <a:gd name="connsiteY61" fmla="*/ 68059 h 133175"/>
                <a:gd name="connsiteX62" fmla="*/ 12141 w 138022"/>
                <a:gd name="connsiteY62" fmla="*/ 64228 h 133175"/>
                <a:gd name="connsiteX63" fmla="*/ 16614 w 138022"/>
                <a:gd name="connsiteY63" fmla="*/ 60398 h 133175"/>
                <a:gd name="connsiteX64" fmla="*/ 25560 w 138022"/>
                <a:gd name="connsiteY64" fmla="*/ 50183 h 133175"/>
                <a:gd name="connsiteX65" fmla="*/ 24282 w 138022"/>
                <a:gd name="connsiteY65" fmla="*/ 36777 h 133175"/>
                <a:gd name="connsiteX66" fmla="*/ 23004 w 138022"/>
                <a:gd name="connsiteY66" fmla="*/ 31031 h 133175"/>
                <a:gd name="connsiteX67" fmla="*/ 28755 w 138022"/>
                <a:gd name="connsiteY67" fmla="*/ 31031 h 133175"/>
                <a:gd name="connsiteX68" fmla="*/ 42174 w 138022"/>
                <a:gd name="connsiteY68" fmla="*/ 28478 h 133175"/>
                <a:gd name="connsiteX69" fmla="*/ 49202 w 138022"/>
                <a:gd name="connsiteY69" fmla="*/ 16987 h 133175"/>
                <a:gd name="connsiteX70" fmla="*/ 51759 w 138022"/>
                <a:gd name="connsiteY70" fmla="*/ 11879 h 133175"/>
                <a:gd name="connsiteX71" fmla="*/ 56870 w 138022"/>
                <a:gd name="connsiteY71" fmla="*/ 15071 h 133175"/>
                <a:gd name="connsiteX72" fmla="*/ 69011 w 138022"/>
                <a:gd name="connsiteY72" fmla="*/ 20817 h 133175"/>
                <a:gd name="connsiteX73" fmla="*/ 81791 w 138022"/>
                <a:gd name="connsiteY73" fmla="*/ 15710 h 133175"/>
                <a:gd name="connsiteX74" fmla="*/ 86264 w 138022"/>
                <a:gd name="connsiteY74" fmla="*/ 13156 h 133175"/>
                <a:gd name="connsiteX75" fmla="*/ 88181 w 138022"/>
                <a:gd name="connsiteY75" fmla="*/ 18263 h 133175"/>
                <a:gd name="connsiteX76" fmla="*/ 107351 w 138022"/>
                <a:gd name="connsiteY76" fmla="*/ 33585 h 133175"/>
                <a:gd name="connsiteX77" fmla="*/ 107990 w 138022"/>
                <a:gd name="connsiteY77" fmla="*/ 33585 h 133175"/>
                <a:gd name="connsiteX78" fmla="*/ 113741 w 138022"/>
                <a:gd name="connsiteY78" fmla="*/ 33585 h 133175"/>
                <a:gd name="connsiteX79" fmla="*/ 112463 w 138022"/>
                <a:gd name="connsiteY79" fmla="*/ 38692 h 133175"/>
                <a:gd name="connsiteX80" fmla="*/ 119492 w 138022"/>
                <a:gd name="connsiteY80" fmla="*/ 62951 h 133175"/>
                <a:gd name="connsiteX81" fmla="*/ 120131 w 138022"/>
                <a:gd name="connsiteY81" fmla="*/ 63590 h 133175"/>
                <a:gd name="connsiteX82" fmla="*/ 123965 w 138022"/>
                <a:gd name="connsiteY82" fmla="*/ 67420 h 133175"/>
                <a:gd name="connsiteX83" fmla="*/ 120131 w 138022"/>
                <a:gd name="connsiteY83" fmla="*/ 71251 h 133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Lst>
              <a:rect l="l" t="t" r="r" b="b"/>
              <a:pathLst>
                <a:path w="138022" h="133175">
                  <a:moveTo>
                    <a:pt x="128438" y="54014"/>
                  </a:moveTo>
                  <a:cubicBezTo>
                    <a:pt x="126521" y="52737"/>
                    <a:pt x="125243" y="51460"/>
                    <a:pt x="123326" y="49545"/>
                  </a:cubicBezTo>
                  <a:cubicBezTo>
                    <a:pt x="123326" y="47630"/>
                    <a:pt x="123965" y="45076"/>
                    <a:pt x="124604" y="43161"/>
                  </a:cubicBezTo>
                  <a:cubicBezTo>
                    <a:pt x="129077" y="36777"/>
                    <a:pt x="127160" y="27201"/>
                    <a:pt x="120770" y="22732"/>
                  </a:cubicBezTo>
                  <a:cubicBezTo>
                    <a:pt x="116936" y="20179"/>
                    <a:pt x="112463" y="19540"/>
                    <a:pt x="108629" y="20817"/>
                  </a:cubicBezTo>
                  <a:cubicBezTo>
                    <a:pt x="106712" y="20817"/>
                    <a:pt x="104795" y="20817"/>
                    <a:pt x="102878" y="20179"/>
                  </a:cubicBezTo>
                  <a:cubicBezTo>
                    <a:pt x="101600" y="18263"/>
                    <a:pt x="100961" y="16348"/>
                    <a:pt x="100322" y="14433"/>
                  </a:cubicBezTo>
                  <a:cubicBezTo>
                    <a:pt x="98405" y="9326"/>
                    <a:pt x="96488" y="2942"/>
                    <a:pt x="90737" y="1027"/>
                  </a:cubicBezTo>
                  <a:cubicBezTo>
                    <a:pt x="84986" y="-250"/>
                    <a:pt x="79235" y="1665"/>
                    <a:pt x="74762" y="5495"/>
                  </a:cubicBezTo>
                  <a:cubicBezTo>
                    <a:pt x="73484" y="8687"/>
                    <a:pt x="69650" y="9326"/>
                    <a:pt x="66455" y="8049"/>
                  </a:cubicBezTo>
                  <a:cubicBezTo>
                    <a:pt x="65177" y="7411"/>
                    <a:pt x="64538" y="6772"/>
                    <a:pt x="63899" y="5495"/>
                  </a:cubicBezTo>
                  <a:cubicBezTo>
                    <a:pt x="59426" y="1027"/>
                    <a:pt x="53675" y="-888"/>
                    <a:pt x="47925" y="388"/>
                  </a:cubicBezTo>
                  <a:cubicBezTo>
                    <a:pt x="41535" y="2304"/>
                    <a:pt x="38979" y="8687"/>
                    <a:pt x="37701" y="13795"/>
                  </a:cubicBezTo>
                  <a:cubicBezTo>
                    <a:pt x="37062" y="15710"/>
                    <a:pt x="36423" y="17625"/>
                    <a:pt x="35145" y="19540"/>
                  </a:cubicBezTo>
                  <a:cubicBezTo>
                    <a:pt x="33228" y="20179"/>
                    <a:pt x="30672" y="20179"/>
                    <a:pt x="28755" y="20179"/>
                  </a:cubicBezTo>
                  <a:cubicBezTo>
                    <a:pt x="21087" y="17625"/>
                    <a:pt x="12780" y="22732"/>
                    <a:pt x="10863" y="30393"/>
                  </a:cubicBezTo>
                  <a:cubicBezTo>
                    <a:pt x="9585" y="34223"/>
                    <a:pt x="10224" y="38692"/>
                    <a:pt x="12780" y="42523"/>
                  </a:cubicBezTo>
                  <a:cubicBezTo>
                    <a:pt x="13419" y="44438"/>
                    <a:pt x="14058" y="46353"/>
                    <a:pt x="14058" y="48268"/>
                  </a:cubicBezTo>
                  <a:cubicBezTo>
                    <a:pt x="12780" y="49545"/>
                    <a:pt x="10863" y="50822"/>
                    <a:pt x="9585" y="52099"/>
                  </a:cubicBezTo>
                  <a:cubicBezTo>
                    <a:pt x="5112" y="55291"/>
                    <a:pt x="0" y="59121"/>
                    <a:pt x="0" y="65505"/>
                  </a:cubicBezTo>
                  <a:cubicBezTo>
                    <a:pt x="0" y="71889"/>
                    <a:pt x="5112" y="75719"/>
                    <a:pt x="9585" y="78911"/>
                  </a:cubicBezTo>
                  <a:cubicBezTo>
                    <a:pt x="11502" y="80188"/>
                    <a:pt x="12780" y="81465"/>
                    <a:pt x="14697" y="83380"/>
                  </a:cubicBezTo>
                  <a:cubicBezTo>
                    <a:pt x="14697" y="85295"/>
                    <a:pt x="14058" y="87849"/>
                    <a:pt x="13419" y="89764"/>
                  </a:cubicBezTo>
                  <a:cubicBezTo>
                    <a:pt x="8946" y="96786"/>
                    <a:pt x="10863" y="105724"/>
                    <a:pt x="17253" y="110193"/>
                  </a:cubicBezTo>
                  <a:cubicBezTo>
                    <a:pt x="20448" y="112746"/>
                    <a:pt x="24921" y="113385"/>
                    <a:pt x="29394" y="112108"/>
                  </a:cubicBezTo>
                  <a:cubicBezTo>
                    <a:pt x="31311" y="112108"/>
                    <a:pt x="33228" y="112108"/>
                    <a:pt x="35145" y="112746"/>
                  </a:cubicBezTo>
                  <a:cubicBezTo>
                    <a:pt x="36423" y="114662"/>
                    <a:pt x="37062" y="116577"/>
                    <a:pt x="37701" y="118492"/>
                  </a:cubicBezTo>
                  <a:cubicBezTo>
                    <a:pt x="39617" y="123599"/>
                    <a:pt x="41535" y="129983"/>
                    <a:pt x="47285" y="131898"/>
                  </a:cubicBezTo>
                  <a:cubicBezTo>
                    <a:pt x="53036" y="133175"/>
                    <a:pt x="58787" y="131260"/>
                    <a:pt x="63260" y="127430"/>
                  </a:cubicBezTo>
                  <a:cubicBezTo>
                    <a:pt x="65177" y="126153"/>
                    <a:pt x="66455" y="124876"/>
                    <a:pt x="68372" y="124238"/>
                  </a:cubicBezTo>
                  <a:cubicBezTo>
                    <a:pt x="70289" y="124876"/>
                    <a:pt x="72206" y="126153"/>
                    <a:pt x="73484" y="127430"/>
                  </a:cubicBezTo>
                  <a:cubicBezTo>
                    <a:pt x="77318" y="130622"/>
                    <a:pt x="81791" y="132537"/>
                    <a:pt x="86264" y="133175"/>
                  </a:cubicBezTo>
                  <a:cubicBezTo>
                    <a:pt x="87542" y="133175"/>
                    <a:pt x="88820" y="133175"/>
                    <a:pt x="89459" y="132537"/>
                  </a:cubicBezTo>
                  <a:cubicBezTo>
                    <a:pt x="95849" y="130622"/>
                    <a:pt x="97766" y="124238"/>
                    <a:pt x="99683" y="119130"/>
                  </a:cubicBezTo>
                  <a:cubicBezTo>
                    <a:pt x="100322" y="117215"/>
                    <a:pt x="100961" y="115300"/>
                    <a:pt x="102239" y="114023"/>
                  </a:cubicBezTo>
                  <a:cubicBezTo>
                    <a:pt x="104156" y="113385"/>
                    <a:pt x="106712" y="113385"/>
                    <a:pt x="108629" y="113385"/>
                  </a:cubicBezTo>
                  <a:cubicBezTo>
                    <a:pt x="116297" y="115300"/>
                    <a:pt x="124604" y="110831"/>
                    <a:pt x="126521" y="103170"/>
                  </a:cubicBezTo>
                  <a:cubicBezTo>
                    <a:pt x="127799" y="99340"/>
                    <a:pt x="127160" y="94871"/>
                    <a:pt x="125243" y="91679"/>
                  </a:cubicBezTo>
                  <a:cubicBezTo>
                    <a:pt x="124604" y="89764"/>
                    <a:pt x="123965" y="87849"/>
                    <a:pt x="123965" y="85934"/>
                  </a:cubicBezTo>
                  <a:cubicBezTo>
                    <a:pt x="125243" y="84657"/>
                    <a:pt x="127160" y="83380"/>
                    <a:pt x="128438" y="82103"/>
                  </a:cubicBezTo>
                  <a:cubicBezTo>
                    <a:pt x="133550" y="79550"/>
                    <a:pt x="137384" y="74443"/>
                    <a:pt x="138023" y="68697"/>
                  </a:cubicBezTo>
                  <a:cubicBezTo>
                    <a:pt x="138023" y="61675"/>
                    <a:pt x="132911" y="57206"/>
                    <a:pt x="128438" y="54014"/>
                  </a:cubicBezTo>
                  <a:close/>
                  <a:moveTo>
                    <a:pt x="120131" y="71251"/>
                  </a:moveTo>
                  <a:cubicBezTo>
                    <a:pt x="111185" y="75081"/>
                    <a:pt x="107990" y="85934"/>
                    <a:pt x="111824" y="94233"/>
                  </a:cubicBezTo>
                  <a:cubicBezTo>
                    <a:pt x="111824" y="94233"/>
                    <a:pt x="111824" y="94871"/>
                    <a:pt x="112463" y="94871"/>
                  </a:cubicBezTo>
                  <a:cubicBezTo>
                    <a:pt x="113102" y="96786"/>
                    <a:pt x="113741" y="98702"/>
                    <a:pt x="113741" y="100617"/>
                  </a:cubicBezTo>
                  <a:cubicBezTo>
                    <a:pt x="111824" y="100617"/>
                    <a:pt x="109907" y="101255"/>
                    <a:pt x="107990" y="101255"/>
                  </a:cubicBezTo>
                  <a:cubicBezTo>
                    <a:pt x="103517" y="100617"/>
                    <a:pt x="98405" y="101894"/>
                    <a:pt x="94571" y="103809"/>
                  </a:cubicBezTo>
                  <a:cubicBezTo>
                    <a:pt x="91376" y="107001"/>
                    <a:pt x="88820" y="110831"/>
                    <a:pt x="87542" y="115300"/>
                  </a:cubicBezTo>
                  <a:cubicBezTo>
                    <a:pt x="86903" y="117215"/>
                    <a:pt x="86264" y="119130"/>
                    <a:pt x="84986" y="120407"/>
                  </a:cubicBezTo>
                  <a:cubicBezTo>
                    <a:pt x="83069" y="119769"/>
                    <a:pt x="81791" y="118492"/>
                    <a:pt x="79874" y="117215"/>
                  </a:cubicBezTo>
                  <a:cubicBezTo>
                    <a:pt x="76679" y="114023"/>
                    <a:pt x="72206" y="112108"/>
                    <a:pt x="67733" y="111470"/>
                  </a:cubicBezTo>
                  <a:lnTo>
                    <a:pt x="67733" y="111470"/>
                  </a:lnTo>
                  <a:cubicBezTo>
                    <a:pt x="63260" y="112108"/>
                    <a:pt x="58787" y="114023"/>
                    <a:pt x="54954" y="116577"/>
                  </a:cubicBezTo>
                  <a:cubicBezTo>
                    <a:pt x="53675" y="117854"/>
                    <a:pt x="51759" y="118492"/>
                    <a:pt x="50480" y="119130"/>
                  </a:cubicBezTo>
                  <a:cubicBezTo>
                    <a:pt x="49841" y="117215"/>
                    <a:pt x="49202" y="115938"/>
                    <a:pt x="48564" y="114023"/>
                  </a:cubicBezTo>
                  <a:cubicBezTo>
                    <a:pt x="47285" y="104447"/>
                    <a:pt x="38979" y="98063"/>
                    <a:pt x="29394" y="98702"/>
                  </a:cubicBezTo>
                  <a:cubicBezTo>
                    <a:pt x="28755" y="98702"/>
                    <a:pt x="28755" y="98702"/>
                    <a:pt x="28116" y="98702"/>
                  </a:cubicBezTo>
                  <a:lnTo>
                    <a:pt x="22365" y="98702"/>
                  </a:lnTo>
                  <a:cubicBezTo>
                    <a:pt x="22365" y="96786"/>
                    <a:pt x="23004" y="94871"/>
                    <a:pt x="23643" y="92956"/>
                  </a:cubicBezTo>
                  <a:cubicBezTo>
                    <a:pt x="28116" y="84657"/>
                    <a:pt x="25560" y="73804"/>
                    <a:pt x="16614" y="68697"/>
                  </a:cubicBezTo>
                  <a:cubicBezTo>
                    <a:pt x="16614" y="68697"/>
                    <a:pt x="15975" y="68697"/>
                    <a:pt x="15975" y="68059"/>
                  </a:cubicBezTo>
                  <a:cubicBezTo>
                    <a:pt x="14697" y="66782"/>
                    <a:pt x="13419" y="65505"/>
                    <a:pt x="12141" y="64228"/>
                  </a:cubicBezTo>
                  <a:cubicBezTo>
                    <a:pt x="13419" y="62951"/>
                    <a:pt x="14697" y="61675"/>
                    <a:pt x="16614" y="60398"/>
                  </a:cubicBezTo>
                  <a:cubicBezTo>
                    <a:pt x="20448" y="57844"/>
                    <a:pt x="23643" y="54652"/>
                    <a:pt x="25560" y="50183"/>
                  </a:cubicBezTo>
                  <a:cubicBezTo>
                    <a:pt x="26838" y="45715"/>
                    <a:pt x="26199" y="40607"/>
                    <a:pt x="24282" y="36777"/>
                  </a:cubicBezTo>
                  <a:cubicBezTo>
                    <a:pt x="23643" y="34862"/>
                    <a:pt x="23004" y="32947"/>
                    <a:pt x="23004" y="31031"/>
                  </a:cubicBezTo>
                  <a:cubicBezTo>
                    <a:pt x="24921" y="31031"/>
                    <a:pt x="26838" y="31031"/>
                    <a:pt x="28755" y="31031"/>
                  </a:cubicBezTo>
                  <a:cubicBezTo>
                    <a:pt x="33228" y="31670"/>
                    <a:pt x="38340" y="30393"/>
                    <a:pt x="42174" y="28478"/>
                  </a:cubicBezTo>
                  <a:cubicBezTo>
                    <a:pt x="45369" y="25286"/>
                    <a:pt x="47925" y="21455"/>
                    <a:pt x="49202" y="16987"/>
                  </a:cubicBezTo>
                  <a:cubicBezTo>
                    <a:pt x="49841" y="15071"/>
                    <a:pt x="50480" y="13156"/>
                    <a:pt x="51759" y="11879"/>
                  </a:cubicBezTo>
                  <a:cubicBezTo>
                    <a:pt x="53675" y="12518"/>
                    <a:pt x="54954" y="13795"/>
                    <a:pt x="56870" y="15071"/>
                  </a:cubicBezTo>
                  <a:cubicBezTo>
                    <a:pt x="60065" y="18263"/>
                    <a:pt x="64538" y="20179"/>
                    <a:pt x="69011" y="20817"/>
                  </a:cubicBezTo>
                  <a:cubicBezTo>
                    <a:pt x="73484" y="20179"/>
                    <a:pt x="77957" y="18263"/>
                    <a:pt x="81791" y="15710"/>
                  </a:cubicBezTo>
                  <a:cubicBezTo>
                    <a:pt x="83069" y="14433"/>
                    <a:pt x="84986" y="13795"/>
                    <a:pt x="86264" y="13156"/>
                  </a:cubicBezTo>
                  <a:cubicBezTo>
                    <a:pt x="86903" y="15071"/>
                    <a:pt x="87542" y="16348"/>
                    <a:pt x="88181" y="18263"/>
                  </a:cubicBezTo>
                  <a:cubicBezTo>
                    <a:pt x="89459" y="27839"/>
                    <a:pt x="97766" y="34862"/>
                    <a:pt x="107351" y="33585"/>
                  </a:cubicBezTo>
                  <a:cubicBezTo>
                    <a:pt x="107351" y="33585"/>
                    <a:pt x="107990" y="33585"/>
                    <a:pt x="107990" y="33585"/>
                  </a:cubicBezTo>
                  <a:cubicBezTo>
                    <a:pt x="109907" y="33585"/>
                    <a:pt x="112463" y="33585"/>
                    <a:pt x="113741" y="33585"/>
                  </a:cubicBezTo>
                  <a:cubicBezTo>
                    <a:pt x="113102" y="35500"/>
                    <a:pt x="113102" y="37415"/>
                    <a:pt x="112463" y="38692"/>
                  </a:cubicBezTo>
                  <a:cubicBezTo>
                    <a:pt x="107990" y="46991"/>
                    <a:pt x="110546" y="57844"/>
                    <a:pt x="119492" y="62951"/>
                  </a:cubicBezTo>
                  <a:cubicBezTo>
                    <a:pt x="119492" y="62951"/>
                    <a:pt x="120131" y="62951"/>
                    <a:pt x="120131" y="63590"/>
                  </a:cubicBezTo>
                  <a:cubicBezTo>
                    <a:pt x="121409" y="64867"/>
                    <a:pt x="122687" y="66143"/>
                    <a:pt x="123965" y="67420"/>
                  </a:cubicBezTo>
                  <a:cubicBezTo>
                    <a:pt x="123326" y="69335"/>
                    <a:pt x="122048" y="69974"/>
                    <a:pt x="120131" y="71251"/>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47" name="Graphic 4">
              <a:extLst>
                <a:ext uri="{FF2B5EF4-FFF2-40B4-BE49-F238E27FC236}">
                  <a16:creationId xmlns:a16="http://schemas.microsoft.com/office/drawing/2014/main" id="{66303F28-1A1D-CFBE-9E5A-C387F2F6EB17}"/>
                </a:ext>
              </a:extLst>
            </p:cNvPr>
            <p:cNvSpPr/>
            <p:nvPr/>
          </p:nvSpPr>
          <p:spPr>
            <a:xfrm>
              <a:off x="2769705" y="1505030"/>
              <a:ext cx="51144" cy="50601"/>
            </a:xfrm>
            <a:custGeom>
              <a:avLst/>
              <a:gdLst>
                <a:gd name="connsiteX0" fmla="*/ 17585 w 51144"/>
                <a:gd name="connsiteY0" fmla="*/ 1114 h 50601"/>
                <a:gd name="connsiteX1" fmla="*/ 2888 w 51144"/>
                <a:gd name="connsiteY1" fmla="*/ 13243 h 50601"/>
                <a:gd name="connsiteX2" fmla="*/ 13751 w 51144"/>
                <a:gd name="connsiteY2" fmla="*/ 47717 h 50601"/>
                <a:gd name="connsiteX3" fmla="*/ 48256 w 51144"/>
                <a:gd name="connsiteY3" fmla="*/ 36864 h 50601"/>
                <a:gd name="connsiteX4" fmla="*/ 37393 w 51144"/>
                <a:gd name="connsiteY4" fmla="*/ 2390 h 50601"/>
                <a:gd name="connsiteX5" fmla="*/ 17585 w 51144"/>
                <a:gd name="connsiteY5" fmla="*/ 1114 h 50601"/>
                <a:gd name="connsiteX6" fmla="*/ 28447 w 51144"/>
                <a:gd name="connsiteY6" fmla="*/ 37502 h 50601"/>
                <a:gd name="connsiteX7" fmla="*/ 13751 w 51144"/>
                <a:gd name="connsiteY7" fmla="*/ 26650 h 50601"/>
                <a:gd name="connsiteX8" fmla="*/ 20780 w 51144"/>
                <a:gd name="connsiteY8" fmla="*/ 13243 h 50601"/>
                <a:gd name="connsiteX9" fmla="*/ 24613 w 51144"/>
                <a:gd name="connsiteY9" fmla="*/ 12605 h 50601"/>
                <a:gd name="connsiteX10" fmla="*/ 36755 w 51144"/>
                <a:gd name="connsiteY10" fmla="*/ 26011 h 50601"/>
                <a:gd name="connsiteX11" fmla="*/ 28447 w 51144"/>
                <a:gd name="connsiteY11" fmla="*/ 37502 h 50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1144" h="50601">
                  <a:moveTo>
                    <a:pt x="17585" y="1114"/>
                  </a:moveTo>
                  <a:cubicBezTo>
                    <a:pt x="11195" y="3029"/>
                    <a:pt x="5444" y="7498"/>
                    <a:pt x="2888" y="13243"/>
                  </a:cubicBezTo>
                  <a:cubicBezTo>
                    <a:pt x="-3502" y="26011"/>
                    <a:pt x="971" y="41333"/>
                    <a:pt x="13751" y="47717"/>
                  </a:cubicBezTo>
                  <a:cubicBezTo>
                    <a:pt x="26531" y="54101"/>
                    <a:pt x="41866" y="49632"/>
                    <a:pt x="48256" y="36864"/>
                  </a:cubicBezTo>
                  <a:cubicBezTo>
                    <a:pt x="54646" y="24096"/>
                    <a:pt x="50173" y="8774"/>
                    <a:pt x="37393" y="2390"/>
                  </a:cubicBezTo>
                  <a:cubicBezTo>
                    <a:pt x="31003" y="-163"/>
                    <a:pt x="23975" y="-802"/>
                    <a:pt x="17585" y="1114"/>
                  </a:cubicBezTo>
                  <a:close/>
                  <a:moveTo>
                    <a:pt x="28447" y="37502"/>
                  </a:moveTo>
                  <a:cubicBezTo>
                    <a:pt x="21419" y="38779"/>
                    <a:pt x="15029" y="33672"/>
                    <a:pt x="13751" y="26650"/>
                  </a:cubicBezTo>
                  <a:cubicBezTo>
                    <a:pt x="13112" y="20904"/>
                    <a:pt x="15668" y="15797"/>
                    <a:pt x="20780" y="13243"/>
                  </a:cubicBezTo>
                  <a:cubicBezTo>
                    <a:pt x="22058" y="12605"/>
                    <a:pt x="23336" y="12605"/>
                    <a:pt x="24613" y="12605"/>
                  </a:cubicBezTo>
                  <a:cubicBezTo>
                    <a:pt x="31642" y="13243"/>
                    <a:pt x="36755" y="18989"/>
                    <a:pt x="36755" y="26011"/>
                  </a:cubicBezTo>
                  <a:cubicBezTo>
                    <a:pt x="36755" y="31118"/>
                    <a:pt x="33560" y="35587"/>
                    <a:pt x="28447" y="37502"/>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grpSp>
      <p:grpSp>
        <p:nvGrpSpPr>
          <p:cNvPr id="48" name="Graphic 4">
            <a:extLst>
              <a:ext uri="{FF2B5EF4-FFF2-40B4-BE49-F238E27FC236}">
                <a16:creationId xmlns:a16="http://schemas.microsoft.com/office/drawing/2014/main" id="{C02DF4A0-08F0-C4DF-5081-1D345E024E42}"/>
              </a:ext>
            </a:extLst>
          </p:cNvPr>
          <p:cNvGrpSpPr/>
          <p:nvPr/>
        </p:nvGrpSpPr>
        <p:grpSpPr>
          <a:xfrm>
            <a:off x="5579335" y="2961193"/>
            <a:ext cx="362309" cy="361971"/>
            <a:chOff x="1515054" y="3339623"/>
            <a:chExt cx="362309" cy="361971"/>
          </a:xfrm>
          <a:solidFill>
            <a:schemeClr val="accent6"/>
          </a:solidFill>
        </p:grpSpPr>
        <p:sp>
          <p:nvSpPr>
            <p:cNvPr id="49" name="Graphic 4">
              <a:extLst>
                <a:ext uri="{FF2B5EF4-FFF2-40B4-BE49-F238E27FC236}">
                  <a16:creationId xmlns:a16="http://schemas.microsoft.com/office/drawing/2014/main" id="{7BD36D95-07E0-CB8E-55CB-53E2201A9F76}"/>
                </a:ext>
              </a:extLst>
            </p:cNvPr>
            <p:cNvSpPr/>
            <p:nvPr/>
          </p:nvSpPr>
          <p:spPr>
            <a:xfrm>
              <a:off x="1515054" y="3339623"/>
              <a:ext cx="362309" cy="361971"/>
            </a:xfrm>
            <a:custGeom>
              <a:avLst/>
              <a:gdLst>
                <a:gd name="connsiteX0" fmla="*/ 180835 w 362309"/>
                <a:gd name="connsiteY0" fmla="*/ 0 h 361971"/>
                <a:gd name="connsiteX1" fmla="*/ 0 w 362309"/>
                <a:gd name="connsiteY1" fmla="*/ 180667 h 361971"/>
                <a:gd name="connsiteX2" fmla="*/ 180835 w 362309"/>
                <a:gd name="connsiteY2" fmla="*/ 361972 h 361971"/>
                <a:gd name="connsiteX3" fmla="*/ 362309 w 362309"/>
                <a:gd name="connsiteY3" fmla="*/ 180667 h 361971"/>
                <a:gd name="connsiteX4" fmla="*/ 362309 w 362309"/>
                <a:gd name="connsiteY4" fmla="*/ 180667 h 361971"/>
                <a:gd name="connsiteX5" fmla="*/ 180835 w 362309"/>
                <a:gd name="connsiteY5" fmla="*/ 0 h 361971"/>
                <a:gd name="connsiteX6" fmla="*/ 180835 w 362309"/>
                <a:gd name="connsiteY6" fmla="*/ 349204 h 361971"/>
                <a:gd name="connsiteX7" fmla="*/ 12780 w 362309"/>
                <a:gd name="connsiteY7" fmla="*/ 180667 h 361971"/>
                <a:gd name="connsiteX8" fmla="*/ 180835 w 362309"/>
                <a:gd name="connsiteY8" fmla="*/ 12768 h 361971"/>
                <a:gd name="connsiteX9" fmla="*/ 349529 w 362309"/>
                <a:gd name="connsiteY9" fmla="*/ 181305 h 361971"/>
                <a:gd name="connsiteX10" fmla="*/ 349529 w 362309"/>
                <a:gd name="connsiteY10" fmla="*/ 181305 h 361971"/>
                <a:gd name="connsiteX11" fmla="*/ 180835 w 362309"/>
                <a:gd name="connsiteY11" fmla="*/ 349204 h 361971"/>
                <a:gd name="connsiteX12" fmla="*/ 180835 w 362309"/>
                <a:gd name="connsiteY12" fmla="*/ 349204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2309" h="361971">
                  <a:moveTo>
                    <a:pt x="180835" y="0"/>
                  </a:moveTo>
                  <a:cubicBezTo>
                    <a:pt x="80513" y="0"/>
                    <a:pt x="0" y="81077"/>
                    <a:pt x="0" y="180667"/>
                  </a:cubicBezTo>
                  <a:cubicBezTo>
                    <a:pt x="0" y="280895"/>
                    <a:pt x="81152" y="361972"/>
                    <a:pt x="180835" y="361972"/>
                  </a:cubicBezTo>
                  <a:cubicBezTo>
                    <a:pt x="280518" y="361972"/>
                    <a:pt x="362309" y="280895"/>
                    <a:pt x="362309" y="180667"/>
                  </a:cubicBezTo>
                  <a:lnTo>
                    <a:pt x="362309" y="180667"/>
                  </a:lnTo>
                  <a:cubicBezTo>
                    <a:pt x="361670" y="81077"/>
                    <a:pt x="280518" y="0"/>
                    <a:pt x="180835" y="0"/>
                  </a:cubicBezTo>
                  <a:close/>
                  <a:moveTo>
                    <a:pt x="180835" y="349204"/>
                  </a:moveTo>
                  <a:cubicBezTo>
                    <a:pt x="87542" y="349204"/>
                    <a:pt x="12780" y="273873"/>
                    <a:pt x="12780" y="180667"/>
                  </a:cubicBezTo>
                  <a:cubicBezTo>
                    <a:pt x="12780" y="87461"/>
                    <a:pt x="88181" y="12768"/>
                    <a:pt x="180835" y="12768"/>
                  </a:cubicBezTo>
                  <a:cubicBezTo>
                    <a:pt x="274128" y="12768"/>
                    <a:pt x="349529" y="88099"/>
                    <a:pt x="349529" y="181305"/>
                  </a:cubicBezTo>
                  <a:lnTo>
                    <a:pt x="349529" y="181305"/>
                  </a:lnTo>
                  <a:cubicBezTo>
                    <a:pt x="348891" y="273873"/>
                    <a:pt x="273489" y="349204"/>
                    <a:pt x="180835" y="349204"/>
                  </a:cubicBezTo>
                  <a:lnTo>
                    <a:pt x="180835" y="349204"/>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50" name="Graphic 4">
              <a:extLst>
                <a:ext uri="{FF2B5EF4-FFF2-40B4-BE49-F238E27FC236}">
                  <a16:creationId xmlns:a16="http://schemas.microsoft.com/office/drawing/2014/main" id="{DDB36494-51A1-8B86-676A-64B6496F91BE}"/>
                </a:ext>
              </a:extLst>
            </p:cNvPr>
            <p:cNvSpPr/>
            <p:nvPr/>
          </p:nvSpPr>
          <p:spPr>
            <a:xfrm>
              <a:off x="1655387" y="3442979"/>
              <a:ext cx="81466" cy="93909"/>
            </a:xfrm>
            <a:custGeom>
              <a:avLst/>
              <a:gdLst>
                <a:gd name="connsiteX0" fmla="*/ 9191 w 81466"/>
                <a:gd name="connsiteY0" fmla="*/ 65819 h 93909"/>
                <a:gd name="connsiteX1" fmla="*/ 16859 w 81466"/>
                <a:gd name="connsiteY1" fmla="*/ 87525 h 93909"/>
                <a:gd name="connsiteX2" fmla="*/ 23249 w 81466"/>
                <a:gd name="connsiteY2" fmla="*/ 93909 h 93909"/>
                <a:gd name="connsiteX3" fmla="*/ 57754 w 81466"/>
                <a:gd name="connsiteY3" fmla="*/ 93909 h 93909"/>
                <a:gd name="connsiteX4" fmla="*/ 64144 w 81466"/>
                <a:gd name="connsiteY4" fmla="*/ 87525 h 93909"/>
                <a:gd name="connsiteX5" fmla="*/ 71812 w 81466"/>
                <a:gd name="connsiteY5" fmla="*/ 65819 h 93909"/>
                <a:gd name="connsiteX6" fmla="*/ 81397 w 81466"/>
                <a:gd name="connsiteY6" fmla="*/ 39007 h 93909"/>
                <a:gd name="connsiteX7" fmla="*/ 39224 w 81466"/>
                <a:gd name="connsiteY7" fmla="*/ 64 h 93909"/>
                <a:gd name="connsiteX8" fmla="*/ 245 w 81466"/>
                <a:gd name="connsiteY8" fmla="*/ 39007 h 93909"/>
                <a:gd name="connsiteX9" fmla="*/ 9191 w 81466"/>
                <a:gd name="connsiteY9" fmla="*/ 65819 h 93909"/>
                <a:gd name="connsiteX10" fmla="*/ 40501 w 81466"/>
                <a:gd name="connsiteY10" fmla="*/ 11555 h 93909"/>
                <a:gd name="connsiteX11" fmla="*/ 68617 w 81466"/>
                <a:gd name="connsiteY11" fmla="*/ 37730 h 93909"/>
                <a:gd name="connsiteX12" fmla="*/ 68617 w 81466"/>
                <a:gd name="connsiteY12" fmla="*/ 39007 h 93909"/>
                <a:gd name="connsiteX13" fmla="*/ 61588 w 81466"/>
                <a:gd name="connsiteY13" fmla="*/ 58158 h 93909"/>
                <a:gd name="connsiteX14" fmla="*/ 51364 w 81466"/>
                <a:gd name="connsiteY14" fmla="*/ 81141 h 93909"/>
                <a:gd name="connsiteX15" fmla="*/ 29000 w 81466"/>
                <a:gd name="connsiteY15" fmla="*/ 81141 h 93909"/>
                <a:gd name="connsiteX16" fmla="*/ 18776 w 81466"/>
                <a:gd name="connsiteY16" fmla="*/ 58158 h 93909"/>
                <a:gd name="connsiteX17" fmla="*/ 11747 w 81466"/>
                <a:gd name="connsiteY17" fmla="*/ 39007 h 93909"/>
                <a:gd name="connsiteX18" fmla="*/ 38585 w 81466"/>
                <a:gd name="connsiteY18" fmla="*/ 12194 h 93909"/>
                <a:gd name="connsiteX19" fmla="*/ 40501 w 81466"/>
                <a:gd name="connsiteY19" fmla="*/ 11555 h 93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1466" h="93909">
                  <a:moveTo>
                    <a:pt x="9191" y="65819"/>
                  </a:moveTo>
                  <a:cubicBezTo>
                    <a:pt x="14303" y="71565"/>
                    <a:pt x="17498" y="79864"/>
                    <a:pt x="16859" y="87525"/>
                  </a:cubicBezTo>
                  <a:cubicBezTo>
                    <a:pt x="16859" y="91355"/>
                    <a:pt x="19415" y="93909"/>
                    <a:pt x="23249" y="93909"/>
                  </a:cubicBezTo>
                  <a:lnTo>
                    <a:pt x="57754" y="93909"/>
                  </a:lnTo>
                  <a:cubicBezTo>
                    <a:pt x="61588" y="93909"/>
                    <a:pt x="64144" y="91355"/>
                    <a:pt x="64144" y="87525"/>
                  </a:cubicBezTo>
                  <a:cubicBezTo>
                    <a:pt x="63505" y="79226"/>
                    <a:pt x="66700" y="71565"/>
                    <a:pt x="71812" y="65819"/>
                  </a:cubicBezTo>
                  <a:cubicBezTo>
                    <a:pt x="78202" y="58158"/>
                    <a:pt x="82036" y="48583"/>
                    <a:pt x="81397" y="39007"/>
                  </a:cubicBezTo>
                  <a:cubicBezTo>
                    <a:pt x="80758" y="16663"/>
                    <a:pt x="61588" y="-1212"/>
                    <a:pt x="39224" y="64"/>
                  </a:cubicBezTo>
                  <a:cubicBezTo>
                    <a:pt x="18137" y="703"/>
                    <a:pt x="884" y="17939"/>
                    <a:pt x="245" y="39007"/>
                  </a:cubicBezTo>
                  <a:cubicBezTo>
                    <a:pt x="-1033" y="48583"/>
                    <a:pt x="2801" y="58158"/>
                    <a:pt x="9191" y="65819"/>
                  </a:cubicBezTo>
                  <a:close/>
                  <a:moveTo>
                    <a:pt x="40501" y="11555"/>
                  </a:moveTo>
                  <a:cubicBezTo>
                    <a:pt x="55198" y="10917"/>
                    <a:pt x="67978" y="22408"/>
                    <a:pt x="68617" y="37730"/>
                  </a:cubicBezTo>
                  <a:cubicBezTo>
                    <a:pt x="68617" y="38368"/>
                    <a:pt x="68617" y="38368"/>
                    <a:pt x="68617" y="39007"/>
                  </a:cubicBezTo>
                  <a:cubicBezTo>
                    <a:pt x="69256" y="46029"/>
                    <a:pt x="66700" y="53051"/>
                    <a:pt x="61588" y="58158"/>
                  </a:cubicBezTo>
                  <a:cubicBezTo>
                    <a:pt x="55837" y="64542"/>
                    <a:pt x="52642" y="72842"/>
                    <a:pt x="51364" y="81141"/>
                  </a:cubicBezTo>
                  <a:lnTo>
                    <a:pt x="29000" y="81141"/>
                  </a:lnTo>
                  <a:cubicBezTo>
                    <a:pt x="28361" y="72842"/>
                    <a:pt x="24527" y="64542"/>
                    <a:pt x="18776" y="58158"/>
                  </a:cubicBezTo>
                  <a:cubicBezTo>
                    <a:pt x="13664" y="53051"/>
                    <a:pt x="11747" y="46029"/>
                    <a:pt x="11747" y="39007"/>
                  </a:cubicBezTo>
                  <a:cubicBezTo>
                    <a:pt x="11747" y="24323"/>
                    <a:pt x="23888" y="12194"/>
                    <a:pt x="38585" y="12194"/>
                  </a:cubicBezTo>
                  <a:cubicBezTo>
                    <a:pt x="39862" y="11555"/>
                    <a:pt x="39862" y="11555"/>
                    <a:pt x="40501" y="11555"/>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51" name="Graphic 4">
              <a:extLst>
                <a:ext uri="{FF2B5EF4-FFF2-40B4-BE49-F238E27FC236}">
                  <a16:creationId xmlns:a16="http://schemas.microsoft.com/office/drawing/2014/main" id="{F3E86252-1B8F-3D55-2C34-296DBE405A5D}"/>
                </a:ext>
              </a:extLst>
            </p:cNvPr>
            <p:cNvSpPr/>
            <p:nvPr/>
          </p:nvSpPr>
          <p:spPr>
            <a:xfrm>
              <a:off x="1672885" y="3542634"/>
              <a:ext cx="45368" cy="12767"/>
            </a:xfrm>
            <a:custGeom>
              <a:avLst/>
              <a:gdLst>
                <a:gd name="connsiteX0" fmla="*/ 38979 w 45368"/>
                <a:gd name="connsiteY0" fmla="*/ 0 h 12767"/>
                <a:gd name="connsiteX1" fmla="*/ 6390 w 45368"/>
                <a:gd name="connsiteY1" fmla="*/ 0 h 12767"/>
                <a:gd name="connsiteX2" fmla="*/ 0 w 45368"/>
                <a:gd name="connsiteY2" fmla="*/ 6384 h 12767"/>
                <a:gd name="connsiteX3" fmla="*/ 6390 w 45368"/>
                <a:gd name="connsiteY3" fmla="*/ 12768 h 12767"/>
                <a:gd name="connsiteX4" fmla="*/ 38979 w 45368"/>
                <a:gd name="connsiteY4" fmla="*/ 12768 h 12767"/>
                <a:gd name="connsiteX5" fmla="*/ 45369 w 45368"/>
                <a:gd name="connsiteY5" fmla="*/ 6384 h 12767"/>
                <a:gd name="connsiteX6" fmla="*/ 38979 w 45368"/>
                <a:gd name="connsiteY6" fmla="*/ 0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368" h="12767">
                  <a:moveTo>
                    <a:pt x="38979" y="0"/>
                  </a:moveTo>
                  <a:lnTo>
                    <a:pt x="6390" y="0"/>
                  </a:lnTo>
                  <a:cubicBezTo>
                    <a:pt x="2556" y="0"/>
                    <a:pt x="0" y="2554"/>
                    <a:pt x="0" y="6384"/>
                  </a:cubicBezTo>
                  <a:cubicBezTo>
                    <a:pt x="0" y="10215"/>
                    <a:pt x="2556" y="12768"/>
                    <a:pt x="6390" y="12768"/>
                  </a:cubicBezTo>
                  <a:lnTo>
                    <a:pt x="38979" y="12768"/>
                  </a:lnTo>
                  <a:cubicBezTo>
                    <a:pt x="42813" y="12768"/>
                    <a:pt x="45369" y="10215"/>
                    <a:pt x="45369" y="6384"/>
                  </a:cubicBezTo>
                  <a:cubicBezTo>
                    <a:pt x="45369" y="2554"/>
                    <a:pt x="42813" y="0"/>
                    <a:pt x="38979" y="0"/>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52" name="Graphic 4">
              <a:extLst>
                <a:ext uri="{FF2B5EF4-FFF2-40B4-BE49-F238E27FC236}">
                  <a16:creationId xmlns:a16="http://schemas.microsoft.com/office/drawing/2014/main" id="{51FD8862-2580-C2D0-1562-1D3CEFC8653B}"/>
                </a:ext>
              </a:extLst>
            </p:cNvPr>
            <p:cNvSpPr/>
            <p:nvPr/>
          </p:nvSpPr>
          <p:spPr>
            <a:xfrm>
              <a:off x="1689499" y="3399633"/>
              <a:ext cx="12779" cy="26812"/>
            </a:xfrm>
            <a:custGeom>
              <a:avLst/>
              <a:gdLst>
                <a:gd name="connsiteX0" fmla="*/ 6390 w 12779"/>
                <a:gd name="connsiteY0" fmla="*/ 26812 h 26812"/>
                <a:gd name="connsiteX1" fmla="*/ 12780 w 12779"/>
                <a:gd name="connsiteY1" fmla="*/ 20428 h 26812"/>
                <a:gd name="connsiteX2" fmla="*/ 12780 w 12779"/>
                <a:gd name="connsiteY2" fmla="*/ 6384 h 26812"/>
                <a:gd name="connsiteX3" fmla="*/ 6390 w 12779"/>
                <a:gd name="connsiteY3" fmla="*/ 0 h 26812"/>
                <a:gd name="connsiteX4" fmla="*/ 0 w 12779"/>
                <a:gd name="connsiteY4" fmla="*/ 6384 h 26812"/>
                <a:gd name="connsiteX5" fmla="*/ 0 w 12779"/>
                <a:gd name="connsiteY5" fmla="*/ 20428 h 26812"/>
                <a:gd name="connsiteX6" fmla="*/ 6390 w 12779"/>
                <a:gd name="connsiteY6" fmla="*/ 26812 h 268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779" h="26812">
                  <a:moveTo>
                    <a:pt x="6390" y="26812"/>
                  </a:moveTo>
                  <a:cubicBezTo>
                    <a:pt x="10224" y="26812"/>
                    <a:pt x="12780" y="24259"/>
                    <a:pt x="12780" y="20428"/>
                  </a:cubicBezTo>
                  <a:lnTo>
                    <a:pt x="12780" y="6384"/>
                  </a:lnTo>
                  <a:cubicBezTo>
                    <a:pt x="12780" y="2553"/>
                    <a:pt x="10224" y="0"/>
                    <a:pt x="6390" y="0"/>
                  </a:cubicBezTo>
                  <a:cubicBezTo>
                    <a:pt x="2556" y="0"/>
                    <a:pt x="0" y="2553"/>
                    <a:pt x="0" y="6384"/>
                  </a:cubicBezTo>
                  <a:lnTo>
                    <a:pt x="0" y="20428"/>
                  </a:lnTo>
                  <a:cubicBezTo>
                    <a:pt x="0" y="24259"/>
                    <a:pt x="2556" y="26812"/>
                    <a:pt x="6390" y="26812"/>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53" name="Graphic 4">
              <a:extLst>
                <a:ext uri="{FF2B5EF4-FFF2-40B4-BE49-F238E27FC236}">
                  <a16:creationId xmlns:a16="http://schemas.microsoft.com/office/drawing/2014/main" id="{8D018EFE-533E-B430-EB2F-761537356FC0}"/>
                </a:ext>
              </a:extLst>
            </p:cNvPr>
            <p:cNvSpPr/>
            <p:nvPr/>
          </p:nvSpPr>
          <p:spPr>
            <a:xfrm>
              <a:off x="1628994" y="3431752"/>
              <a:ext cx="25999" cy="21505"/>
            </a:xfrm>
            <a:custGeom>
              <a:avLst/>
              <a:gdLst>
                <a:gd name="connsiteX0" fmla="*/ 16414 w 25999"/>
                <a:gd name="connsiteY0" fmla="*/ 20229 h 21505"/>
                <a:gd name="connsiteX1" fmla="*/ 19609 w 25999"/>
                <a:gd name="connsiteY1" fmla="*/ 21506 h 21505"/>
                <a:gd name="connsiteX2" fmla="*/ 25999 w 25999"/>
                <a:gd name="connsiteY2" fmla="*/ 15122 h 21505"/>
                <a:gd name="connsiteX3" fmla="*/ 22804 w 25999"/>
                <a:gd name="connsiteY3" fmla="*/ 9377 h 21505"/>
                <a:gd name="connsiteX4" fmla="*/ 10024 w 25999"/>
                <a:gd name="connsiteY4" fmla="*/ 1077 h 21505"/>
                <a:gd name="connsiteX5" fmla="*/ 1078 w 25999"/>
                <a:gd name="connsiteY5" fmla="*/ 2993 h 21505"/>
                <a:gd name="connsiteX6" fmla="*/ 2995 w 25999"/>
                <a:gd name="connsiteY6" fmla="*/ 11930 h 21505"/>
                <a:gd name="connsiteX7" fmla="*/ 2995 w 25999"/>
                <a:gd name="connsiteY7" fmla="*/ 11930 h 21505"/>
                <a:gd name="connsiteX8" fmla="*/ 16414 w 25999"/>
                <a:gd name="connsiteY8" fmla="*/ 20229 h 215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999" h="21505">
                  <a:moveTo>
                    <a:pt x="16414" y="20229"/>
                  </a:moveTo>
                  <a:cubicBezTo>
                    <a:pt x="17692" y="20868"/>
                    <a:pt x="18970" y="21506"/>
                    <a:pt x="19609" y="21506"/>
                  </a:cubicBezTo>
                  <a:cubicBezTo>
                    <a:pt x="23443" y="21506"/>
                    <a:pt x="25999" y="18953"/>
                    <a:pt x="25999" y="15122"/>
                  </a:cubicBezTo>
                  <a:cubicBezTo>
                    <a:pt x="25999" y="13207"/>
                    <a:pt x="24721" y="10653"/>
                    <a:pt x="22804" y="9377"/>
                  </a:cubicBezTo>
                  <a:lnTo>
                    <a:pt x="10024" y="1077"/>
                  </a:lnTo>
                  <a:cubicBezTo>
                    <a:pt x="6829" y="-838"/>
                    <a:pt x="2995" y="-199"/>
                    <a:pt x="1078" y="2993"/>
                  </a:cubicBezTo>
                  <a:cubicBezTo>
                    <a:pt x="-839" y="6185"/>
                    <a:pt x="-200" y="10015"/>
                    <a:pt x="2995" y="11930"/>
                  </a:cubicBezTo>
                  <a:lnTo>
                    <a:pt x="2995" y="11930"/>
                  </a:lnTo>
                  <a:lnTo>
                    <a:pt x="16414" y="20229"/>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54" name="Graphic 4">
              <a:extLst>
                <a:ext uri="{FF2B5EF4-FFF2-40B4-BE49-F238E27FC236}">
                  <a16:creationId xmlns:a16="http://schemas.microsoft.com/office/drawing/2014/main" id="{F495EAEA-DEBF-A59B-0060-A51DF9511640}"/>
                </a:ext>
              </a:extLst>
            </p:cNvPr>
            <p:cNvSpPr/>
            <p:nvPr/>
          </p:nvSpPr>
          <p:spPr>
            <a:xfrm>
              <a:off x="1617932" y="3490924"/>
              <a:ext cx="28115" cy="12767"/>
            </a:xfrm>
            <a:custGeom>
              <a:avLst/>
              <a:gdLst>
                <a:gd name="connsiteX0" fmla="*/ 21726 w 28115"/>
                <a:gd name="connsiteY0" fmla="*/ 12768 h 12767"/>
                <a:gd name="connsiteX1" fmla="*/ 28116 w 28115"/>
                <a:gd name="connsiteY1" fmla="*/ 6384 h 12767"/>
                <a:gd name="connsiteX2" fmla="*/ 21726 w 28115"/>
                <a:gd name="connsiteY2" fmla="*/ 0 h 12767"/>
                <a:gd name="connsiteX3" fmla="*/ 6390 w 28115"/>
                <a:gd name="connsiteY3" fmla="*/ 0 h 12767"/>
                <a:gd name="connsiteX4" fmla="*/ 0 w 28115"/>
                <a:gd name="connsiteY4" fmla="*/ 6384 h 12767"/>
                <a:gd name="connsiteX5" fmla="*/ 6390 w 28115"/>
                <a:gd name="connsiteY5" fmla="*/ 12768 h 12767"/>
                <a:gd name="connsiteX6" fmla="*/ 21726 w 28115"/>
                <a:gd name="connsiteY6" fmla="*/ 12768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115" h="12767">
                  <a:moveTo>
                    <a:pt x="21726" y="12768"/>
                  </a:moveTo>
                  <a:cubicBezTo>
                    <a:pt x="25560" y="12768"/>
                    <a:pt x="28116" y="10214"/>
                    <a:pt x="28116" y="6384"/>
                  </a:cubicBezTo>
                  <a:cubicBezTo>
                    <a:pt x="28116" y="2553"/>
                    <a:pt x="25560" y="0"/>
                    <a:pt x="21726" y="0"/>
                  </a:cubicBezTo>
                  <a:lnTo>
                    <a:pt x="6390" y="0"/>
                  </a:lnTo>
                  <a:cubicBezTo>
                    <a:pt x="2556" y="0"/>
                    <a:pt x="0" y="2553"/>
                    <a:pt x="0" y="6384"/>
                  </a:cubicBezTo>
                  <a:cubicBezTo>
                    <a:pt x="0" y="10214"/>
                    <a:pt x="2556" y="12768"/>
                    <a:pt x="6390" y="12768"/>
                  </a:cubicBezTo>
                  <a:lnTo>
                    <a:pt x="21726" y="12768"/>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55" name="Graphic 4">
              <a:extLst>
                <a:ext uri="{FF2B5EF4-FFF2-40B4-BE49-F238E27FC236}">
                  <a16:creationId xmlns:a16="http://schemas.microsoft.com/office/drawing/2014/main" id="{771A5087-EC3D-B91B-FB19-0775116291A1}"/>
                </a:ext>
              </a:extLst>
            </p:cNvPr>
            <p:cNvSpPr/>
            <p:nvPr/>
          </p:nvSpPr>
          <p:spPr>
            <a:xfrm>
              <a:off x="1735706" y="3431752"/>
              <a:ext cx="25799" cy="21505"/>
            </a:xfrm>
            <a:custGeom>
              <a:avLst/>
              <a:gdLst>
                <a:gd name="connsiteX0" fmla="*/ 6829 w 25799"/>
                <a:gd name="connsiteY0" fmla="*/ 21506 h 21505"/>
                <a:gd name="connsiteX1" fmla="*/ 10024 w 25799"/>
                <a:gd name="connsiteY1" fmla="*/ 20229 h 21505"/>
                <a:gd name="connsiteX2" fmla="*/ 22804 w 25799"/>
                <a:gd name="connsiteY2" fmla="*/ 11930 h 21505"/>
                <a:gd name="connsiteX3" fmla="*/ 24721 w 25799"/>
                <a:gd name="connsiteY3" fmla="*/ 2993 h 21505"/>
                <a:gd name="connsiteX4" fmla="*/ 15775 w 25799"/>
                <a:gd name="connsiteY4" fmla="*/ 1077 h 21505"/>
                <a:gd name="connsiteX5" fmla="*/ 2995 w 25799"/>
                <a:gd name="connsiteY5" fmla="*/ 9377 h 21505"/>
                <a:gd name="connsiteX6" fmla="*/ 1078 w 25799"/>
                <a:gd name="connsiteY6" fmla="*/ 18314 h 21505"/>
                <a:gd name="connsiteX7" fmla="*/ 6829 w 25799"/>
                <a:gd name="connsiteY7" fmla="*/ 21506 h 21505"/>
                <a:gd name="connsiteX8" fmla="*/ 6829 w 25799"/>
                <a:gd name="connsiteY8" fmla="*/ 21506 h 215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799" h="21505">
                  <a:moveTo>
                    <a:pt x="6829" y="21506"/>
                  </a:moveTo>
                  <a:cubicBezTo>
                    <a:pt x="8107" y="21506"/>
                    <a:pt x="9385" y="20868"/>
                    <a:pt x="10024" y="20229"/>
                  </a:cubicBezTo>
                  <a:lnTo>
                    <a:pt x="22804" y="11930"/>
                  </a:lnTo>
                  <a:cubicBezTo>
                    <a:pt x="25999" y="10015"/>
                    <a:pt x="26638" y="6185"/>
                    <a:pt x="24721" y="2993"/>
                  </a:cubicBezTo>
                  <a:cubicBezTo>
                    <a:pt x="22804" y="-199"/>
                    <a:pt x="18970" y="-838"/>
                    <a:pt x="15775" y="1077"/>
                  </a:cubicBezTo>
                  <a:lnTo>
                    <a:pt x="2995" y="9377"/>
                  </a:lnTo>
                  <a:cubicBezTo>
                    <a:pt x="-200" y="11292"/>
                    <a:pt x="-839" y="15122"/>
                    <a:pt x="1078" y="18314"/>
                  </a:cubicBezTo>
                  <a:cubicBezTo>
                    <a:pt x="2356" y="20229"/>
                    <a:pt x="4912" y="21506"/>
                    <a:pt x="6829" y="21506"/>
                  </a:cubicBezTo>
                  <a:lnTo>
                    <a:pt x="6829" y="21506"/>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56" name="Graphic 4">
              <a:extLst>
                <a:ext uri="{FF2B5EF4-FFF2-40B4-BE49-F238E27FC236}">
                  <a16:creationId xmlns:a16="http://schemas.microsoft.com/office/drawing/2014/main" id="{2BD9B0B5-8847-2863-8B42-CA75966CF180}"/>
                </a:ext>
              </a:extLst>
            </p:cNvPr>
            <p:cNvSpPr/>
            <p:nvPr/>
          </p:nvSpPr>
          <p:spPr>
            <a:xfrm>
              <a:off x="1745091" y="3490924"/>
              <a:ext cx="28115" cy="12767"/>
            </a:xfrm>
            <a:custGeom>
              <a:avLst/>
              <a:gdLst>
                <a:gd name="connsiteX0" fmla="*/ 21726 w 28115"/>
                <a:gd name="connsiteY0" fmla="*/ 0 h 12767"/>
                <a:gd name="connsiteX1" fmla="*/ 6390 w 28115"/>
                <a:gd name="connsiteY1" fmla="*/ 0 h 12767"/>
                <a:gd name="connsiteX2" fmla="*/ 0 w 28115"/>
                <a:gd name="connsiteY2" fmla="*/ 6384 h 12767"/>
                <a:gd name="connsiteX3" fmla="*/ 6390 w 28115"/>
                <a:gd name="connsiteY3" fmla="*/ 12768 h 12767"/>
                <a:gd name="connsiteX4" fmla="*/ 21726 w 28115"/>
                <a:gd name="connsiteY4" fmla="*/ 12768 h 12767"/>
                <a:gd name="connsiteX5" fmla="*/ 28116 w 28115"/>
                <a:gd name="connsiteY5" fmla="*/ 6384 h 12767"/>
                <a:gd name="connsiteX6" fmla="*/ 21726 w 28115"/>
                <a:gd name="connsiteY6" fmla="*/ 0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115" h="12767">
                  <a:moveTo>
                    <a:pt x="21726" y="0"/>
                  </a:moveTo>
                  <a:lnTo>
                    <a:pt x="6390" y="0"/>
                  </a:lnTo>
                  <a:cubicBezTo>
                    <a:pt x="2556" y="0"/>
                    <a:pt x="0" y="2553"/>
                    <a:pt x="0" y="6384"/>
                  </a:cubicBezTo>
                  <a:cubicBezTo>
                    <a:pt x="0" y="10214"/>
                    <a:pt x="2556" y="12768"/>
                    <a:pt x="6390" y="12768"/>
                  </a:cubicBezTo>
                  <a:lnTo>
                    <a:pt x="21726" y="12768"/>
                  </a:lnTo>
                  <a:cubicBezTo>
                    <a:pt x="25560" y="12768"/>
                    <a:pt x="28116" y="10214"/>
                    <a:pt x="28116" y="6384"/>
                  </a:cubicBezTo>
                  <a:cubicBezTo>
                    <a:pt x="28116" y="2553"/>
                    <a:pt x="25560" y="0"/>
                    <a:pt x="21726" y="0"/>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57" name="Graphic 4">
              <a:extLst>
                <a:ext uri="{FF2B5EF4-FFF2-40B4-BE49-F238E27FC236}">
                  <a16:creationId xmlns:a16="http://schemas.microsoft.com/office/drawing/2014/main" id="{E8A49D33-B442-750F-E92C-5BDE5273C37B}"/>
                </a:ext>
              </a:extLst>
            </p:cNvPr>
            <p:cNvSpPr/>
            <p:nvPr/>
          </p:nvSpPr>
          <p:spPr>
            <a:xfrm>
              <a:off x="1620488" y="3563701"/>
              <a:ext cx="150802" cy="77884"/>
            </a:xfrm>
            <a:custGeom>
              <a:avLst/>
              <a:gdLst>
                <a:gd name="connsiteX0" fmla="*/ 94571 w 150802"/>
                <a:gd name="connsiteY0" fmla="*/ 0 h 77884"/>
                <a:gd name="connsiteX1" fmla="*/ 56231 w 150802"/>
                <a:gd name="connsiteY1" fmla="*/ 0 h 77884"/>
                <a:gd name="connsiteX2" fmla="*/ 0 w 150802"/>
                <a:gd name="connsiteY2" fmla="*/ 60010 h 77884"/>
                <a:gd name="connsiteX3" fmla="*/ 0 w 150802"/>
                <a:gd name="connsiteY3" fmla="*/ 71501 h 77884"/>
                <a:gd name="connsiteX4" fmla="*/ 6390 w 150802"/>
                <a:gd name="connsiteY4" fmla="*/ 77885 h 77884"/>
                <a:gd name="connsiteX5" fmla="*/ 12780 w 150802"/>
                <a:gd name="connsiteY5" fmla="*/ 71501 h 77884"/>
                <a:gd name="connsiteX6" fmla="*/ 12780 w 150802"/>
                <a:gd name="connsiteY6" fmla="*/ 60010 h 77884"/>
                <a:gd name="connsiteX7" fmla="*/ 56231 w 150802"/>
                <a:gd name="connsiteY7" fmla="*/ 12768 h 77884"/>
                <a:gd name="connsiteX8" fmla="*/ 94571 w 150802"/>
                <a:gd name="connsiteY8" fmla="*/ 12768 h 77884"/>
                <a:gd name="connsiteX9" fmla="*/ 138023 w 150802"/>
                <a:gd name="connsiteY9" fmla="*/ 60010 h 77884"/>
                <a:gd name="connsiteX10" fmla="*/ 138023 w 150802"/>
                <a:gd name="connsiteY10" fmla="*/ 71501 h 77884"/>
                <a:gd name="connsiteX11" fmla="*/ 144413 w 150802"/>
                <a:gd name="connsiteY11" fmla="*/ 77885 h 77884"/>
                <a:gd name="connsiteX12" fmla="*/ 150803 w 150802"/>
                <a:gd name="connsiteY12" fmla="*/ 71501 h 77884"/>
                <a:gd name="connsiteX13" fmla="*/ 150803 w 150802"/>
                <a:gd name="connsiteY13" fmla="*/ 60010 h 77884"/>
                <a:gd name="connsiteX14" fmla="*/ 94571 w 150802"/>
                <a:gd name="connsiteY14" fmla="*/ 0 h 77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50802" h="77884">
                  <a:moveTo>
                    <a:pt x="94571" y="0"/>
                  </a:moveTo>
                  <a:lnTo>
                    <a:pt x="56231" y="0"/>
                  </a:lnTo>
                  <a:cubicBezTo>
                    <a:pt x="24921" y="0"/>
                    <a:pt x="0" y="26813"/>
                    <a:pt x="0" y="60010"/>
                  </a:cubicBezTo>
                  <a:lnTo>
                    <a:pt x="0" y="71501"/>
                  </a:lnTo>
                  <a:cubicBezTo>
                    <a:pt x="0" y="75331"/>
                    <a:pt x="2556" y="77885"/>
                    <a:pt x="6390" y="77885"/>
                  </a:cubicBezTo>
                  <a:cubicBezTo>
                    <a:pt x="10224" y="77885"/>
                    <a:pt x="12780" y="75331"/>
                    <a:pt x="12780" y="71501"/>
                  </a:cubicBezTo>
                  <a:lnTo>
                    <a:pt x="12780" y="60010"/>
                  </a:lnTo>
                  <a:cubicBezTo>
                    <a:pt x="12780" y="33835"/>
                    <a:pt x="31950" y="12768"/>
                    <a:pt x="56231" y="12768"/>
                  </a:cubicBezTo>
                  <a:lnTo>
                    <a:pt x="94571" y="12768"/>
                  </a:lnTo>
                  <a:cubicBezTo>
                    <a:pt x="118853" y="12768"/>
                    <a:pt x="138023" y="33835"/>
                    <a:pt x="138023" y="60010"/>
                  </a:cubicBezTo>
                  <a:lnTo>
                    <a:pt x="138023" y="71501"/>
                  </a:lnTo>
                  <a:cubicBezTo>
                    <a:pt x="138023" y="75331"/>
                    <a:pt x="140579" y="77885"/>
                    <a:pt x="144413" y="77885"/>
                  </a:cubicBezTo>
                  <a:cubicBezTo>
                    <a:pt x="148246" y="77885"/>
                    <a:pt x="150803" y="75331"/>
                    <a:pt x="150803" y="71501"/>
                  </a:cubicBezTo>
                  <a:lnTo>
                    <a:pt x="150803" y="60010"/>
                  </a:lnTo>
                  <a:cubicBezTo>
                    <a:pt x="150803" y="26813"/>
                    <a:pt x="125243" y="0"/>
                    <a:pt x="94571" y="0"/>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grpSp>
      <p:grpSp>
        <p:nvGrpSpPr>
          <p:cNvPr id="58" name="Graphic 4">
            <a:extLst>
              <a:ext uri="{FF2B5EF4-FFF2-40B4-BE49-F238E27FC236}">
                <a16:creationId xmlns:a16="http://schemas.microsoft.com/office/drawing/2014/main" id="{DC2276F9-A523-2959-3BC3-8BECA2D99017}"/>
              </a:ext>
            </a:extLst>
          </p:cNvPr>
          <p:cNvGrpSpPr/>
          <p:nvPr/>
        </p:nvGrpSpPr>
        <p:grpSpPr>
          <a:xfrm>
            <a:off x="643631" y="1514073"/>
            <a:ext cx="731520" cy="731520"/>
            <a:chOff x="4660820" y="918179"/>
            <a:chExt cx="362312" cy="361971"/>
          </a:xfrm>
          <a:solidFill>
            <a:schemeClr val="accent6"/>
          </a:solidFill>
        </p:grpSpPr>
        <p:sp>
          <p:nvSpPr>
            <p:cNvPr id="59" name="Graphic 4">
              <a:extLst>
                <a:ext uri="{FF2B5EF4-FFF2-40B4-BE49-F238E27FC236}">
                  <a16:creationId xmlns:a16="http://schemas.microsoft.com/office/drawing/2014/main" id="{C83506BA-C0D7-60D6-EE8E-7477C6336C3E}"/>
                </a:ext>
              </a:extLst>
            </p:cNvPr>
            <p:cNvSpPr/>
            <p:nvPr/>
          </p:nvSpPr>
          <p:spPr>
            <a:xfrm>
              <a:off x="4660820" y="918179"/>
              <a:ext cx="362312" cy="361971"/>
            </a:xfrm>
            <a:custGeom>
              <a:avLst/>
              <a:gdLst>
                <a:gd name="connsiteX0" fmla="*/ 181474 w 362312"/>
                <a:gd name="connsiteY0" fmla="*/ 0 h 361971"/>
                <a:gd name="connsiteX1" fmla="*/ 0 w 362312"/>
                <a:gd name="connsiteY1" fmla="*/ 180667 h 361971"/>
                <a:gd name="connsiteX2" fmla="*/ 180835 w 362312"/>
                <a:gd name="connsiteY2" fmla="*/ 361972 h 361971"/>
                <a:gd name="connsiteX3" fmla="*/ 362309 w 362312"/>
                <a:gd name="connsiteY3" fmla="*/ 181305 h 361971"/>
                <a:gd name="connsiteX4" fmla="*/ 362309 w 362312"/>
                <a:gd name="connsiteY4" fmla="*/ 181305 h 361971"/>
                <a:gd name="connsiteX5" fmla="*/ 181474 w 362312"/>
                <a:gd name="connsiteY5" fmla="*/ 0 h 361971"/>
                <a:gd name="connsiteX6" fmla="*/ 181474 w 362312"/>
                <a:gd name="connsiteY6" fmla="*/ 349204 h 361971"/>
                <a:gd name="connsiteX7" fmla="*/ 12780 w 362312"/>
                <a:gd name="connsiteY7" fmla="*/ 181305 h 361971"/>
                <a:gd name="connsiteX8" fmla="*/ 180835 w 362312"/>
                <a:gd name="connsiteY8" fmla="*/ 12768 h 361971"/>
                <a:gd name="connsiteX9" fmla="*/ 349529 w 362312"/>
                <a:gd name="connsiteY9" fmla="*/ 180667 h 361971"/>
                <a:gd name="connsiteX10" fmla="*/ 349529 w 362312"/>
                <a:gd name="connsiteY10" fmla="*/ 180667 h 361971"/>
                <a:gd name="connsiteX11" fmla="*/ 181474 w 362312"/>
                <a:gd name="connsiteY11" fmla="*/ 349204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62312" h="361971">
                  <a:moveTo>
                    <a:pt x="181474" y="0"/>
                  </a:moveTo>
                  <a:cubicBezTo>
                    <a:pt x="81152" y="0"/>
                    <a:pt x="0" y="81077"/>
                    <a:pt x="0" y="180667"/>
                  </a:cubicBezTo>
                  <a:cubicBezTo>
                    <a:pt x="0" y="280257"/>
                    <a:pt x="81152" y="361972"/>
                    <a:pt x="180835" y="361972"/>
                  </a:cubicBezTo>
                  <a:cubicBezTo>
                    <a:pt x="280518" y="361972"/>
                    <a:pt x="362309" y="280895"/>
                    <a:pt x="362309" y="181305"/>
                  </a:cubicBezTo>
                  <a:cubicBezTo>
                    <a:pt x="362309" y="181305"/>
                    <a:pt x="362309" y="181305"/>
                    <a:pt x="362309" y="181305"/>
                  </a:cubicBezTo>
                  <a:cubicBezTo>
                    <a:pt x="362948" y="81077"/>
                    <a:pt x="281796" y="0"/>
                    <a:pt x="181474" y="0"/>
                  </a:cubicBezTo>
                  <a:close/>
                  <a:moveTo>
                    <a:pt x="181474" y="349204"/>
                  </a:moveTo>
                  <a:cubicBezTo>
                    <a:pt x="88181" y="349204"/>
                    <a:pt x="12780" y="273873"/>
                    <a:pt x="12780" y="181305"/>
                  </a:cubicBezTo>
                  <a:cubicBezTo>
                    <a:pt x="12780" y="88737"/>
                    <a:pt x="88181" y="12768"/>
                    <a:pt x="180835" y="12768"/>
                  </a:cubicBezTo>
                  <a:cubicBezTo>
                    <a:pt x="274128" y="12768"/>
                    <a:pt x="349529" y="88099"/>
                    <a:pt x="349529" y="180667"/>
                  </a:cubicBezTo>
                  <a:cubicBezTo>
                    <a:pt x="349529" y="180667"/>
                    <a:pt x="349529" y="180667"/>
                    <a:pt x="349529" y="180667"/>
                  </a:cubicBezTo>
                  <a:cubicBezTo>
                    <a:pt x="349529" y="273873"/>
                    <a:pt x="274767" y="348565"/>
                    <a:pt x="181474" y="349204"/>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60" name="Graphic 4">
              <a:extLst>
                <a:ext uri="{FF2B5EF4-FFF2-40B4-BE49-F238E27FC236}">
                  <a16:creationId xmlns:a16="http://schemas.microsoft.com/office/drawing/2014/main" id="{F898F77C-9DAA-828F-7CDE-6C00E16F2F4D}"/>
                </a:ext>
              </a:extLst>
            </p:cNvPr>
            <p:cNvSpPr/>
            <p:nvPr/>
          </p:nvSpPr>
          <p:spPr>
            <a:xfrm>
              <a:off x="4723441" y="980103"/>
              <a:ext cx="237705" cy="237484"/>
            </a:xfrm>
            <a:custGeom>
              <a:avLst/>
              <a:gdLst>
                <a:gd name="connsiteX0" fmla="*/ 231316 w 237705"/>
                <a:gd name="connsiteY0" fmla="*/ 112358 h 237484"/>
                <a:gd name="connsiteX1" fmla="*/ 213424 w 237705"/>
                <a:gd name="connsiteY1" fmla="*/ 112358 h 237484"/>
                <a:gd name="connsiteX2" fmla="*/ 125243 w 237705"/>
                <a:gd name="connsiteY2" fmla="*/ 24259 h 237484"/>
                <a:gd name="connsiteX3" fmla="*/ 125243 w 237705"/>
                <a:gd name="connsiteY3" fmla="*/ 6384 h 237484"/>
                <a:gd name="connsiteX4" fmla="*/ 118853 w 237705"/>
                <a:gd name="connsiteY4" fmla="*/ 0 h 237484"/>
                <a:gd name="connsiteX5" fmla="*/ 112463 w 237705"/>
                <a:gd name="connsiteY5" fmla="*/ 6384 h 237484"/>
                <a:gd name="connsiteX6" fmla="*/ 112463 w 237705"/>
                <a:gd name="connsiteY6" fmla="*/ 24259 h 237484"/>
                <a:gd name="connsiteX7" fmla="*/ 24282 w 237705"/>
                <a:gd name="connsiteY7" fmla="*/ 112358 h 237484"/>
                <a:gd name="connsiteX8" fmla="*/ 6390 w 237705"/>
                <a:gd name="connsiteY8" fmla="*/ 112358 h 237484"/>
                <a:gd name="connsiteX9" fmla="*/ 0 w 237705"/>
                <a:gd name="connsiteY9" fmla="*/ 118742 h 237484"/>
                <a:gd name="connsiteX10" fmla="*/ 6390 w 237705"/>
                <a:gd name="connsiteY10" fmla="*/ 125126 h 237484"/>
                <a:gd name="connsiteX11" fmla="*/ 24282 w 237705"/>
                <a:gd name="connsiteY11" fmla="*/ 125126 h 237484"/>
                <a:gd name="connsiteX12" fmla="*/ 112463 w 237705"/>
                <a:gd name="connsiteY12" fmla="*/ 213225 h 237484"/>
                <a:gd name="connsiteX13" fmla="*/ 112463 w 237705"/>
                <a:gd name="connsiteY13" fmla="*/ 231100 h 237484"/>
                <a:gd name="connsiteX14" fmla="*/ 118853 w 237705"/>
                <a:gd name="connsiteY14" fmla="*/ 237484 h 237484"/>
                <a:gd name="connsiteX15" fmla="*/ 125243 w 237705"/>
                <a:gd name="connsiteY15" fmla="*/ 231100 h 237484"/>
                <a:gd name="connsiteX16" fmla="*/ 125243 w 237705"/>
                <a:gd name="connsiteY16" fmla="*/ 213225 h 237484"/>
                <a:gd name="connsiteX17" fmla="*/ 213424 w 237705"/>
                <a:gd name="connsiteY17" fmla="*/ 125126 h 237484"/>
                <a:gd name="connsiteX18" fmla="*/ 231316 w 237705"/>
                <a:gd name="connsiteY18" fmla="*/ 125126 h 237484"/>
                <a:gd name="connsiteX19" fmla="*/ 237706 w 237705"/>
                <a:gd name="connsiteY19" fmla="*/ 118742 h 237484"/>
                <a:gd name="connsiteX20" fmla="*/ 231316 w 237705"/>
                <a:gd name="connsiteY20" fmla="*/ 112358 h 237484"/>
                <a:gd name="connsiteX21" fmla="*/ 231316 w 237705"/>
                <a:gd name="connsiteY21" fmla="*/ 112358 h 237484"/>
                <a:gd name="connsiteX22" fmla="*/ 200644 w 237705"/>
                <a:gd name="connsiteY22" fmla="*/ 112358 h 237484"/>
                <a:gd name="connsiteX23" fmla="*/ 173167 w 237705"/>
                <a:gd name="connsiteY23" fmla="*/ 112358 h 237484"/>
                <a:gd name="connsiteX24" fmla="*/ 125243 w 237705"/>
                <a:gd name="connsiteY24" fmla="*/ 64478 h 237484"/>
                <a:gd name="connsiteX25" fmla="*/ 125243 w 237705"/>
                <a:gd name="connsiteY25" fmla="*/ 37027 h 237484"/>
                <a:gd name="connsiteX26" fmla="*/ 200644 w 237705"/>
                <a:gd name="connsiteY26" fmla="*/ 112358 h 237484"/>
                <a:gd name="connsiteX27" fmla="*/ 112463 w 237705"/>
                <a:gd name="connsiteY27" fmla="*/ 112358 h 237484"/>
                <a:gd name="connsiteX28" fmla="*/ 77318 w 237705"/>
                <a:gd name="connsiteY28" fmla="*/ 112358 h 237484"/>
                <a:gd name="connsiteX29" fmla="*/ 112463 w 237705"/>
                <a:gd name="connsiteY29" fmla="*/ 77246 h 237484"/>
                <a:gd name="connsiteX30" fmla="*/ 112463 w 237705"/>
                <a:gd name="connsiteY30" fmla="*/ 112358 h 237484"/>
                <a:gd name="connsiteX31" fmla="*/ 112463 w 237705"/>
                <a:gd name="connsiteY31" fmla="*/ 125126 h 237484"/>
                <a:gd name="connsiteX32" fmla="*/ 112463 w 237705"/>
                <a:gd name="connsiteY32" fmla="*/ 160238 h 237484"/>
                <a:gd name="connsiteX33" fmla="*/ 77318 w 237705"/>
                <a:gd name="connsiteY33" fmla="*/ 125126 h 237484"/>
                <a:gd name="connsiteX34" fmla="*/ 112463 w 237705"/>
                <a:gd name="connsiteY34" fmla="*/ 125126 h 237484"/>
                <a:gd name="connsiteX35" fmla="*/ 125243 w 237705"/>
                <a:gd name="connsiteY35" fmla="*/ 125126 h 237484"/>
                <a:gd name="connsiteX36" fmla="*/ 160387 w 237705"/>
                <a:gd name="connsiteY36" fmla="*/ 125126 h 237484"/>
                <a:gd name="connsiteX37" fmla="*/ 125243 w 237705"/>
                <a:gd name="connsiteY37" fmla="*/ 160238 h 237484"/>
                <a:gd name="connsiteX38" fmla="*/ 125243 w 237705"/>
                <a:gd name="connsiteY38" fmla="*/ 125126 h 237484"/>
                <a:gd name="connsiteX39" fmla="*/ 125243 w 237705"/>
                <a:gd name="connsiteY39" fmla="*/ 112358 h 237484"/>
                <a:gd name="connsiteX40" fmla="*/ 125243 w 237705"/>
                <a:gd name="connsiteY40" fmla="*/ 77246 h 237484"/>
                <a:gd name="connsiteX41" fmla="*/ 160387 w 237705"/>
                <a:gd name="connsiteY41" fmla="*/ 112358 h 237484"/>
                <a:gd name="connsiteX42" fmla="*/ 125243 w 237705"/>
                <a:gd name="connsiteY42" fmla="*/ 112358 h 237484"/>
                <a:gd name="connsiteX43" fmla="*/ 112463 w 237705"/>
                <a:gd name="connsiteY43" fmla="*/ 37027 h 237484"/>
                <a:gd name="connsiteX44" fmla="*/ 112463 w 237705"/>
                <a:gd name="connsiteY44" fmla="*/ 64478 h 237484"/>
                <a:gd name="connsiteX45" fmla="*/ 64538 w 237705"/>
                <a:gd name="connsiteY45" fmla="*/ 112358 h 237484"/>
                <a:gd name="connsiteX46" fmla="*/ 37062 w 237705"/>
                <a:gd name="connsiteY46" fmla="*/ 112358 h 237484"/>
                <a:gd name="connsiteX47" fmla="*/ 112463 w 237705"/>
                <a:gd name="connsiteY47" fmla="*/ 37027 h 237484"/>
                <a:gd name="connsiteX48" fmla="*/ 112463 w 237705"/>
                <a:gd name="connsiteY48" fmla="*/ 37027 h 237484"/>
                <a:gd name="connsiteX49" fmla="*/ 37062 w 237705"/>
                <a:gd name="connsiteY49" fmla="*/ 125126 h 237484"/>
                <a:gd name="connsiteX50" fmla="*/ 64538 w 237705"/>
                <a:gd name="connsiteY50" fmla="*/ 125126 h 237484"/>
                <a:gd name="connsiteX51" fmla="*/ 112463 w 237705"/>
                <a:gd name="connsiteY51" fmla="*/ 173006 h 237484"/>
                <a:gd name="connsiteX52" fmla="*/ 112463 w 237705"/>
                <a:gd name="connsiteY52" fmla="*/ 200457 h 237484"/>
                <a:gd name="connsiteX53" fmla="*/ 37062 w 237705"/>
                <a:gd name="connsiteY53" fmla="*/ 125126 h 237484"/>
                <a:gd name="connsiteX54" fmla="*/ 125243 w 237705"/>
                <a:gd name="connsiteY54" fmla="*/ 200457 h 237484"/>
                <a:gd name="connsiteX55" fmla="*/ 125243 w 237705"/>
                <a:gd name="connsiteY55" fmla="*/ 173006 h 237484"/>
                <a:gd name="connsiteX56" fmla="*/ 173167 w 237705"/>
                <a:gd name="connsiteY56" fmla="*/ 125126 h 237484"/>
                <a:gd name="connsiteX57" fmla="*/ 200644 w 237705"/>
                <a:gd name="connsiteY57" fmla="*/ 125126 h 237484"/>
                <a:gd name="connsiteX58" fmla="*/ 125243 w 237705"/>
                <a:gd name="connsiteY58" fmla="*/ 200457 h 237484"/>
                <a:gd name="connsiteX59" fmla="*/ 125243 w 237705"/>
                <a:gd name="connsiteY59" fmla="*/ 200457 h 237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237705" h="237484">
                  <a:moveTo>
                    <a:pt x="231316" y="112358"/>
                  </a:moveTo>
                  <a:lnTo>
                    <a:pt x="213424" y="112358"/>
                  </a:lnTo>
                  <a:cubicBezTo>
                    <a:pt x="210229" y="65117"/>
                    <a:pt x="172528" y="27451"/>
                    <a:pt x="125243" y="24259"/>
                  </a:cubicBezTo>
                  <a:lnTo>
                    <a:pt x="125243" y="6384"/>
                  </a:lnTo>
                  <a:cubicBezTo>
                    <a:pt x="125243" y="2554"/>
                    <a:pt x="122687" y="0"/>
                    <a:pt x="118853" y="0"/>
                  </a:cubicBezTo>
                  <a:cubicBezTo>
                    <a:pt x="115019" y="0"/>
                    <a:pt x="112463" y="2554"/>
                    <a:pt x="112463" y="6384"/>
                  </a:cubicBezTo>
                  <a:lnTo>
                    <a:pt x="112463" y="24259"/>
                  </a:lnTo>
                  <a:cubicBezTo>
                    <a:pt x="65177" y="27451"/>
                    <a:pt x="27477" y="65117"/>
                    <a:pt x="24282" y="112358"/>
                  </a:cubicBezTo>
                  <a:lnTo>
                    <a:pt x="6390" y="112358"/>
                  </a:lnTo>
                  <a:cubicBezTo>
                    <a:pt x="2556" y="112358"/>
                    <a:pt x="0" y="114912"/>
                    <a:pt x="0" y="118742"/>
                  </a:cubicBezTo>
                  <a:cubicBezTo>
                    <a:pt x="0" y="122573"/>
                    <a:pt x="2556" y="125126"/>
                    <a:pt x="6390" y="125126"/>
                  </a:cubicBezTo>
                  <a:lnTo>
                    <a:pt x="24282" y="125126"/>
                  </a:lnTo>
                  <a:cubicBezTo>
                    <a:pt x="27477" y="172368"/>
                    <a:pt x="65177" y="210033"/>
                    <a:pt x="112463" y="213225"/>
                  </a:cubicBezTo>
                  <a:lnTo>
                    <a:pt x="112463" y="231100"/>
                  </a:lnTo>
                  <a:cubicBezTo>
                    <a:pt x="112463" y="234931"/>
                    <a:pt x="115019" y="237484"/>
                    <a:pt x="118853" y="237484"/>
                  </a:cubicBezTo>
                  <a:cubicBezTo>
                    <a:pt x="122687" y="237484"/>
                    <a:pt x="125243" y="234931"/>
                    <a:pt x="125243" y="231100"/>
                  </a:cubicBezTo>
                  <a:lnTo>
                    <a:pt x="125243" y="213225"/>
                  </a:lnTo>
                  <a:cubicBezTo>
                    <a:pt x="172528" y="210033"/>
                    <a:pt x="210229" y="172368"/>
                    <a:pt x="213424" y="125126"/>
                  </a:cubicBezTo>
                  <a:lnTo>
                    <a:pt x="231316" y="125126"/>
                  </a:lnTo>
                  <a:cubicBezTo>
                    <a:pt x="235150" y="125126"/>
                    <a:pt x="237706" y="122573"/>
                    <a:pt x="237706" y="118742"/>
                  </a:cubicBezTo>
                  <a:cubicBezTo>
                    <a:pt x="237706" y="114912"/>
                    <a:pt x="234511" y="112358"/>
                    <a:pt x="231316" y="112358"/>
                  </a:cubicBezTo>
                  <a:lnTo>
                    <a:pt x="231316" y="112358"/>
                  </a:lnTo>
                  <a:close/>
                  <a:moveTo>
                    <a:pt x="200644" y="112358"/>
                  </a:moveTo>
                  <a:lnTo>
                    <a:pt x="173167" y="112358"/>
                  </a:lnTo>
                  <a:cubicBezTo>
                    <a:pt x="169972" y="87461"/>
                    <a:pt x="150164" y="67670"/>
                    <a:pt x="125243" y="64478"/>
                  </a:cubicBezTo>
                  <a:lnTo>
                    <a:pt x="125243" y="37027"/>
                  </a:lnTo>
                  <a:cubicBezTo>
                    <a:pt x="165499" y="40219"/>
                    <a:pt x="197449" y="72139"/>
                    <a:pt x="200644" y="112358"/>
                  </a:cubicBezTo>
                  <a:close/>
                  <a:moveTo>
                    <a:pt x="112463" y="112358"/>
                  </a:moveTo>
                  <a:lnTo>
                    <a:pt x="77318" y="112358"/>
                  </a:lnTo>
                  <a:cubicBezTo>
                    <a:pt x="79874" y="94483"/>
                    <a:pt x="93932" y="80438"/>
                    <a:pt x="112463" y="77246"/>
                  </a:cubicBezTo>
                  <a:lnTo>
                    <a:pt x="112463" y="112358"/>
                  </a:lnTo>
                  <a:close/>
                  <a:moveTo>
                    <a:pt x="112463" y="125126"/>
                  </a:moveTo>
                  <a:lnTo>
                    <a:pt x="112463" y="160238"/>
                  </a:lnTo>
                  <a:cubicBezTo>
                    <a:pt x="94571" y="157684"/>
                    <a:pt x="80513" y="143640"/>
                    <a:pt x="77318" y="125126"/>
                  </a:cubicBezTo>
                  <a:lnTo>
                    <a:pt x="112463" y="125126"/>
                  </a:lnTo>
                  <a:close/>
                  <a:moveTo>
                    <a:pt x="125243" y="125126"/>
                  </a:moveTo>
                  <a:lnTo>
                    <a:pt x="160387" y="125126"/>
                  </a:lnTo>
                  <a:cubicBezTo>
                    <a:pt x="157832" y="143001"/>
                    <a:pt x="143774" y="157046"/>
                    <a:pt x="125243" y="160238"/>
                  </a:cubicBezTo>
                  <a:lnTo>
                    <a:pt x="125243" y="125126"/>
                  </a:lnTo>
                  <a:close/>
                  <a:moveTo>
                    <a:pt x="125243" y="112358"/>
                  </a:moveTo>
                  <a:lnTo>
                    <a:pt x="125243" y="77246"/>
                  </a:lnTo>
                  <a:cubicBezTo>
                    <a:pt x="143134" y="79800"/>
                    <a:pt x="157192" y="93845"/>
                    <a:pt x="160387" y="112358"/>
                  </a:cubicBezTo>
                  <a:lnTo>
                    <a:pt x="125243" y="112358"/>
                  </a:lnTo>
                  <a:close/>
                  <a:moveTo>
                    <a:pt x="112463" y="37027"/>
                  </a:moveTo>
                  <a:lnTo>
                    <a:pt x="112463" y="64478"/>
                  </a:lnTo>
                  <a:cubicBezTo>
                    <a:pt x="87542" y="67670"/>
                    <a:pt x="67733" y="87461"/>
                    <a:pt x="64538" y="112358"/>
                  </a:cubicBezTo>
                  <a:lnTo>
                    <a:pt x="37062" y="112358"/>
                  </a:lnTo>
                  <a:cubicBezTo>
                    <a:pt x="40257" y="72139"/>
                    <a:pt x="72206" y="40219"/>
                    <a:pt x="112463" y="37027"/>
                  </a:cubicBezTo>
                  <a:lnTo>
                    <a:pt x="112463" y="37027"/>
                  </a:lnTo>
                  <a:close/>
                  <a:moveTo>
                    <a:pt x="37062" y="125126"/>
                  </a:moveTo>
                  <a:lnTo>
                    <a:pt x="64538" y="125126"/>
                  </a:lnTo>
                  <a:cubicBezTo>
                    <a:pt x="67733" y="150024"/>
                    <a:pt x="87542" y="169814"/>
                    <a:pt x="112463" y="173006"/>
                  </a:cubicBezTo>
                  <a:lnTo>
                    <a:pt x="112463" y="200457"/>
                  </a:lnTo>
                  <a:cubicBezTo>
                    <a:pt x="72206" y="197265"/>
                    <a:pt x="40257" y="165345"/>
                    <a:pt x="37062" y="125126"/>
                  </a:cubicBezTo>
                  <a:close/>
                  <a:moveTo>
                    <a:pt x="125243" y="200457"/>
                  </a:moveTo>
                  <a:lnTo>
                    <a:pt x="125243" y="173006"/>
                  </a:lnTo>
                  <a:cubicBezTo>
                    <a:pt x="150164" y="169814"/>
                    <a:pt x="169972" y="150024"/>
                    <a:pt x="173167" y="125126"/>
                  </a:cubicBezTo>
                  <a:lnTo>
                    <a:pt x="200644" y="125126"/>
                  </a:lnTo>
                  <a:cubicBezTo>
                    <a:pt x="197449" y="165345"/>
                    <a:pt x="165499" y="197265"/>
                    <a:pt x="125243" y="200457"/>
                  </a:cubicBezTo>
                  <a:lnTo>
                    <a:pt x="125243" y="200457"/>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grpSp>
      <p:sp>
        <p:nvSpPr>
          <p:cNvPr id="141" name="TextBox 140">
            <a:extLst>
              <a:ext uri="{FF2B5EF4-FFF2-40B4-BE49-F238E27FC236}">
                <a16:creationId xmlns:a16="http://schemas.microsoft.com/office/drawing/2014/main" id="{394EA24E-136B-425F-9E2D-24939BAFE3D5}"/>
              </a:ext>
            </a:extLst>
          </p:cNvPr>
          <p:cNvSpPr txBox="1"/>
          <p:nvPr/>
        </p:nvSpPr>
        <p:spPr>
          <a:xfrm>
            <a:off x="10700888" y="6205724"/>
            <a:ext cx="1318384" cy="153888"/>
          </a:xfrm>
          <a:prstGeom prst="rect">
            <a:avLst/>
          </a:prstGeom>
          <a:noFill/>
        </p:spPr>
        <p:txBody>
          <a:bodyPr vert="horz" wrap="square" lIns="0" tIns="0" rIns="0" bIns="0" rtlCol="0">
            <a:spAutoFit/>
          </a:bodyPr>
          <a:lstStyle/>
          <a:p>
            <a:pPr marL="0" marR="0" lvl="0" indent="0" algn="ctr" defTabSz="914400" rtl="0" eaLnBrk="1" fontAlgn="auto" latinLnBrk="0" hangingPunct="1">
              <a:lnSpc>
                <a:spcPct val="100000"/>
              </a:lnSpc>
              <a:spcBef>
                <a:spcPts val="200"/>
              </a:spcBef>
              <a:spcAft>
                <a:spcPts val="0"/>
              </a:spcAft>
              <a:buClrTx/>
              <a:buSzPct val="100000"/>
              <a:buFontTx/>
              <a:buNone/>
              <a:tabLst/>
              <a:defRPr/>
            </a:pPr>
            <a:r>
              <a:rPr kumimoji="0" lang="en-US" sz="1000" b="0" i="1" u="none" strike="noStrike" kern="1200" cap="none" spc="0" normalizeH="0" baseline="0" noProof="0">
                <a:ln>
                  <a:noFill/>
                </a:ln>
                <a:solidFill>
                  <a:srgbClr val="000000"/>
                </a:solidFill>
                <a:effectLst/>
                <a:uLnTx/>
                <a:uFillTx/>
                <a:latin typeface="Open Sans"/>
                <a:ea typeface="+mn-ea"/>
                <a:cs typeface="+mn-cs"/>
              </a:rPr>
              <a:t>*Non-Exhaustive</a:t>
            </a:r>
          </a:p>
        </p:txBody>
      </p:sp>
      <p:sp>
        <p:nvSpPr>
          <p:cNvPr id="11" name="Rectangle 10">
            <a:extLst>
              <a:ext uri="{FF2B5EF4-FFF2-40B4-BE49-F238E27FC236}">
                <a16:creationId xmlns:a16="http://schemas.microsoft.com/office/drawing/2014/main" id="{7BBC0470-366F-23B2-E2D1-1625B7E80884}"/>
              </a:ext>
            </a:extLst>
          </p:cNvPr>
          <p:cNvSpPr/>
          <p:nvPr/>
        </p:nvSpPr>
        <p:spPr bwMode="gray">
          <a:xfrm>
            <a:off x="7050406" y="106318"/>
            <a:ext cx="2505075" cy="334099"/>
          </a:xfrm>
          <a:prstGeom prst="rect">
            <a:avLst/>
          </a:prstGeom>
          <a:solidFill>
            <a:srgbClr val="ED8B0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b="1" dirty="0">
                <a:solidFill>
                  <a:schemeClr val="bg1"/>
                </a:solidFill>
              </a:rPr>
              <a:t>Target client: &lt;Insurance Brokerage Firm #13&gt;</a:t>
            </a:r>
          </a:p>
        </p:txBody>
      </p:sp>
      <p:sp>
        <p:nvSpPr>
          <p:cNvPr id="12" name="Rectangle 11">
            <a:extLst>
              <a:ext uri="{FF2B5EF4-FFF2-40B4-BE49-F238E27FC236}">
                <a16:creationId xmlns:a16="http://schemas.microsoft.com/office/drawing/2014/main" id="{E24D58EB-2843-7AE2-F6EE-469236BD9F35}"/>
              </a:ext>
            </a:extLst>
          </p:cNvPr>
          <p:cNvSpPr/>
          <p:nvPr/>
        </p:nvSpPr>
        <p:spPr bwMode="gray">
          <a:xfrm>
            <a:off x="9555481" y="106318"/>
            <a:ext cx="2505075" cy="334099"/>
          </a:xfrm>
          <a:prstGeom prst="rect">
            <a:avLst/>
          </a:prstGeom>
          <a:solidFill>
            <a:schemeClr val="accent1"/>
          </a:solidFill>
          <a:ln w="19050" algn="ctr">
            <a:noFill/>
            <a:miter lim="800000"/>
            <a:headEnd/>
            <a:tailEnd/>
          </a:ln>
        </p:spPr>
        <p:txBody>
          <a:bodyPr wrap="square" lIns="0" tIns="88900" rIns="0" bIns="88900" rtlCol="0" anchor="ctr"/>
          <a:lstStyle/>
          <a:p>
            <a:pPr algn="ctr">
              <a:lnSpc>
                <a:spcPct val="106000"/>
              </a:lnSpc>
              <a:buFont typeface="Wingdings 2" pitchFamily="18" charset="2"/>
              <a:buNone/>
            </a:pPr>
            <a:r>
              <a:rPr lang="en-US" sz="1400">
                <a:solidFill>
                  <a:schemeClr val="bg1"/>
                </a:solidFill>
              </a:rPr>
              <a:t>Team: Gabe Holtz | Mike Capozzi</a:t>
            </a:r>
          </a:p>
        </p:txBody>
      </p:sp>
      <p:pic>
        <p:nvPicPr>
          <p:cNvPr id="6" name="Picture 3" descr="3 ways Amazon can address its web service data risk – and what others ...">
            <a:extLst>
              <a:ext uri="{FF2B5EF4-FFF2-40B4-BE49-F238E27FC236}">
                <a16:creationId xmlns:a16="http://schemas.microsoft.com/office/drawing/2014/main" id="{7ECE3B79-A90F-D86B-C4B2-C2A48B83BBA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037841" y="4753261"/>
            <a:ext cx="647700" cy="38862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5" descr="Google logo | Logok">
            <a:extLst>
              <a:ext uri="{FF2B5EF4-FFF2-40B4-BE49-F238E27FC236}">
                <a16:creationId xmlns:a16="http://schemas.microsoft.com/office/drawing/2014/main" id="{9883793A-6087-764B-7639-6003025D825F}"/>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a:stretch/>
        </p:blipFill>
        <p:spPr bwMode="auto">
          <a:xfrm>
            <a:off x="2036302" y="5327960"/>
            <a:ext cx="673298" cy="5385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98698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picture containing font, graphics, logo, white&#10;&#10;Description automatically generated">
            <a:extLst>
              <a:ext uri="{FF2B5EF4-FFF2-40B4-BE49-F238E27FC236}">
                <a16:creationId xmlns:a16="http://schemas.microsoft.com/office/drawing/2014/main" id="{DFED6B94-2479-535C-A2D3-5B47830414C9}"/>
              </a:ext>
            </a:extLst>
          </p:cNvPr>
          <p:cNvPicPr>
            <a:picLocks/>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314704" y="4358877"/>
            <a:ext cx="1699870" cy="1106424"/>
          </a:xfrm>
          <a:prstGeom prst="rect">
            <a:avLst/>
          </a:prstGeom>
        </p:spPr>
      </p:pic>
      <p:pic>
        <p:nvPicPr>
          <p:cNvPr id="5" name="Picture 4" descr="A green and white logo&#10;&#10;Description automatically generated with low confidence">
            <a:extLst>
              <a:ext uri="{FF2B5EF4-FFF2-40B4-BE49-F238E27FC236}">
                <a16:creationId xmlns:a16="http://schemas.microsoft.com/office/drawing/2014/main" id="{19FEC269-2391-3CCF-86B5-1551CE0532B9}"/>
              </a:ext>
            </a:extLst>
          </p:cNvPr>
          <p:cNvPicPr>
            <a:picLocks/>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516891" y="5049664"/>
            <a:ext cx="1284695" cy="831273"/>
          </a:xfrm>
          <a:prstGeom prst="rect">
            <a:avLst/>
          </a:prstGeom>
        </p:spPr>
      </p:pic>
      <p:graphicFrame>
        <p:nvGraphicFramePr>
          <p:cNvPr id="115" name="think-cell data - do not delete" hidden="1">
            <a:extLst>
              <a:ext uri="{FF2B5EF4-FFF2-40B4-BE49-F238E27FC236}">
                <a16:creationId xmlns:a16="http://schemas.microsoft.com/office/drawing/2014/main" id="{C2FCB5B3-8446-99F8-E6E9-27C12D2969B4}"/>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95" imgH="394" progId="TCLayout.ActiveDocument.1">
                  <p:embed/>
                </p:oleObj>
              </mc:Choice>
              <mc:Fallback>
                <p:oleObj name="think-cell Slide" r:id="rId6" imgW="395" imgH="394" progId="TCLayout.ActiveDocument.1">
                  <p:embed/>
                  <p:pic>
                    <p:nvPicPr>
                      <p:cNvPr id="115" name="think-cell data - do not delete" hidden="1">
                        <a:extLst>
                          <a:ext uri="{FF2B5EF4-FFF2-40B4-BE49-F238E27FC236}">
                            <a16:creationId xmlns:a16="http://schemas.microsoft.com/office/drawing/2014/main" id="{C2FCB5B3-8446-99F8-E6E9-27C12D2969B4}"/>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2" name="Text Placeholder 1">
            <a:extLst>
              <a:ext uri="{FF2B5EF4-FFF2-40B4-BE49-F238E27FC236}">
                <a16:creationId xmlns:a16="http://schemas.microsoft.com/office/drawing/2014/main" id="{735FE4D4-4716-D56F-6604-53D2192B6AD7}"/>
              </a:ext>
            </a:extLst>
          </p:cNvPr>
          <p:cNvSpPr>
            <a:spLocks noGrp="1"/>
          </p:cNvSpPr>
          <p:nvPr>
            <p:ph type="body" sz="quarter" idx="22"/>
          </p:nvPr>
        </p:nvSpPr>
        <p:spPr/>
        <p:txBody>
          <a:bodyPr/>
          <a:lstStyle/>
          <a:p>
            <a:r>
              <a:rPr lang="en-US"/>
              <a:t>Automate, accelerate and generate 1st version artifacts for earnings and investors (e.g., Earnings transcript, Q&amp;A prep, articles, 10K/10Q)</a:t>
            </a:r>
          </a:p>
        </p:txBody>
      </p:sp>
      <p:sp>
        <p:nvSpPr>
          <p:cNvPr id="3" name="Title 2">
            <a:extLst>
              <a:ext uri="{FF2B5EF4-FFF2-40B4-BE49-F238E27FC236}">
                <a16:creationId xmlns:a16="http://schemas.microsoft.com/office/drawing/2014/main" id="{CA46A0B9-3BE7-8D64-18C1-659ADEDFF908}"/>
              </a:ext>
            </a:extLst>
          </p:cNvPr>
          <p:cNvSpPr>
            <a:spLocks noGrp="1"/>
          </p:cNvSpPr>
          <p:nvPr>
            <p:ph type="title"/>
          </p:nvPr>
        </p:nvSpPr>
        <p:spPr/>
        <p:txBody>
          <a:bodyPr/>
          <a:lstStyle/>
          <a:p>
            <a:r>
              <a:rPr lang="en-US"/>
              <a:t>Proof of Concept | </a:t>
            </a:r>
            <a:r>
              <a:rPr lang="fr-FR" err="1"/>
              <a:t>Investor</a:t>
            </a:r>
            <a:r>
              <a:rPr lang="fr-FR"/>
              <a:t> Relations Analyst Augmentation</a:t>
            </a:r>
            <a:endParaRPr lang="en-US"/>
          </a:p>
        </p:txBody>
      </p:sp>
      <p:sp>
        <p:nvSpPr>
          <p:cNvPr id="23" name="Rectangle 22">
            <a:extLst>
              <a:ext uri="{FF2B5EF4-FFF2-40B4-BE49-F238E27FC236}">
                <a16:creationId xmlns:a16="http://schemas.microsoft.com/office/drawing/2014/main" id="{DFABE56A-E6D4-7A0F-863E-1ED90E1162FA}"/>
              </a:ext>
            </a:extLst>
          </p:cNvPr>
          <p:cNvSpPr/>
          <p:nvPr/>
        </p:nvSpPr>
        <p:spPr bwMode="gray">
          <a:xfrm>
            <a:off x="6112819" y="2933291"/>
            <a:ext cx="3018481" cy="3250038"/>
          </a:xfrm>
          <a:prstGeom prst="rect">
            <a:avLst/>
          </a:prstGeom>
          <a:solidFill>
            <a:srgbClr val="FFFFFF">
              <a:lumMod val="95000"/>
              <a:alpha val="50000"/>
            </a:srgbClr>
          </a:solidFill>
          <a:ln w="19050" algn="ctr">
            <a:noFill/>
            <a:miter lim="800000"/>
            <a:headEnd/>
            <a:tailEnd/>
          </a:ln>
        </p:spPr>
        <p:txBody>
          <a:bodyPr wrap="square" lIns="91440" tIns="91440" rIns="91440" bIns="91440" rtlCol="0" anchor="t">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9525" marR="0" lvl="1" indent="-9525" algn="l" defTabSz="1217613" rtl="0" eaLnBrk="0" fontAlgn="base" latinLnBrk="0" hangingPunct="0">
              <a:lnSpc>
                <a:spcPct val="100000"/>
              </a:lnSpc>
              <a:spcBef>
                <a:spcPct val="0"/>
              </a:spcBef>
              <a:spcAft>
                <a:spcPts val="600"/>
              </a:spcAft>
              <a:buClrTx/>
              <a:buSzTx/>
              <a:buFontTx/>
              <a:buNone/>
              <a:tabLst/>
              <a:defRPr/>
            </a:pPr>
            <a:r>
              <a:rPr kumimoji="0" lang="en-GB" sz="1500" b="1" i="0" u="none" strike="noStrike" kern="1200" cap="none" spc="0" normalizeH="0" baseline="0" noProof="0">
                <a:ln>
                  <a:noFill/>
                </a:ln>
                <a:solidFill>
                  <a:schemeClr val="accent5"/>
                </a:solidFill>
                <a:effectLst/>
                <a:uLnTx/>
                <a:uFillTx/>
                <a:latin typeface="Open Sans"/>
                <a:ea typeface="Open Sans" panose="020B0606030504020204" pitchFamily="34" charset="0"/>
                <a:cs typeface="Open Sans" panose="020B0606030504020204" pitchFamily="34" charset="0"/>
              </a:rPr>
              <a:t>Solution Approach</a:t>
            </a:r>
            <a:endParaRPr kumimoji="0" lang="en-US" sz="1500" b="0" i="0" u="none" strike="noStrike" kern="1200" cap="none" spc="0" normalizeH="0" baseline="0" noProof="0">
              <a:ln>
                <a:noFill/>
              </a:ln>
              <a:solidFill>
                <a:schemeClr val="accent5"/>
              </a:solidFill>
              <a:effectLst/>
              <a:uLnTx/>
              <a:uFillTx/>
              <a:latin typeface="Open Sans"/>
              <a:ea typeface="Open Sans" panose="020B0606030504020204" pitchFamily="34" charset="0"/>
              <a:cs typeface="Open Sans" panose="020B0606030504020204" pitchFamily="34" charset="0"/>
            </a:endParaRPr>
          </a:p>
          <a:p>
            <a:pPr marL="171450" marR="0" lvl="1" indent="-171450" algn="l" defTabSz="1217613" rtl="0" eaLnBrk="0" fontAlgn="base" latinLnBrk="0" hangingPunct="0">
              <a:lnSpc>
                <a:spcPct val="100000"/>
              </a:lnSpc>
              <a:spcBef>
                <a:spcPct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a:ln>
                  <a:noFill/>
                </a:ln>
                <a:effectLst/>
                <a:uLnTx/>
                <a:uFillTx/>
                <a:latin typeface="Open Sans"/>
                <a:ea typeface="Open Sans" panose="020B0606030504020204" pitchFamily="34" charset="0"/>
                <a:cs typeface="Open Sans" panose="020B0606030504020204" pitchFamily="34" charset="0"/>
              </a:rPr>
              <a:t>The T-5 model facilitates the generation of articles based on key facts and figure provided </a:t>
            </a:r>
          </a:p>
          <a:p>
            <a:pPr marL="171450" marR="0" lvl="1" indent="-171450" algn="l" defTabSz="1217613" rtl="0" eaLnBrk="0" fontAlgn="base" latinLnBrk="0" hangingPunct="0">
              <a:lnSpc>
                <a:spcPct val="100000"/>
              </a:lnSpc>
              <a:spcBef>
                <a:spcPct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a:ln>
                  <a:noFill/>
                </a:ln>
                <a:effectLst/>
                <a:uLnTx/>
                <a:uFillTx/>
                <a:latin typeface="Open Sans"/>
                <a:ea typeface="Open Sans" panose="020B0606030504020204" pitchFamily="34" charset="0"/>
                <a:cs typeface="Open Sans" panose="020B0606030504020204" pitchFamily="34" charset="0"/>
              </a:rPr>
              <a:t>The model further provides top X number of processed and filtered articles for POC based on rough L-Score</a:t>
            </a:r>
          </a:p>
          <a:p>
            <a:pPr marL="171450" marR="0" lvl="1" indent="-171450" algn="l" defTabSz="1217613" rtl="0" eaLnBrk="0" fontAlgn="base" latinLnBrk="0" hangingPunct="0">
              <a:lnSpc>
                <a:spcPct val="100000"/>
              </a:lnSpc>
              <a:spcBef>
                <a:spcPct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a:ln>
                  <a:noFill/>
                </a:ln>
                <a:effectLst/>
                <a:uLnTx/>
                <a:uFillTx/>
                <a:latin typeface="Open Sans"/>
                <a:ea typeface="Open Sans" panose="020B0606030504020204" pitchFamily="34" charset="0"/>
                <a:cs typeface="Open Sans" panose="020B0606030504020204" pitchFamily="34" charset="0"/>
              </a:rPr>
              <a:t>The model is fine tuned to generate articles for further investor communication</a:t>
            </a:r>
          </a:p>
          <a:p>
            <a:pPr marL="171450" marR="0" lvl="1" indent="-171450" algn="l" defTabSz="1217613" rtl="0" eaLnBrk="0" fontAlgn="base" latinLnBrk="0" hangingPunct="0">
              <a:lnSpc>
                <a:spcPct val="100000"/>
              </a:lnSpc>
              <a:spcBef>
                <a:spcPct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a:ln>
                  <a:noFill/>
                </a:ln>
                <a:effectLst/>
                <a:uLnTx/>
                <a:uFillTx/>
                <a:latin typeface="Open Sans"/>
                <a:ea typeface="Open Sans" panose="020B0606030504020204" pitchFamily="34" charset="0"/>
                <a:cs typeface="Open Sans" panose="020B0606030504020204" pitchFamily="34" charset="0"/>
              </a:rPr>
              <a:t>As next steps, manual amendments can be made to the output generated by OpenAI LLM model </a:t>
            </a:r>
          </a:p>
          <a:p>
            <a:pPr marL="171450" marR="0" lvl="1" indent="-171450" algn="l" defTabSz="1217613" rtl="0" eaLnBrk="0" fontAlgn="base" latinLnBrk="0" hangingPunct="0">
              <a:lnSpc>
                <a:spcPct val="100000"/>
              </a:lnSpc>
              <a:spcBef>
                <a:spcPct val="0"/>
              </a:spcBef>
              <a:spcAft>
                <a:spcPts val="600"/>
              </a:spcAft>
              <a:buClrTx/>
              <a:buSzTx/>
              <a:buFont typeface="Arial" panose="020B0604020202020204" pitchFamily="34" charset="0"/>
              <a:buChar char="•"/>
              <a:tabLst/>
              <a:defRPr/>
            </a:pPr>
            <a:endParaRPr kumimoji="0" lang="en-US" sz="1100" b="0" i="0" u="none" strike="noStrike" kern="1200" cap="none" spc="0" normalizeH="0" baseline="0" noProof="0">
              <a:ln>
                <a:noFill/>
              </a:ln>
              <a:effectLst/>
              <a:uLnTx/>
              <a:uFillTx/>
              <a:latin typeface="Open Sans"/>
              <a:ea typeface="Open Sans" panose="020B0606030504020204" pitchFamily="34" charset="0"/>
              <a:cs typeface="Open Sans" panose="020B0606030504020204" pitchFamily="34" charset="0"/>
            </a:endParaRPr>
          </a:p>
        </p:txBody>
      </p:sp>
      <p:sp>
        <p:nvSpPr>
          <p:cNvPr id="24" name="Rectangle 23">
            <a:extLst>
              <a:ext uri="{FF2B5EF4-FFF2-40B4-BE49-F238E27FC236}">
                <a16:creationId xmlns:a16="http://schemas.microsoft.com/office/drawing/2014/main" id="{6737D673-B84D-7246-637F-A2B1AEDF5A14}"/>
              </a:ext>
            </a:extLst>
          </p:cNvPr>
          <p:cNvSpPr/>
          <p:nvPr/>
        </p:nvSpPr>
        <p:spPr bwMode="gray">
          <a:xfrm>
            <a:off x="3350039" y="1403039"/>
            <a:ext cx="5500082" cy="1333698"/>
          </a:xfrm>
          <a:prstGeom prst="rect">
            <a:avLst/>
          </a:prstGeom>
          <a:noFill/>
          <a:ln w="19050" algn="ctr">
            <a:noFill/>
            <a:miter lim="800000"/>
            <a:headEnd/>
            <a:tailEnd/>
          </a:ln>
        </p:spPr>
        <p:txBody>
          <a:bodyPr wrap="square" lIns="0" tIns="0" rIns="0" bIns="9144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9525" marR="0" lvl="1" indent="-9525" algn="l" defTabSz="1217613" rtl="0" eaLnBrk="0" fontAlgn="base" latinLnBrk="0" hangingPunct="0">
              <a:lnSpc>
                <a:spcPct val="100000"/>
              </a:lnSpc>
              <a:spcBef>
                <a:spcPct val="0"/>
              </a:spcBef>
              <a:spcAft>
                <a:spcPts val="600"/>
              </a:spcAft>
              <a:buClrTx/>
              <a:buSzTx/>
              <a:buFontTx/>
              <a:buNone/>
              <a:tabLst/>
              <a:defRPr/>
            </a:pPr>
            <a:r>
              <a:rPr kumimoji="0" lang="en-GB" sz="1500" b="1" i="0" u="none" strike="noStrike" kern="1200" cap="none" spc="0" normalizeH="0" baseline="0" noProof="0">
                <a:ln>
                  <a:noFill/>
                </a:ln>
                <a:solidFill>
                  <a:schemeClr val="accent5"/>
                </a:solidFill>
                <a:effectLst/>
                <a:uLnTx/>
                <a:uFillTx/>
                <a:latin typeface="Open Sans"/>
                <a:ea typeface="Open Sans" panose="020B0606030504020204" pitchFamily="34" charset="0"/>
                <a:cs typeface="Open Sans" panose="020B0606030504020204" pitchFamily="34" charset="0"/>
              </a:rPr>
              <a:t>Situation</a:t>
            </a:r>
            <a:endParaRPr kumimoji="0" lang="en-US" sz="1500" b="0" i="0" u="none" strike="noStrike" kern="1200" cap="none" spc="0" normalizeH="0" baseline="0" noProof="0">
              <a:ln>
                <a:noFill/>
              </a:ln>
              <a:solidFill>
                <a:schemeClr val="accent5"/>
              </a:solidFill>
              <a:effectLst/>
              <a:uLnTx/>
              <a:uFillTx/>
              <a:latin typeface="Open Sans"/>
              <a:ea typeface="Open Sans" panose="020B0606030504020204" pitchFamily="34" charset="0"/>
              <a:cs typeface="Open Sans" panose="020B0606030504020204" pitchFamily="34" charset="0"/>
            </a:endParaRPr>
          </a:p>
          <a:p>
            <a:pPr marL="171450" lvl="1" indent="-171450" defTabSz="1217613" eaLnBrk="0" fontAlgn="base" hangingPunct="0">
              <a:spcAft>
                <a:spcPts val="600"/>
              </a:spcAft>
              <a:buFont typeface="Arial" panose="020B0604020202020204" pitchFamily="34" charset="0"/>
              <a:buChar char="•"/>
              <a:defRPr/>
            </a:pPr>
            <a:r>
              <a:rPr lang="en-US" sz="1100">
                <a:latin typeface="Open Sans"/>
                <a:ea typeface="Open Sans" panose="020B0606030504020204" pitchFamily="34" charset="0"/>
                <a:cs typeface="Open Sans" panose="020B0606030504020204" pitchFamily="34" charset="0"/>
              </a:rPr>
              <a:t>Investor relations (IR) can be complex and time-consuming, with high expectations and difficult stakeholders</a:t>
            </a:r>
          </a:p>
          <a:p>
            <a:pPr marL="171450" lvl="1" indent="-171450" defTabSz="1217613" eaLnBrk="0" fontAlgn="base" hangingPunct="0">
              <a:spcAft>
                <a:spcPts val="600"/>
              </a:spcAft>
              <a:buFont typeface="Arial" panose="020B0604020202020204" pitchFamily="34" charset="0"/>
              <a:buChar char="•"/>
              <a:defRPr/>
            </a:pPr>
            <a:r>
              <a:rPr lang="en-US" sz="1100">
                <a:latin typeface="Open Sans"/>
                <a:ea typeface="Open Sans" panose="020B0606030504020204" pitchFamily="34" charset="0"/>
                <a:cs typeface="Open Sans" panose="020B0606030504020204" pitchFamily="34" charset="0"/>
              </a:rPr>
              <a:t>Many core investor relations activities fall within a short time frame, making automation very valuable</a:t>
            </a:r>
          </a:p>
          <a:p>
            <a:pPr marL="171450" lvl="1" indent="-171450" defTabSz="1217613" eaLnBrk="0" fontAlgn="base" hangingPunct="0">
              <a:spcAft>
                <a:spcPts val="600"/>
              </a:spcAft>
              <a:buFont typeface="Arial" panose="020B0604020202020204" pitchFamily="34" charset="0"/>
              <a:buChar char="•"/>
              <a:defRPr/>
            </a:pPr>
            <a:r>
              <a:rPr lang="en-US" sz="1100">
                <a:latin typeface="Open Sans"/>
                <a:ea typeface="Open Sans" panose="020B0606030504020204" pitchFamily="34" charset="0"/>
                <a:cs typeface="Open Sans" panose="020B0606030504020204" pitchFamily="34" charset="0"/>
              </a:rPr>
              <a:t>Earnings calls and the associated materials are a critical interaction between the company and its investors </a:t>
            </a:r>
          </a:p>
        </p:txBody>
      </p:sp>
      <p:sp>
        <p:nvSpPr>
          <p:cNvPr id="25" name="Rectangle 24">
            <a:extLst>
              <a:ext uri="{FF2B5EF4-FFF2-40B4-BE49-F238E27FC236}">
                <a16:creationId xmlns:a16="http://schemas.microsoft.com/office/drawing/2014/main" id="{5018FA1B-BF24-C81F-38EB-4997297F366D}"/>
              </a:ext>
            </a:extLst>
          </p:cNvPr>
          <p:cNvSpPr/>
          <p:nvPr/>
        </p:nvSpPr>
        <p:spPr bwMode="gray">
          <a:xfrm>
            <a:off x="498515" y="1390338"/>
            <a:ext cx="2627615" cy="3016989"/>
          </a:xfrm>
          <a:prstGeom prst="rect">
            <a:avLst/>
          </a:prstGeom>
          <a:solidFill>
            <a:srgbClr val="F9F9F9"/>
          </a:solidFill>
          <a:ln w="19050" algn="ctr">
            <a:noFill/>
            <a:miter lim="800000"/>
            <a:headEnd/>
            <a:tailEnd/>
          </a:ln>
        </p:spPr>
        <p:txBody>
          <a:bodyPr wrap="square" lIns="91440" tIns="91440" rIns="91440" bIns="91440" rtlCol="0" anchor="t">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9525" marR="0" lvl="1" indent="-9525" algn="l" defTabSz="1217613" rtl="0" eaLnBrk="0" fontAlgn="base" latinLnBrk="0" hangingPunct="0">
              <a:lnSpc>
                <a:spcPct val="100000"/>
              </a:lnSpc>
              <a:spcBef>
                <a:spcPct val="0"/>
              </a:spcBef>
              <a:spcAft>
                <a:spcPts val="600"/>
              </a:spcAft>
              <a:buClrTx/>
              <a:buSzTx/>
              <a:buFontTx/>
              <a:buNone/>
              <a:tabLst/>
              <a:defRPr/>
            </a:pPr>
            <a:endParaRPr kumimoji="0" lang="en-GB" sz="1100" b="0" i="0" u="none" strike="noStrike" kern="1200" cap="none" spc="0" normalizeH="0" baseline="0" noProof="0">
              <a:ln>
                <a:noFill/>
              </a:ln>
              <a:solidFill>
                <a:srgbClr val="000000"/>
              </a:solidFill>
              <a:effectLst/>
              <a:uLnTx/>
              <a:uFillTx/>
              <a:latin typeface="Open Sans"/>
              <a:ea typeface="Open Sans" panose="020B0606030504020204" pitchFamily="34" charset="0"/>
              <a:cs typeface="Open Sans" panose="020B0606030504020204" pitchFamily="34" charset="0"/>
            </a:endParaRPr>
          </a:p>
        </p:txBody>
      </p:sp>
      <p:cxnSp>
        <p:nvCxnSpPr>
          <p:cNvPr id="26" name="Straight Connector 25">
            <a:extLst>
              <a:ext uri="{FF2B5EF4-FFF2-40B4-BE49-F238E27FC236}">
                <a16:creationId xmlns:a16="http://schemas.microsoft.com/office/drawing/2014/main" id="{157FA967-469C-8DDD-B43F-FB66273132B3}"/>
              </a:ext>
            </a:extLst>
          </p:cNvPr>
          <p:cNvCxnSpPr/>
          <p:nvPr/>
        </p:nvCxnSpPr>
        <p:spPr>
          <a:xfrm>
            <a:off x="3126130" y="1403039"/>
            <a:ext cx="0" cy="4800600"/>
          </a:xfrm>
          <a:prstGeom prst="line">
            <a:avLst/>
          </a:prstGeom>
          <a:ln w="12700" cap="rnd">
            <a:solidFill>
              <a:schemeClr val="accent1"/>
            </a:solidFill>
          </a:ln>
        </p:spPr>
        <p:style>
          <a:lnRef idx="1">
            <a:schemeClr val="accent1"/>
          </a:lnRef>
          <a:fillRef idx="0">
            <a:schemeClr val="accent1"/>
          </a:fillRef>
          <a:effectRef idx="0">
            <a:schemeClr val="accent1"/>
          </a:effectRef>
          <a:fontRef idx="minor">
            <a:schemeClr val="tx1"/>
          </a:fontRef>
        </p:style>
      </p:cxnSp>
      <p:sp>
        <p:nvSpPr>
          <p:cNvPr id="27" name="Text Placeholder 3">
            <a:extLst>
              <a:ext uri="{FF2B5EF4-FFF2-40B4-BE49-F238E27FC236}">
                <a16:creationId xmlns:a16="http://schemas.microsoft.com/office/drawing/2014/main" id="{87C7230F-23AA-52B0-AA01-A68B5DD51289}"/>
              </a:ext>
            </a:extLst>
          </p:cNvPr>
          <p:cNvSpPr txBox="1">
            <a:spLocks/>
          </p:cNvSpPr>
          <p:nvPr/>
        </p:nvSpPr>
        <p:spPr>
          <a:xfrm>
            <a:off x="617840" y="2294267"/>
            <a:ext cx="2376944" cy="2015936"/>
          </a:xfrm>
          <a:prstGeom prst="rect">
            <a:avLst/>
          </a:prstGeom>
        </p:spPr>
        <p:txBody>
          <a:bodyPr wrap="square" lIns="0" tIns="91440" rIns="0" bIns="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9525" marR="0" lvl="1" indent="-9525" algn="l" defTabSz="1217613" rtl="0" eaLnBrk="0" fontAlgn="base" latinLnBrk="0" hangingPunct="0">
              <a:lnSpc>
                <a:spcPct val="100000"/>
              </a:lnSpc>
              <a:spcBef>
                <a:spcPct val="0"/>
              </a:spcBef>
              <a:spcAft>
                <a:spcPts val="600"/>
              </a:spcAft>
              <a:buClrTx/>
              <a:buSzPct val="100000"/>
              <a:buFont typeface="Arial" panose="020B0604020202020204" pitchFamily="34" charset="0"/>
              <a:buNone/>
              <a:tabLst/>
              <a:defRPr/>
            </a:pPr>
            <a:r>
              <a:rPr kumimoji="0" lang="en-US" sz="1500" b="1" i="0" u="none" strike="noStrike" kern="1200" cap="none" spc="0" normalizeH="0" baseline="0" noProof="0">
                <a:ln>
                  <a:noFill/>
                </a:ln>
                <a:solidFill>
                  <a:schemeClr val="accent5"/>
                </a:solidFill>
                <a:effectLst/>
                <a:uLnTx/>
                <a:uFillTx/>
                <a:latin typeface="Open Sans"/>
                <a:ea typeface="Open Sans" panose="020B0606030504020204" pitchFamily="34" charset="0"/>
                <a:cs typeface="Open Sans" panose="020B0606030504020204" pitchFamily="34" charset="0"/>
              </a:rPr>
              <a:t>Industries:</a:t>
            </a:r>
          </a:p>
          <a:p>
            <a:pPr marL="171450" marR="0" lvl="1" indent="-171450" algn="l" defTabSz="1217613" rtl="0" eaLnBrk="0" fontAlgn="base" latinLnBrk="0" hangingPunct="0">
              <a:lnSpc>
                <a:spcPct val="100000"/>
              </a:lnSpc>
              <a:spcBef>
                <a:spcPct val="0"/>
              </a:spcBef>
              <a:spcAft>
                <a:spcPts val="600"/>
              </a:spcAft>
              <a:buClrTx/>
              <a:buSzPct val="100000"/>
              <a:buFont typeface="Arial" panose="020B0604020202020204" pitchFamily="34" charset="0"/>
              <a:buChar char="•"/>
              <a:tabLst/>
              <a:defRPr/>
            </a:pPr>
            <a:r>
              <a:rPr kumimoji="0" lang="en-US" sz="1100" b="0" i="0" u="none" strike="noStrike" kern="1200" cap="none" spc="0" normalizeH="0" baseline="0" noProof="0">
                <a:ln>
                  <a:noFill/>
                </a:ln>
                <a:solidFill>
                  <a:prstClr val="black"/>
                </a:solidFill>
                <a:effectLst/>
                <a:uLnTx/>
                <a:uFillTx/>
                <a:latin typeface="Open Sans"/>
                <a:ea typeface="Open Sans" panose="020B0606030504020204" pitchFamily="34" charset="0"/>
                <a:cs typeface="Open Sans" panose="020B0606030504020204" pitchFamily="34" charset="0"/>
              </a:rPr>
              <a:t>Life Sciences and Healthcare</a:t>
            </a:r>
          </a:p>
          <a:p>
            <a:pPr marL="171450" marR="0" lvl="1" indent="-171450" algn="l" defTabSz="1217613" rtl="0" eaLnBrk="0" fontAlgn="base" latinLnBrk="0" hangingPunct="0">
              <a:lnSpc>
                <a:spcPct val="100000"/>
              </a:lnSpc>
              <a:spcBef>
                <a:spcPct val="0"/>
              </a:spcBef>
              <a:spcAft>
                <a:spcPts val="600"/>
              </a:spcAft>
              <a:buClrTx/>
              <a:buSzPct val="100000"/>
              <a:buFont typeface="Arial" panose="020B0604020202020204" pitchFamily="34" charset="0"/>
              <a:buChar char="•"/>
              <a:tabLst/>
              <a:defRPr/>
            </a:pPr>
            <a:r>
              <a:rPr kumimoji="0" lang="en-US" sz="1100" b="0" i="0" u="none" strike="noStrike" kern="1200" cap="none" spc="0" normalizeH="0" baseline="0" noProof="0">
                <a:ln>
                  <a:noFill/>
                </a:ln>
                <a:solidFill>
                  <a:prstClr val="black"/>
                </a:solidFill>
                <a:effectLst/>
                <a:uLnTx/>
                <a:uFillTx/>
                <a:latin typeface="Open Sans"/>
                <a:ea typeface="Open Sans" panose="020B0606030504020204" pitchFamily="34" charset="0"/>
                <a:cs typeface="Open Sans" panose="020B0606030504020204" pitchFamily="34" charset="0"/>
              </a:rPr>
              <a:t>Financial Services and Insurance</a:t>
            </a:r>
          </a:p>
          <a:p>
            <a:pPr marL="171450" marR="0" lvl="1" indent="-171450" algn="l" defTabSz="1217613" rtl="0" eaLnBrk="0" fontAlgn="base" latinLnBrk="0" hangingPunct="0">
              <a:lnSpc>
                <a:spcPct val="100000"/>
              </a:lnSpc>
              <a:spcBef>
                <a:spcPct val="0"/>
              </a:spcBef>
              <a:spcAft>
                <a:spcPts val="600"/>
              </a:spcAft>
              <a:buClrTx/>
              <a:buSzPct val="100000"/>
              <a:buFont typeface="Arial" panose="020B0604020202020204" pitchFamily="34" charset="0"/>
              <a:buChar char="•"/>
              <a:tabLst/>
              <a:defRPr/>
            </a:pPr>
            <a:r>
              <a:rPr kumimoji="0" lang="en-US" sz="1100" b="0" i="0" u="none" strike="noStrike" kern="1200" cap="none" spc="0" normalizeH="0" baseline="0" noProof="0">
                <a:ln>
                  <a:noFill/>
                </a:ln>
                <a:solidFill>
                  <a:prstClr val="black"/>
                </a:solidFill>
                <a:effectLst/>
                <a:uLnTx/>
                <a:uFillTx/>
                <a:latin typeface="Open Sans"/>
                <a:ea typeface="Open Sans" panose="020B0606030504020204" pitchFamily="34" charset="0"/>
                <a:cs typeface="Open Sans" panose="020B0606030504020204" pitchFamily="34" charset="0"/>
              </a:rPr>
              <a:t>Tech, Media, and Telecom</a:t>
            </a:r>
          </a:p>
          <a:p>
            <a:pPr marL="171450" marR="0" lvl="1" indent="-171450" algn="l" defTabSz="1217613" rtl="0" eaLnBrk="0" fontAlgn="base" latinLnBrk="0" hangingPunct="0">
              <a:lnSpc>
                <a:spcPct val="100000"/>
              </a:lnSpc>
              <a:spcBef>
                <a:spcPct val="0"/>
              </a:spcBef>
              <a:spcAft>
                <a:spcPts val="600"/>
              </a:spcAft>
              <a:buClrTx/>
              <a:buSzPct val="100000"/>
              <a:buFont typeface="Arial" panose="020B0604020202020204" pitchFamily="34" charset="0"/>
              <a:buChar char="•"/>
              <a:tabLst/>
              <a:defRPr/>
            </a:pPr>
            <a:r>
              <a:rPr kumimoji="0" lang="en-US" sz="1100" b="0" i="0" u="none" strike="noStrike" kern="1200" cap="none" spc="0" normalizeH="0" baseline="0" noProof="0">
                <a:ln>
                  <a:noFill/>
                </a:ln>
                <a:solidFill>
                  <a:prstClr val="black"/>
                </a:solidFill>
                <a:effectLst/>
                <a:uLnTx/>
                <a:uFillTx/>
                <a:latin typeface="Open Sans"/>
                <a:ea typeface="Open Sans" panose="020B0606030504020204" pitchFamily="34" charset="0"/>
                <a:cs typeface="Open Sans" panose="020B0606030504020204" pitchFamily="34" charset="0"/>
              </a:rPr>
              <a:t>Energy, Resources, and Industrials</a:t>
            </a:r>
          </a:p>
          <a:p>
            <a:pPr marL="171450" marR="0" lvl="1" indent="-171450" algn="l" defTabSz="1217613" rtl="0" eaLnBrk="0" fontAlgn="base" latinLnBrk="0" hangingPunct="0">
              <a:lnSpc>
                <a:spcPct val="100000"/>
              </a:lnSpc>
              <a:spcBef>
                <a:spcPct val="0"/>
              </a:spcBef>
              <a:spcAft>
                <a:spcPts val="600"/>
              </a:spcAft>
              <a:buClrTx/>
              <a:buSzPct val="100000"/>
              <a:buFont typeface="Arial" panose="020B0604020202020204" pitchFamily="34" charset="0"/>
              <a:buChar char="•"/>
              <a:tabLst/>
              <a:defRPr/>
            </a:pPr>
            <a:r>
              <a:rPr kumimoji="0" lang="en-US" sz="1100" b="0" i="0" u="none" strike="noStrike" kern="1200" cap="none" spc="0" normalizeH="0" baseline="0" noProof="0">
                <a:ln>
                  <a:noFill/>
                </a:ln>
                <a:solidFill>
                  <a:prstClr val="black"/>
                </a:solidFill>
                <a:effectLst/>
                <a:uLnTx/>
                <a:uFillTx/>
                <a:latin typeface="Open Sans"/>
                <a:ea typeface="Open Sans" panose="020B0606030504020204" pitchFamily="34" charset="0"/>
                <a:cs typeface="Open Sans" panose="020B0606030504020204" pitchFamily="34" charset="0"/>
              </a:rPr>
              <a:t>Consumer</a:t>
            </a:r>
          </a:p>
          <a:p>
            <a:pPr marL="0" marR="0" lvl="1" indent="0" algn="l" defTabSz="914400" rtl="0" eaLnBrk="1" fontAlgn="base" latinLnBrk="0" hangingPunct="1">
              <a:lnSpc>
                <a:spcPct val="100000"/>
              </a:lnSpc>
              <a:spcBef>
                <a:spcPct val="0"/>
              </a:spcBef>
              <a:spcAft>
                <a:spcPts val="1338"/>
              </a:spcAft>
              <a:buClrTx/>
              <a:buSzPct val="100000"/>
              <a:buFont typeface="Arial" panose="020B0604020202020204" pitchFamily="34" charset="0"/>
              <a:buNone/>
              <a:tabLst/>
              <a:defRPr/>
            </a:pPr>
            <a:endParaRPr kumimoji="0" lang="en-US" sz="1400" b="0" i="0" u="none" strike="noStrike" kern="1200" cap="none" spc="0" normalizeH="0" baseline="0" noProof="0">
              <a:ln>
                <a:noFill/>
              </a:ln>
              <a:solidFill>
                <a:srgbClr val="FF0000"/>
              </a:solidFill>
              <a:effectLst/>
              <a:uLnTx/>
              <a:uFillTx/>
              <a:latin typeface="Open Sans"/>
              <a:ea typeface="Open Sans" panose="020B0606030504020204" pitchFamily="34" charset="0"/>
              <a:cs typeface="Open Sans" panose="020B0606030504020204" pitchFamily="34" charset="0"/>
            </a:endParaRPr>
          </a:p>
        </p:txBody>
      </p:sp>
      <p:sp>
        <p:nvSpPr>
          <p:cNvPr id="33" name="Text Placeholder 3">
            <a:extLst>
              <a:ext uri="{FF2B5EF4-FFF2-40B4-BE49-F238E27FC236}">
                <a16:creationId xmlns:a16="http://schemas.microsoft.com/office/drawing/2014/main" id="{C147A7C6-0D93-8377-1945-2A49F8F5DEE4}"/>
              </a:ext>
            </a:extLst>
          </p:cNvPr>
          <p:cNvSpPr txBox="1">
            <a:spLocks/>
          </p:cNvSpPr>
          <p:nvPr/>
        </p:nvSpPr>
        <p:spPr>
          <a:xfrm>
            <a:off x="617840" y="4499652"/>
            <a:ext cx="2376944" cy="153888"/>
          </a:xfrm>
          <a:prstGeom prst="rect">
            <a:avLst/>
          </a:prstGeom>
        </p:spPr>
        <p:txBody>
          <a:bodyPr wrap="square" lIns="0" tIns="0" rIns="0" bIns="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9525" marR="0" lvl="1" indent="-9525" algn="l" defTabSz="1217613" rtl="0" eaLnBrk="0" fontAlgn="base" latinLnBrk="0" hangingPunct="0">
              <a:lnSpc>
                <a:spcPct val="100000"/>
              </a:lnSpc>
              <a:spcBef>
                <a:spcPts val="0"/>
              </a:spcBef>
              <a:spcAft>
                <a:spcPts val="0"/>
              </a:spcAft>
              <a:buClrTx/>
              <a:buSzPct val="100000"/>
              <a:buFont typeface="Arial" panose="020B0604020202020204" pitchFamily="34" charset="0"/>
              <a:buNone/>
              <a:tabLst/>
              <a:defRPr/>
            </a:pPr>
            <a:r>
              <a:rPr kumimoji="0" lang="en-GB" sz="1000" b="1" i="0" u="none" strike="noStrike" kern="1200" cap="none" spc="100" normalizeH="0" baseline="0" noProof="0">
                <a:ln>
                  <a:noFill/>
                </a:ln>
                <a:solidFill>
                  <a:schemeClr val="accent5"/>
                </a:solidFill>
                <a:effectLst/>
                <a:uLnTx/>
                <a:uFillTx/>
                <a:latin typeface="Open Sans"/>
                <a:ea typeface="Open Sans" panose="020B0606030504020204" pitchFamily="34" charset="0"/>
                <a:cs typeface="Open Sans" panose="020B0606030504020204" pitchFamily="34" charset="0"/>
              </a:rPr>
              <a:t>Model:</a:t>
            </a:r>
          </a:p>
        </p:txBody>
      </p:sp>
      <p:sp>
        <p:nvSpPr>
          <p:cNvPr id="39" name="Rectangle 38">
            <a:extLst>
              <a:ext uri="{FF2B5EF4-FFF2-40B4-BE49-F238E27FC236}">
                <a16:creationId xmlns:a16="http://schemas.microsoft.com/office/drawing/2014/main" id="{1C86D75F-0C59-9420-2697-B77B60CA8315}"/>
              </a:ext>
            </a:extLst>
          </p:cNvPr>
          <p:cNvSpPr/>
          <p:nvPr/>
        </p:nvSpPr>
        <p:spPr bwMode="gray">
          <a:xfrm>
            <a:off x="9189093" y="1555465"/>
            <a:ext cx="2627615" cy="4627864"/>
          </a:xfrm>
          <a:prstGeom prst="rect">
            <a:avLst/>
          </a:prstGeom>
          <a:solidFill>
            <a:srgbClr val="FFFFFF">
              <a:lumMod val="95000"/>
              <a:alpha val="50000"/>
            </a:srgbClr>
          </a:solidFill>
          <a:ln w="19050" algn="ctr">
            <a:noFill/>
            <a:miter lim="800000"/>
            <a:headEnd/>
            <a:tailEnd/>
          </a:ln>
        </p:spPr>
        <p:txBody>
          <a:bodyPr wrap="square" lIns="91440" tIns="91440" rIns="91440" bIns="9144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9525" marR="0" lvl="1" indent="-9525" algn="ctr" defTabSz="1217613" rtl="0" eaLnBrk="0" fontAlgn="base" latinLnBrk="0" hangingPunct="0">
              <a:lnSpc>
                <a:spcPct val="100000"/>
              </a:lnSpc>
              <a:spcBef>
                <a:spcPct val="0"/>
              </a:spcBef>
              <a:spcAft>
                <a:spcPts val="600"/>
              </a:spcAft>
              <a:buClrTx/>
              <a:buSzTx/>
              <a:buFontTx/>
              <a:buNone/>
              <a:tabLst/>
              <a:defRPr/>
            </a:pPr>
            <a:r>
              <a:rPr kumimoji="0" lang="en-GB" sz="1500" b="1" i="0" u="none" strike="noStrike" kern="1200" cap="none" spc="0" normalizeH="0" baseline="0" noProof="0">
                <a:ln>
                  <a:noFill/>
                </a:ln>
                <a:solidFill>
                  <a:schemeClr val="accent5"/>
                </a:solidFill>
                <a:effectLst/>
                <a:uLnTx/>
                <a:uFillTx/>
                <a:latin typeface="Open Sans"/>
                <a:ea typeface="Open Sans" panose="020B0606030504020204" pitchFamily="34" charset="0"/>
                <a:cs typeface="Open Sans" panose="020B0606030504020204" pitchFamily="34" charset="0"/>
              </a:rPr>
              <a:t>Potential Benefits</a:t>
            </a:r>
          </a:p>
          <a:p>
            <a:pPr marL="9525" marR="0" lvl="1" indent="-9525" algn="ctr" defTabSz="1217613" rtl="0" eaLnBrk="0" fontAlgn="base" latinLnBrk="0" hangingPunct="0">
              <a:lnSpc>
                <a:spcPct val="100000"/>
              </a:lnSpc>
              <a:spcBef>
                <a:spcPct val="0"/>
              </a:spcBef>
              <a:spcAft>
                <a:spcPts val="600"/>
              </a:spcAft>
              <a:buClrTx/>
              <a:buSzTx/>
              <a:buFontTx/>
              <a:buNone/>
              <a:tabLst/>
              <a:defRPr/>
            </a:pPr>
            <a:endParaRPr kumimoji="0" lang="en-GB" sz="700" b="1" i="0" u="none" strike="noStrike" kern="1200" cap="none" spc="0" normalizeH="0" baseline="0" noProof="0">
              <a:ln>
                <a:noFill/>
              </a:ln>
              <a:solidFill>
                <a:srgbClr val="86BC25"/>
              </a:solidFill>
              <a:effectLst/>
              <a:uLnTx/>
              <a:uFillTx/>
              <a:latin typeface="Open Sans"/>
              <a:ea typeface="Open Sans" panose="020B0606030504020204" pitchFamily="34" charset="0"/>
              <a:cs typeface="Open Sans" panose="020B0606030504020204" pitchFamily="34" charset="0"/>
            </a:endParaRPr>
          </a:p>
          <a:p>
            <a:pPr marL="171450" marR="0" lvl="0" indent="-171450" algn="l" defTabSz="914400" rtl="0" eaLnBrk="1" fontAlgn="auto" latinLnBrk="0" hangingPunct="1">
              <a:lnSpc>
                <a:spcPct val="100000"/>
              </a:lnSpc>
              <a:spcBef>
                <a:spcPts val="200"/>
              </a:spcBef>
              <a:spcAft>
                <a:spcPts val="0"/>
              </a:spcAft>
              <a:buClrTx/>
              <a:buSzPct val="100000"/>
              <a:buFont typeface="Arial" panose="020B0604020202020204" pitchFamily="34" charset="0"/>
              <a:buChar char="•"/>
              <a:tabLst/>
              <a:defRPr/>
            </a:pPr>
            <a:r>
              <a:rPr kumimoji="0" lang="en-US" sz="1100" b="1" i="0" u="none" strike="noStrike" kern="1200" cap="none" spc="0" normalizeH="0" baseline="0" noProof="0">
                <a:ln>
                  <a:noFill/>
                </a:ln>
                <a:effectLst/>
                <a:uLnTx/>
                <a:uFillTx/>
                <a:latin typeface="Open Sans"/>
                <a:ea typeface="+mn-ea"/>
                <a:cs typeface="+mn-cs"/>
              </a:rPr>
              <a:t>Improve efficiency </a:t>
            </a:r>
            <a:r>
              <a:rPr kumimoji="0" lang="en-US" sz="1100" i="0" u="none" strike="noStrike" kern="1200" cap="none" spc="0" normalizeH="0" baseline="0" noProof="0">
                <a:ln>
                  <a:noFill/>
                </a:ln>
                <a:effectLst/>
                <a:uLnTx/>
                <a:uFillTx/>
                <a:latin typeface="Open Sans"/>
                <a:ea typeface="+mn-ea"/>
                <a:cs typeface="+mn-cs"/>
              </a:rPr>
              <a:t>by automating routine tasks and freeing up time of investor relations team to focus on strategic tasks such as developing communication strategies</a:t>
            </a:r>
          </a:p>
          <a:p>
            <a:pPr marL="171450" marR="0" lvl="0" indent="-171450" algn="l" defTabSz="914400" rtl="0" eaLnBrk="1" fontAlgn="auto" latinLnBrk="0" hangingPunct="1">
              <a:lnSpc>
                <a:spcPct val="100000"/>
              </a:lnSpc>
              <a:spcBef>
                <a:spcPts val="200"/>
              </a:spcBef>
              <a:spcAft>
                <a:spcPts val="0"/>
              </a:spcAft>
              <a:buClrTx/>
              <a:buSzPct val="100000"/>
              <a:buFont typeface="Arial" panose="020B0604020202020204" pitchFamily="34" charset="0"/>
              <a:buChar char="•"/>
              <a:tabLst/>
              <a:defRPr/>
            </a:pPr>
            <a:endParaRPr kumimoji="0" lang="en-US" sz="1100" b="1" i="0" u="none" strike="noStrike" kern="1200" cap="none" spc="0" normalizeH="0" baseline="0" noProof="0">
              <a:ln>
                <a:noFill/>
              </a:ln>
              <a:effectLst/>
              <a:uLnTx/>
              <a:uFillTx/>
              <a:latin typeface="Open Sans"/>
              <a:ea typeface="+mn-ea"/>
              <a:cs typeface="+mn-cs"/>
            </a:endParaRPr>
          </a:p>
          <a:p>
            <a:pPr marL="171450" marR="0" lvl="0" indent="-171450" algn="l" defTabSz="914400" rtl="0" eaLnBrk="1" fontAlgn="auto" latinLnBrk="0" hangingPunct="1">
              <a:lnSpc>
                <a:spcPct val="100000"/>
              </a:lnSpc>
              <a:spcBef>
                <a:spcPts val="200"/>
              </a:spcBef>
              <a:spcAft>
                <a:spcPts val="0"/>
              </a:spcAft>
              <a:buClrTx/>
              <a:buSzPct val="100000"/>
              <a:buFont typeface="Arial" panose="020B0604020202020204" pitchFamily="34" charset="0"/>
              <a:buChar char="•"/>
              <a:tabLst/>
              <a:defRPr/>
            </a:pPr>
            <a:r>
              <a:rPr kumimoji="0" lang="en-US" sz="1100" b="1" i="0" u="none" strike="noStrike" kern="1200" cap="none" spc="0" normalizeH="0" baseline="0" noProof="0">
                <a:ln>
                  <a:noFill/>
                </a:ln>
                <a:effectLst/>
                <a:uLnTx/>
                <a:uFillTx/>
                <a:latin typeface="Open Sans"/>
                <a:ea typeface="+mn-ea"/>
                <a:cs typeface="+mn-cs"/>
              </a:rPr>
              <a:t>Improve consistency</a:t>
            </a:r>
            <a:r>
              <a:rPr lang="en-US" sz="1100" b="1">
                <a:latin typeface="Open Sans"/>
              </a:rPr>
              <a:t> </a:t>
            </a:r>
            <a:r>
              <a:rPr lang="en-US" sz="1100">
                <a:latin typeface="Open Sans"/>
              </a:rPr>
              <a:t>by using </a:t>
            </a:r>
            <a:r>
              <a:rPr kumimoji="0" lang="en-US" sz="1100" i="0" u="none" strike="noStrike" kern="1200" cap="none" spc="0" normalizeH="0" baseline="0" noProof="0">
                <a:ln>
                  <a:noFill/>
                </a:ln>
                <a:effectLst/>
                <a:uLnTx/>
                <a:uFillTx/>
                <a:latin typeface="Open Sans"/>
                <a:ea typeface="+mn-ea"/>
                <a:cs typeface="+mn-cs"/>
              </a:rPr>
              <a:t> GenAI to ensure that communications are consistent in their messaging and formatting, reducing the risk of errors or confusion, and improving the quality of investor communications</a:t>
            </a:r>
          </a:p>
          <a:p>
            <a:pPr marL="171450" marR="0" lvl="0" indent="-171450" algn="l" defTabSz="914400" rtl="0" eaLnBrk="1" fontAlgn="auto" latinLnBrk="0" hangingPunct="1">
              <a:lnSpc>
                <a:spcPct val="100000"/>
              </a:lnSpc>
              <a:spcBef>
                <a:spcPts val="200"/>
              </a:spcBef>
              <a:spcAft>
                <a:spcPts val="0"/>
              </a:spcAft>
              <a:buClrTx/>
              <a:buSzPct val="100000"/>
              <a:buFont typeface="Arial" panose="020B0604020202020204" pitchFamily="34" charset="0"/>
              <a:buChar char="•"/>
              <a:tabLst/>
              <a:defRPr/>
            </a:pPr>
            <a:endParaRPr kumimoji="0" lang="en-US" sz="1100" b="1" i="0" u="none" strike="noStrike" kern="1200" cap="none" spc="0" normalizeH="0" baseline="0" noProof="0">
              <a:ln>
                <a:noFill/>
              </a:ln>
              <a:effectLst/>
              <a:uLnTx/>
              <a:uFillTx/>
              <a:latin typeface="Open Sans"/>
              <a:ea typeface="+mn-ea"/>
              <a:cs typeface="+mn-cs"/>
            </a:endParaRPr>
          </a:p>
          <a:p>
            <a:pPr marL="171450" marR="0" lvl="0" indent="-171450" algn="l" defTabSz="914400" rtl="0" eaLnBrk="1" fontAlgn="auto" latinLnBrk="0" hangingPunct="1">
              <a:lnSpc>
                <a:spcPct val="100000"/>
              </a:lnSpc>
              <a:spcBef>
                <a:spcPts val="200"/>
              </a:spcBef>
              <a:spcAft>
                <a:spcPts val="0"/>
              </a:spcAft>
              <a:buClrTx/>
              <a:buSzPct val="100000"/>
              <a:buFont typeface="Arial" panose="020B0604020202020204" pitchFamily="34" charset="0"/>
              <a:buChar char="•"/>
              <a:tabLst/>
              <a:defRPr/>
            </a:pPr>
            <a:r>
              <a:rPr kumimoji="0" lang="en-US" sz="1100" b="1" i="0" u="none" strike="noStrike" kern="1200" cap="none" spc="0" normalizeH="0" baseline="0" noProof="0">
                <a:ln>
                  <a:noFill/>
                </a:ln>
                <a:effectLst/>
                <a:uLnTx/>
                <a:uFillTx/>
                <a:latin typeface="Open Sans"/>
                <a:ea typeface="+mn-ea"/>
                <a:cs typeface="+mn-cs"/>
              </a:rPr>
              <a:t>Ensure compliance </a:t>
            </a:r>
            <a:r>
              <a:rPr kumimoji="0" lang="en-US" sz="1100" i="0" u="none" strike="noStrike" kern="1200" cap="none" spc="0" normalizeH="0" baseline="0" noProof="0">
                <a:ln>
                  <a:noFill/>
                </a:ln>
                <a:effectLst/>
                <a:uLnTx/>
                <a:uFillTx/>
                <a:latin typeface="Open Sans"/>
                <a:ea typeface="+mn-ea"/>
                <a:cs typeface="+mn-cs"/>
              </a:rPr>
              <a:t>with relevant regulations and standards, and reduce legal and regulatory risks to help improve trust among investors</a:t>
            </a:r>
          </a:p>
          <a:p>
            <a:pPr marL="171450" marR="0" lvl="0" indent="-171450" algn="l" defTabSz="914400" rtl="0" eaLnBrk="1" fontAlgn="auto" latinLnBrk="0" hangingPunct="1">
              <a:lnSpc>
                <a:spcPct val="100000"/>
              </a:lnSpc>
              <a:spcBef>
                <a:spcPts val="200"/>
              </a:spcBef>
              <a:spcAft>
                <a:spcPts val="0"/>
              </a:spcAft>
              <a:buClrTx/>
              <a:buSzPct val="100000"/>
              <a:buFont typeface="Arial" panose="020B0604020202020204" pitchFamily="34" charset="0"/>
              <a:buChar char="•"/>
              <a:tabLst/>
              <a:defRPr/>
            </a:pPr>
            <a:endParaRPr kumimoji="0" lang="en-US" sz="1100" b="1" i="0" u="none" strike="noStrike" kern="1200" cap="none" spc="0" normalizeH="0" baseline="0" noProof="0">
              <a:ln>
                <a:noFill/>
              </a:ln>
              <a:effectLst/>
              <a:uLnTx/>
              <a:uFillTx/>
              <a:latin typeface="Open Sans"/>
              <a:ea typeface="+mn-ea"/>
              <a:cs typeface="+mn-cs"/>
            </a:endParaRPr>
          </a:p>
          <a:p>
            <a:pPr marL="171450" marR="0" lvl="0" indent="-171450" algn="l" defTabSz="914400" rtl="0" eaLnBrk="1" fontAlgn="auto" latinLnBrk="0" hangingPunct="1">
              <a:lnSpc>
                <a:spcPct val="100000"/>
              </a:lnSpc>
              <a:spcBef>
                <a:spcPts val="200"/>
              </a:spcBef>
              <a:spcAft>
                <a:spcPts val="0"/>
              </a:spcAft>
              <a:buClrTx/>
              <a:buSzPct val="100000"/>
              <a:buFont typeface="Arial" panose="020B0604020202020204" pitchFamily="34" charset="0"/>
              <a:buChar char="•"/>
              <a:tabLst/>
              <a:defRPr/>
            </a:pPr>
            <a:endParaRPr kumimoji="0" lang="en-US" sz="1100" b="0" i="0" u="none" strike="noStrike" kern="1200" cap="none" spc="0" normalizeH="0" baseline="0" noProof="0">
              <a:ln>
                <a:noFill/>
              </a:ln>
              <a:effectLst/>
              <a:uLnTx/>
              <a:uFillTx/>
              <a:latin typeface="Open Sans"/>
              <a:ea typeface="+mn-ea"/>
              <a:cs typeface="+mn-cs"/>
            </a:endParaRPr>
          </a:p>
          <a:p>
            <a:pPr marL="171450" marR="0" lvl="0" indent="-171450" algn="l" defTabSz="914400" rtl="0" eaLnBrk="1" fontAlgn="auto" latinLnBrk="0" hangingPunct="1">
              <a:lnSpc>
                <a:spcPct val="100000"/>
              </a:lnSpc>
              <a:spcBef>
                <a:spcPts val="200"/>
              </a:spcBef>
              <a:spcAft>
                <a:spcPts val="0"/>
              </a:spcAft>
              <a:buClrTx/>
              <a:buSzPct val="100000"/>
              <a:buFont typeface="Arial" panose="020B0604020202020204" pitchFamily="34" charset="0"/>
              <a:buChar char="•"/>
              <a:tabLst/>
              <a:defRPr/>
            </a:pPr>
            <a:endParaRPr kumimoji="0" lang="en-US" sz="1100" b="0" i="0" u="none" strike="noStrike" kern="1200" cap="none" spc="0" normalizeH="0" baseline="0" noProof="0">
              <a:ln>
                <a:noFill/>
              </a:ln>
              <a:effectLst/>
              <a:uLnTx/>
              <a:uFillTx/>
              <a:latin typeface="Open Sans"/>
              <a:ea typeface="+mn-ea"/>
              <a:cs typeface="+mn-cs"/>
            </a:endParaRPr>
          </a:p>
          <a:p>
            <a:pPr marL="171450" marR="0" lvl="0" indent="-171450" algn="l" defTabSz="914400" rtl="0" eaLnBrk="1" fontAlgn="auto" latinLnBrk="0" hangingPunct="1">
              <a:lnSpc>
                <a:spcPct val="100000"/>
              </a:lnSpc>
              <a:spcBef>
                <a:spcPts val="200"/>
              </a:spcBef>
              <a:spcAft>
                <a:spcPts val="0"/>
              </a:spcAft>
              <a:buClrTx/>
              <a:buSzPct val="100000"/>
              <a:buFont typeface="Arial" panose="020B0604020202020204" pitchFamily="34" charset="0"/>
              <a:buChar char="•"/>
              <a:tabLst/>
              <a:defRPr/>
            </a:pPr>
            <a:endParaRPr kumimoji="0" lang="en-US" sz="1100" b="1" i="0" u="none" strike="noStrike" kern="1200" cap="none" spc="0" normalizeH="0" baseline="0" noProof="0">
              <a:ln>
                <a:noFill/>
              </a:ln>
              <a:solidFill>
                <a:prstClr val="black"/>
              </a:solidFill>
              <a:effectLst/>
              <a:uLnTx/>
              <a:uFillTx/>
              <a:latin typeface="Open Sans"/>
              <a:ea typeface="+mn-ea"/>
              <a:cs typeface="+mn-cs"/>
            </a:endParaRPr>
          </a:p>
        </p:txBody>
      </p:sp>
      <p:sp>
        <p:nvSpPr>
          <p:cNvPr id="40" name="Rectangle 39">
            <a:extLst>
              <a:ext uri="{FF2B5EF4-FFF2-40B4-BE49-F238E27FC236}">
                <a16:creationId xmlns:a16="http://schemas.microsoft.com/office/drawing/2014/main" id="{7EDA44DE-FD51-187A-4B6E-D40347BC7A31}"/>
              </a:ext>
            </a:extLst>
          </p:cNvPr>
          <p:cNvSpPr/>
          <p:nvPr/>
        </p:nvSpPr>
        <p:spPr bwMode="gray">
          <a:xfrm>
            <a:off x="3313978" y="2933291"/>
            <a:ext cx="2718522" cy="3250038"/>
          </a:xfrm>
          <a:prstGeom prst="rect">
            <a:avLst/>
          </a:prstGeom>
          <a:solidFill>
            <a:srgbClr val="FFFFFF">
              <a:lumMod val="95000"/>
              <a:alpha val="50000"/>
            </a:srgbClr>
          </a:solidFill>
          <a:ln w="19050" algn="ctr">
            <a:noFill/>
            <a:miter lim="800000"/>
            <a:headEnd/>
            <a:tailEnd/>
          </a:ln>
        </p:spPr>
        <p:txBody>
          <a:bodyPr wrap="square" lIns="91440" tIns="91440" rIns="91440" bIns="91440" rtlCol="0" anchor="t">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9525" marR="0" lvl="1" indent="-9525" algn="l" defTabSz="1217613" rtl="0" eaLnBrk="0" fontAlgn="base" latinLnBrk="0" hangingPunct="0">
              <a:lnSpc>
                <a:spcPct val="100000"/>
              </a:lnSpc>
              <a:spcBef>
                <a:spcPct val="0"/>
              </a:spcBef>
              <a:spcAft>
                <a:spcPts val="600"/>
              </a:spcAft>
              <a:buClrTx/>
              <a:buSzTx/>
              <a:buFontTx/>
              <a:buNone/>
              <a:tabLst/>
              <a:defRPr/>
            </a:pPr>
            <a:r>
              <a:rPr kumimoji="0" lang="en-GB" sz="1500" b="1" i="0" u="none" strike="noStrike" kern="1200" cap="none" spc="0" normalizeH="0" baseline="0" noProof="0">
                <a:ln>
                  <a:noFill/>
                </a:ln>
                <a:solidFill>
                  <a:schemeClr val="accent5"/>
                </a:solidFill>
                <a:effectLst/>
                <a:uLnTx/>
                <a:uFillTx/>
                <a:latin typeface="Open Sans"/>
                <a:ea typeface="Open Sans" panose="020B0606030504020204" pitchFamily="34" charset="0"/>
                <a:cs typeface="Open Sans" panose="020B0606030504020204" pitchFamily="34" charset="0"/>
              </a:rPr>
              <a:t>Business Objectives</a:t>
            </a:r>
            <a:endParaRPr kumimoji="0" lang="en-US" sz="1500" b="0" i="0" u="none" strike="noStrike" kern="1200" cap="none" spc="0" normalizeH="0" baseline="0" noProof="0">
              <a:ln>
                <a:noFill/>
              </a:ln>
              <a:solidFill>
                <a:schemeClr val="accent5"/>
              </a:solidFill>
              <a:effectLst/>
              <a:uLnTx/>
              <a:uFillTx/>
              <a:latin typeface="Open Sans"/>
              <a:ea typeface="Open Sans" panose="020B0606030504020204" pitchFamily="34" charset="0"/>
              <a:cs typeface="Open Sans" panose="020B0606030504020204" pitchFamily="34" charset="0"/>
            </a:endParaRPr>
          </a:p>
          <a:p>
            <a:pPr marL="171450" marR="0" lvl="1" indent="-171450" algn="l" defTabSz="1217613" rtl="0" eaLnBrk="0" fontAlgn="base" latinLnBrk="0" hangingPunct="0">
              <a:lnSpc>
                <a:spcPct val="100000"/>
              </a:lnSpc>
              <a:spcBef>
                <a:spcPct val="0"/>
              </a:spcBef>
              <a:spcAft>
                <a:spcPts val="600"/>
              </a:spcAft>
              <a:buClrTx/>
              <a:buSzTx/>
              <a:buFont typeface="Arial" panose="020B0604020202020204" pitchFamily="34" charset="0"/>
              <a:buChar char="•"/>
              <a:tabLst/>
              <a:defRPr/>
            </a:pPr>
            <a:endParaRPr kumimoji="0" lang="en-US" sz="100" b="0" i="0" u="none" strike="noStrike" kern="1200" cap="none" spc="0" normalizeH="0" baseline="0" noProof="0">
              <a:ln>
                <a:noFill/>
              </a:ln>
              <a:solidFill>
                <a:srgbClr val="000000"/>
              </a:solidFill>
              <a:effectLst/>
              <a:uLnTx/>
              <a:uFillTx/>
              <a:latin typeface="Open Sans"/>
              <a:ea typeface="Open Sans" panose="020B0606030504020204" pitchFamily="34" charset="0"/>
              <a:cs typeface="Open Sans" panose="020B0606030504020204" pitchFamily="34" charset="0"/>
            </a:endParaRPr>
          </a:p>
          <a:p>
            <a:pPr marL="171450" lvl="1" indent="-171450" defTabSz="1217613" eaLnBrk="0" fontAlgn="base" hangingPunct="0">
              <a:spcBef>
                <a:spcPct val="0"/>
              </a:spcBef>
              <a:spcAft>
                <a:spcPts val="600"/>
              </a:spcAft>
              <a:buFont typeface="Arial" panose="020B0604020202020204" pitchFamily="34" charset="0"/>
              <a:buChar char="•"/>
              <a:defRPr/>
            </a:pPr>
            <a:r>
              <a:rPr kumimoji="0" lang="en-US" sz="1100" b="0" i="0" u="none" strike="noStrike" kern="1200" cap="none" spc="0" normalizeH="0" baseline="0" noProof="0">
                <a:ln>
                  <a:noFill/>
                </a:ln>
                <a:effectLst/>
                <a:uLnTx/>
                <a:uFillTx/>
                <a:latin typeface="Open Sans"/>
                <a:ea typeface="Open Sans"/>
                <a:cs typeface="Open Sans"/>
              </a:rPr>
              <a:t>Utilize Generative AI to produce the script for the</a:t>
            </a:r>
            <a:r>
              <a:rPr lang="en-US" sz="1100">
                <a:latin typeface="Open Sans"/>
                <a:ea typeface="Open Sans"/>
                <a:cs typeface="Open Sans"/>
              </a:rPr>
              <a:t> ~5-minute</a:t>
            </a:r>
            <a:r>
              <a:rPr kumimoji="0" lang="en-US" sz="1100" b="0" i="0" u="none" strike="noStrike" kern="1200" cap="none" spc="0" normalizeH="0" baseline="0" noProof="0">
                <a:ln>
                  <a:noFill/>
                </a:ln>
                <a:effectLst/>
                <a:uLnTx/>
                <a:uFillTx/>
                <a:latin typeface="Open Sans"/>
                <a:ea typeface="Open Sans"/>
                <a:cs typeface="Open Sans"/>
              </a:rPr>
              <a:t> financial update on an earnings call</a:t>
            </a:r>
            <a:endParaRPr lang="en-US" sz="1100" b="0" i="0" u="none" strike="noStrike" kern="1200" cap="none" spc="0" normalizeH="0" baseline="0" noProof="0">
              <a:ln>
                <a:noFill/>
              </a:ln>
              <a:effectLst/>
              <a:uLnTx/>
              <a:uFillTx/>
              <a:latin typeface="Open Sans"/>
              <a:ea typeface="Open Sans"/>
              <a:cs typeface="Open Sans"/>
            </a:endParaRPr>
          </a:p>
          <a:p>
            <a:pPr marL="171450" marR="0" lvl="1" indent="-171450" algn="l" defTabSz="1217613" rtl="0" eaLnBrk="0" fontAlgn="base" latinLnBrk="0" hangingPunct="0">
              <a:lnSpc>
                <a:spcPct val="100000"/>
              </a:lnSpc>
              <a:spcBef>
                <a:spcPct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a:ln>
                  <a:noFill/>
                </a:ln>
                <a:effectLst/>
                <a:uLnTx/>
                <a:uFillTx/>
                <a:latin typeface="Open Sans"/>
                <a:ea typeface="Open Sans" panose="020B0606030504020204" pitchFamily="34" charset="0"/>
                <a:cs typeface="Open Sans" panose="020B0606030504020204" pitchFamily="34" charset="0"/>
              </a:rPr>
              <a:t>Script will include basic narratives such as period over period changes, business updates, high-level financial analysis (from the 10Q)</a:t>
            </a:r>
          </a:p>
          <a:p>
            <a:pPr marL="171450" marR="0" lvl="1" indent="-171450" algn="l" defTabSz="1217613" rtl="0" eaLnBrk="0" fontAlgn="base" latinLnBrk="0" hangingPunct="0">
              <a:lnSpc>
                <a:spcPct val="100000"/>
              </a:lnSpc>
              <a:spcBef>
                <a:spcPct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a:ln>
                  <a:noFill/>
                </a:ln>
                <a:effectLst/>
                <a:uLnTx/>
                <a:uFillTx/>
                <a:latin typeface="Open Sans"/>
                <a:ea typeface="Open Sans" panose="020B0606030504020204" pitchFamily="34" charset="0"/>
                <a:cs typeface="Open Sans" panose="020B0606030504020204" pitchFamily="34" charset="0"/>
              </a:rPr>
              <a:t>The script will also incorporate industry specific transcript credentials, grounded in the analysis of key competitor data</a:t>
            </a:r>
          </a:p>
          <a:p>
            <a:pPr marL="171450" marR="0" lvl="1" indent="-171450" algn="l" defTabSz="1217613" rtl="0" eaLnBrk="0" fontAlgn="base" latinLnBrk="0" hangingPunct="0">
              <a:lnSpc>
                <a:spcPct val="100000"/>
              </a:lnSpc>
              <a:spcBef>
                <a:spcPct val="0"/>
              </a:spcBef>
              <a:spcAft>
                <a:spcPts val="600"/>
              </a:spcAft>
              <a:buClrTx/>
              <a:buSzTx/>
              <a:buFont typeface="Arial" panose="020B0604020202020204" pitchFamily="34" charset="0"/>
              <a:buChar char="•"/>
              <a:tabLst/>
              <a:defRPr/>
            </a:pPr>
            <a:endParaRPr kumimoji="0" lang="en-US" sz="1100" b="0" i="0" u="none" strike="noStrike" kern="1200" cap="none" spc="0" normalizeH="0" baseline="0" noProof="0">
              <a:ln>
                <a:noFill/>
              </a:ln>
              <a:solidFill>
                <a:srgbClr val="000000"/>
              </a:solidFill>
              <a:effectLst/>
              <a:uLnTx/>
              <a:uFillTx/>
              <a:latin typeface="Open Sans"/>
              <a:ea typeface="Open Sans" panose="020B0606030504020204" pitchFamily="34" charset="0"/>
              <a:cs typeface="Open Sans" panose="020B0606030504020204" pitchFamily="34" charset="0"/>
            </a:endParaRPr>
          </a:p>
        </p:txBody>
      </p:sp>
      <p:grpSp>
        <p:nvGrpSpPr>
          <p:cNvPr id="42" name="Graphic 4">
            <a:extLst>
              <a:ext uri="{FF2B5EF4-FFF2-40B4-BE49-F238E27FC236}">
                <a16:creationId xmlns:a16="http://schemas.microsoft.com/office/drawing/2014/main" id="{4CAB4716-20C8-D243-23FE-BB7E4568BA11}"/>
              </a:ext>
            </a:extLst>
          </p:cNvPr>
          <p:cNvGrpSpPr/>
          <p:nvPr/>
        </p:nvGrpSpPr>
        <p:grpSpPr>
          <a:xfrm>
            <a:off x="8529086" y="2945557"/>
            <a:ext cx="362313" cy="361971"/>
            <a:chOff x="2559808" y="1402723"/>
            <a:chExt cx="362313" cy="361971"/>
          </a:xfrm>
          <a:solidFill>
            <a:schemeClr val="accent6"/>
          </a:solidFill>
        </p:grpSpPr>
        <p:sp>
          <p:nvSpPr>
            <p:cNvPr id="43" name="Graphic 4">
              <a:extLst>
                <a:ext uri="{FF2B5EF4-FFF2-40B4-BE49-F238E27FC236}">
                  <a16:creationId xmlns:a16="http://schemas.microsoft.com/office/drawing/2014/main" id="{5352848D-9286-86F8-2961-34F5BE978700}"/>
                </a:ext>
              </a:extLst>
            </p:cNvPr>
            <p:cNvSpPr/>
            <p:nvPr/>
          </p:nvSpPr>
          <p:spPr>
            <a:xfrm>
              <a:off x="2559808" y="1402723"/>
              <a:ext cx="362313" cy="361971"/>
            </a:xfrm>
            <a:custGeom>
              <a:avLst/>
              <a:gdLst>
                <a:gd name="connsiteX0" fmla="*/ 181474 w 362313"/>
                <a:gd name="connsiteY0" fmla="*/ 0 h 361971"/>
                <a:gd name="connsiteX1" fmla="*/ 0 w 362313"/>
                <a:gd name="connsiteY1" fmla="*/ 180667 h 361971"/>
                <a:gd name="connsiteX2" fmla="*/ 180835 w 362313"/>
                <a:gd name="connsiteY2" fmla="*/ 361972 h 361971"/>
                <a:gd name="connsiteX3" fmla="*/ 362309 w 362313"/>
                <a:gd name="connsiteY3" fmla="*/ 181305 h 361971"/>
                <a:gd name="connsiteX4" fmla="*/ 362309 w 362313"/>
                <a:gd name="connsiteY4" fmla="*/ 181305 h 361971"/>
                <a:gd name="connsiteX5" fmla="*/ 181474 w 362313"/>
                <a:gd name="connsiteY5" fmla="*/ 0 h 361971"/>
                <a:gd name="connsiteX6" fmla="*/ 181474 w 362313"/>
                <a:gd name="connsiteY6" fmla="*/ 348565 h 361971"/>
                <a:gd name="connsiteX7" fmla="*/ 12780 w 362313"/>
                <a:gd name="connsiteY7" fmla="*/ 180667 h 361971"/>
                <a:gd name="connsiteX8" fmla="*/ 181474 w 362313"/>
                <a:gd name="connsiteY8" fmla="*/ 12130 h 361971"/>
                <a:gd name="connsiteX9" fmla="*/ 350168 w 362313"/>
                <a:gd name="connsiteY9" fmla="*/ 180028 h 361971"/>
                <a:gd name="connsiteX10" fmla="*/ 350168 w 362313"/>
                <a:gd name="connsiteY10" fmla="*/ 180028 h 361971"/>
                <a:gd name="connsiteX11" fmla="*/ 181474 w 362313"/>
                <a:gd name="connsiteY11" fmla="*/ 348565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62313" h="361971">
                  <a:moveTo>
                    <a:pt x="181474" y="0"/>
                  </a:moveTo>
                  <a:cubicBezTo>
                    <a:pt x="81152" y="0"/>
                    <a:pt x="0" y="81077"/>
                    <a:pt x="0" y="180667"/>
                  </a:cubicBezTo>
                  <a:cubicBezTo>
                    <a:pt x="0" y="280895"/>
                    <a:pt x="81152" y="361972"/>
                    <a:pt x="180835" y="361972"/>
                  </a:cubicBezTo>
                  <a:cubicBezTo>
                    <a:pt x="281157" y="361972"/>
                    <a:pt x="362309" y="280895"/>
                    <a:pt x="362309" y="181305"/>
                  </a:cubicBezTo>
                  <a:cubicBezTo>
                    <a:pt x="362309" y="181305"/>
                    <a:pt x="362309" y="181305"/>
                    <a:pt x="362309" y="181305"/>
                  </a:cubicBezTo>
                  <a:cubicBezTo>
                    <a:pt x="362948" y="80438"/>
                    <a:pt x="281796" y="0"/>
                    <a:pt x="181474" y="0"/>
                  </a:cubicBezTo>
                  <a:close/>
                  <a:moveTo>
                    <a:pt x="181474" y="348565"/>
                  </a:moveTo>
                  <a:cubicBezTo>
                    <a:pt x="88181" y="348565"/>
                    <a:pt x="12780" y="273234"/>
                    <a:pt x="12780" y="180667"/>
                  </a:cubicBezTo>
                  <a:cubicBezTo>
                    <a:pt x="12780" y="88099"/>
                    <a:pt x="88820" y="12130"/>
                    <a:pt x="181474" y="12130"/>
                  </a:cubicBezTo>
                  <a:cubicBezTo>
                    <a:pt x="274128" y="12130"/>
                    <a:pt x="350168" y="87461"/>
                    <a:pt x="350168" y="180028"/>
                  </a:cubicBezTo>
                  <a:cubicBezTo>
                    <a:pt x="350168" y="180028"/>
                    <a:pt x="350168" y="180028"/>
                    <a:pt x="350168" y="180028"/>
                  </a:cubicBezTo>
                  <a:cubicBezTo>
                    <a:pt x="350168" y="273234"/>
                    <a:pt x="274767" y="348565"/>
                    <a:pt x="181474" y="348565"/>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44" name="Graphic 4">
              <a:extLst>
                <a:ext uri="{FF2B5EF4-FFF2-40B4-BE49-F238E27FC236}">
                  <a16:creationId xmlns:a16="http://schemas.microsoft.com/office/drawing/2014/main" id="{BF0A103F-2DBC-45ED-5460-98D4F2EA944C}"/>
                </a:ext>
              </a:extLst>
            </p:cNvPr>
            <p:cNvSpPr/>
            <p:nvPr/>
          </p:nvSpPr>
          <p:spPr>
            <a:xfrm>
              <a:off x="2621152" y="1569595"/>
              <a:ext cx="136744" cy="133175"/>
            </a:xfrm>
            <a:custGeom>
              <a:avLst/>
              <a:gdLst>
                <a:gd name="connsiteX0" fmla="*/ 127160 w 136744"/>
                <a:gd name="connsiteY0" fmla="*/ 54014 h 133175"/>
                <a:gd name="connsiteX1" fmla="*/ 122687 w 136744"/>
                <a:gd name="connsiteY1" fmla="*/ 49545 h 133175"/>
                <a:gd name="connsiteX2" fmla="*/ 123965 w 136744"/>
                <a:gd name="connsiteY2" fmla="*/ 43161 h 133175"/>
                <a:gd name="connsiteX3" fmla="*/ 123965 w 136744"/>
                <a:gd name="connsiteY3" fmla="*/ 26563 h 133175"/>
                <a:gd name="connsiteX4" fmla="*/ 107990 w 136744"/>
                <a:gd name="connsiteY4" fmla="*/ 20817 h 133175"/>
                <a:gd name="connsiteX5" fmla="*/ 102239 w 136744"/>
                <a:gd name="connsiteY5" fmla="*/ 20179 h 133175"/>
                <a:gd name="connsiteX6" fmla="*/ 99683 w 136744"/>
                <a:gd name="connsiteY6" fmla="*/ 14433 h 133175"/>
                <a:gd name="connsiteX7" fmla="*/ 90098 w 136744"/>
                <a:gd name="connsiteY7" fmla="*/ 1027 h 133175"/>
                <a:gd name="connsiteX8" fmla="*/ 74123 w 136744"/>
                <a:gd name="connsiteY8" fmla="*/ 5496 h 133175"/>
                <a:gd name="connsiteX9" fmla="*/ 69011 w 136744"/>
                <a:gd name="connsiteY9" fmla="*/ 8688 h 133175"/>
                <a:gd name="connsiteX10" fmla="*/ 63899 w 136744"/>
                <a:gd name="connsiteY10" fmla="*/ 5496 h 133175"/>
                <a:gd name="connsiteX11" fmla="*/ 47925 w 136744"/>
                <a:gd name="connsiteY11" fmla="*/ 388 h 133175"/>
                <a:gd name="connsiteX12" fmla="*/ 37701 w 136744"/>
                <a:gd name="connsiteY12" fmla="*/ 13795 h 133175"/>
                <a:gd name="connsiteX13" fmla="*/ 35145 w 136744"/>
                <a:gd name="connsiteY13" fmla="*/ 19540 h 133175"/>
                <a:gd name="connsiteX14" fmla="*/ 28755 w 136744"/>
                <a:gd name="connsiteY14" fmla="*/ 20179 h 133175"/>
                <a:gd name="connsiteX15" fmla="*/ 10863 w 136744"/>
                <a:gd name="connsiteY15" fmla="*/ 30393 h 133175"/>
                <a:gd name="connsiteX16" fmla="*/ 12780 w 136744"/>
                <a:gd name="connsiteY16" fmla="*/ 42523 h 133175"/>
                <a:gd name="connsiteX17" fmla="*/ 14058 w 136744"/>
                <a:gd name="connsiteY17" fmla="*/ 48268 h 133175"/>
                <a:gd name="connsiteX18" fmla="*/ 9585 w 136744"/>
                <a:gd name="connsiteY18" fmla="*/ 52099 h 133175"/>
                <a:gd name="connsiteX19" fmla="*/ 0 w 136744"/>
                <a:gd name="connsiteY19" fmla="*/ 65505 h 133175"/>
                <a:gd name="connsiteX20" fmla="*/ 9585 w 136744"/>
                <a:gd name="connsiteY20" fmla="*/ 78911 h 133175"/>
                <a:gd name="connsiteX21" fmla="*/ 14058 w 136744"/>
                <a:gd name="connsiteY21" fmla="*/ 83380 h 133175"/>
                <a:gd name="connsiteX22" fmla="*/ 12780 w 136744"/>
                <a:gd name="connsiteY22" fmla="*/ 89764 h 133175"/>
                <a:gd name="connsiteX23" fmla="*/ 12780 w 136744"/>
                <a:gd name="connsiteY23" fmla="*/ 106362 h 133175"/>
                <a:gd name="connsiteX24" fmla="*/ 28755 w 136744"/>
                <a:gd name="connsiteY24" fmla="*/ 112108 h 133175"/>
                <a:gd name="connsiteX25" fmla="*/ 34506 w 136744"/>
                <a:gd name="connsiteY25" fmla="*/ 112746 h 133175"/>
                <a:gd name="connsiteX26" fmla="*/ 37062 w 136744"/>
                <a:gd name="connsiteY26" fmla="*/ 118492 h 133175"/>
                <a:gd name="connsiteX27" fmla="*/ 46646 w 136744"/>
                <a:gd name="connsiteY27" fmla="*/ 131898 h 133175"/>
                <a:gd name="connsiteX28" fmla="*/ 62621 w 136744"/>
                <a:gd name="connsiteY28" fmla="*/ 127430 h 133175"/>
                <a:gd name="connsiteX29" fmla="*/ 67733 w 136744"/>
                <a:gd name="connsiteY29" fmla="*/ 124238 h 133175"/>
                <a:gd name="connsiteX30" fmla="*/ 72845 w 136744"/>
                <a:gd name="connsiteY30" fmla="*/ 127430 h 133175"/>
                <a:gd name="connsiteX31" fmla="*/ 85625 w 136744"/>
                <a:gd name="connsiteY31" fmla="*/ 133175 h 133175"/>
                <a:gd name="connsiteX32" fmla="*/ 89459 w 136744"/>
                <a:gd name="connsiteY32" fmla="*/ 132537 h 133175"/>
                <a:gd name="connsiteX33" fmla="*/ 99683 w 136744"/>
                <a:gd name="connsiteY33" fmla="*/ 119130 h 133175"/>
                <a:gd name="connsiteX34" fmla="*/ 102239 w 136744"/>
                <a:gd name="connsiteY34" fmla="*/ 114023 h 133175"/>
                <a:gd name="connsiteX35" fmla="*/ 108629 w 136744"/>
                <a:gd name="connsiteY35" fmla="*/ 113385 h 133175"/>
                <a:gd name="connsiteX36" fmla="*/ 126521 w 136744"/>
                <a:gd name="connsiteY36" fmla="*/ 103170 h 133175"/>
                <a:gd name="connsiteX37" fmla="*/ 124604 w 136744"/>
                <a:gd name="connsiteY37" fmla="*/ 91041 h 133175"/>
                <a:gd name="connsiteX38" fmla="*/ 123326 w 136744"/>
                <a:gd name="connsiteY38" fmla="*/ 85295 h 133175"/>
                <a:gd name="connsiteX39" fmla="*/ 127160 w 136744"/>
                <a:gd name="connsiteY39" fmla="*/ 81465 h 133175"/>
                <a:gd name="connsiteX40" fmla="*/ 136745 w 136744"/>
                <a:gd name="connsiteY40" fmla="*/ 68058 h 133175"/>
                <a:gd name="connsiteX41" fmla="*/ 127160 w 136744"/>
                <a:gd name="connsiteY41" fmla="*/ 54014 h 133175"/>
                <a:gd name="connsiteX42" fmla="*/ 119492 w 136744"/>
                <a:gd name="connsiteY42" fmla="*/ 71250 h 133175"/>
                <a:gd name="connsiteX43" fmla="*/ 110546 w 136744"/>
                <a:gd name="connsiteY43" fmla="*/ 81465 h 133175"/>
                <a:gd name="connsiteX44" fmla="*/ 111824 w 136744"/>
                <a:gd name="connsiteY44" fmla="*/ 94871 h 133175"/>
                <a:gd name="connsiteX45" fmla="*/ 113102 w 136744"/>
                <a:gd name="connsiteY45" fmla="*/ 99978 h 133175"/>
                <a:gd name="connsiteX46" fmla="*/ 107351 w 136744"/>
                <a:gd name="connsiteY46" fmla="*/ 100617 h 133175"/>
                <a:gd name="connsiteX47" fmla="*/ 93932 w 136744"/>
                <a:gd name="connsiteY47" fmla="*/ 103809 h 133175"/>
                <a:gd name="connsiteX48" fmla="*/ 86903 w 136744"/>
                <a:gd name="connsiteY48" fmla="*/ 115300 h 133175"/>
                <a:gd name="connsiteX49" fmla="*/ 84347 w 136744"/>
                <a:gd name="connsiteY49" fmla="*/ 121046 h 133175"/>
                <a:gd name="connsiteX50" fmla="*/ 79235 w 136744"/>
                <a:gd name="connsiteY50" fmla="*/ 117854 h 133175"/>
                <a:gd name="connsiteX51" fmla="*/ 67094 w 136744"/>
                <a:gd name="connsiteY51" fmla="*/ 112108 h 133175"/>
                <a:gd name="connsiteX52" fmla="*/ 67094 w 136744"/>
                <a:gd name="connsiteY52" fmla="*/ 112108 h 133175"/>
                <a:gd name="connsiteX53" fmla="*/ 54314 w 136744"/>
                <a:gd name="connsiteY53" fmla="*/ 117215 h 133175"/>
                <a:gd name="connsiteX54" fmla="*/ 49841 w 136744"/>
                <a:gd name="connsiteY54" fmla="*/ 119769 h 133175"/>
                <a:gd name="connsiteX55" fmla="*/ 47925 w 136744"/>
                <a:gd name="connsiteY55" fmla="*/ 114662 h 133175"/>
                <a:gd name="connsiteX56" fmla="*/ 40896 w 136744"/>
                <a:gd name="connsiteY56" fmla="*/ 102532 h 133175"/>
                <a:gd name="connsiteX57" fmla="*/ 27477 w 136744"/>
                <a:gd name="connsiteY57" fmla="*/ 99340 h 133175"/>
                <a:gd name="connsiteX58" fmla="*/ 21726 w 136744"/>
                <a:gd name="connsiteY58" fmla="*/ 99340 h 133175"/>
                <a:gd name="connsiteX59" fmla="*/ 23004 w 136744"/>
                <a:gd name="connsiteY59" fmla="*/ 94233 h 133175"/>
                <a:gd name="connsiteX60" fmla="*/ 15975 w 136744"/>
                <a:gd name="connsiteY60" fmla="*/ 69974 h 133175"/>
                <a:gd name="connsiteX61" fmla="*/ 15336 w 136744"/>
                <a:gd name="connsiteY61" fmla="*/ 69335 h 133175"/>
                <a:gd name="connsiteX62" fmla="*/ 11502 w 136744"/>
                <a:gd name="connsiteY62" fmla="*/ 65505 h 133175"/>
                <a:gd name="connsiteX63" fmla="*/ 15975 w 136744"/>
                <a:gd name="connsiteY63" fmla="*/ 61674 h 133175"/>
                <a:gd name="connsiteX64" fmla="*/ 24921 w 136744"/>
                <a:gd name="connsiteY64" fmla="*/ 51460 h 133175"/>
                <a:gd name="connsiteX65" fmla="*/ 23643 w 136744"/>
                <a:gd name="connsiteY65" fmla="*/ 38054 h 133175"/>
                <a:gd name="connsiteX66" fmla="*/ 22365 w 136744"/>
                <a:gd name="connsiteY66" fmla="*/ 32308 h 133175"/>
                <a:gd name="connsiteX67" fmla="*/ 28116 w 136744"/>
                <a:gd name="connsiteY67" fmla="*/ 31670 h 133175"/>
                <a:gd name="connsiteX68" fmla="*/ 41535 w 136744"/>
                <a:gd name="connsiteY68" fmla="*/ 29116 h 133175"/>
                <a:gd name="connsiteX69" fmla="*/ 48563 w 136744"/>
                <a:gd name="connsiteY69" fmla="*/ 17625 h 133175"/>
                <a:gd name="connsiteX70" fmla="*/ 51119 w 136744"/>
                <a:gd name="connsiteY70" fmla="*/ 11879 h 133175"/>
                <a:gd name="connsiteX71" fmla="*/ 56231 w 136744"/>
                <a:gd name="connsiteY71" fmla="*/ 15071 h 133175"/>
                <a:gd name="connsiteX72" fmla="*/ 68372 w 136744"/>
                <a:gd name="connsiteY72" fmla="*/ 20817 h 133175"/>
                <a:gd name="connsiteX73" fmla="*/ 81152 w 136744"/>
                <a:gd name="connsiteY73" fmla="*/ 15710 h 133175"/>
                <a:gd name="connsiteX74" fmla="*/ 85625 w 136744"/>
                <a:gd name="connsiteY74" fmla="*/ 13156 h 133175"/>
                <a:gd name="connsiteX75" fmla="*/ 87542 w 136744"/>
                <a:gd name="connsiteY75" fmla="*/ 18263 h 133175"/>
                <a:gd name="connsiteX76" fmla="*/ 94571 w 136744"/>
                <a:gd name="connsiteY76" fmla="*/ 30393 h 133175"/>
                <a:gd name="connsiteX77" fmla="*/ 107990 w 136744"/>
                <a:gd name="connsiteY77" fmla="*/ 33585 h 133175"/>
                <a:gd name="connsiteX78" fmla="*/ 113741 w 136744"/>
                <a:gd name="connsiteY78" fmla="*/ 34223 h 133175"/>
                <a:gd name="connsiteX79" fmla="*/ 112463 w 136744"/>
                <a:gd name="connsiteY79" fmla="*/ 39331 h 133175"/>
                <a:gd name="connsiteX80" fmla="*/ 111185 w 136744"/>
                <a:gd name="connsiteY80" fmla="*/ 53375 h 133175"/>
                <a:gd name="connsiteX81" fmla="*/ 120131 w 136744"/>
                <a:gd name="connsiteY81" fmla="*/ 64228 h 133175"/>
                <a:gd name="connsiteX82" fmla="*/ 123965 w 136744"/>
                <a:gd name="connsiteY82" fmla="*/ 68058 h 133175"/>
                <a:gd name="connsiteX83" fmla="*/ 119492 w 136744"/>
                <a:gd name="connsiteY83" fmla="*/ 71250 h 133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Lst>
              <a:rect l="l" t="t" r="r" b="b"/>
              <a:pathLst>
                <a:path w="136744" h="133175">
                  <a:moveTo>
                    <a:pt x="127160" y="54014"/>
                  </a:moveTo>
                  <a:cubicBezTo>
                    <a:pt x="125243" y="52737"/>
                    <a:pt x="123965" y="51460"/>
                    <a:pt x="122687" y="49545"/>
                  </a:cubicBezTo>
                  <a:cubicBezTo>
                    <a:pt x="122687" y="47630"/>
                    <a:pt x="123326" y="45076"/>
                    <a:pt x="123965" y="43161"/>
                  </a:cubicBezTo>
                  <a:cubicBezTo>
                    <a:pt x="126521" y="38054"/>
                    <a:pt x="126521" y="31670"/>
                    <a:pt x="123965" y="26563"/>
                  </a:cubicBezTo>
                  <a:cubicBezTo>
                    <a:pt x="120131" y="22094"/>
                    <a:pt x="113741" y="20179"/>
                    <a:pt x="107990" y="20817"/>
                  </a:cubicBezTo>
                  <a:cubicBezTo>
                    <a:pt x="106073" y="20817"/>
                    <a:pt x="104156" y="20817"/>
                    <a:pt x="102239" y="20179"/>
                  </a:cubicBezTo>
                  <a:cubicBezTo>
                    <a:pt x="100961" y="18263"/>
                    <a:pt x="100322" y="16348"/>
                    <a:pt x="99683" y="14433"/>
                  </a:cubicBezTo>
                  <a:cubicBezTo>
                    <a:pt x="97766" y="9326"/>
                    <a:pt x="95849" y="2942"/>
                    <a:pt x="90098" y="1027"/>
                  </a:cubicBezTo>
                  <a:cubicBezTo>
                    <a:pt x="84347" y="-250"/>
                    <a:pt x="78596" y="1665"/>
                    <a:pt x="74123" y="5496"/>
                  </a:cubicBezTo>
                  <a:cubicBezTo>
                    <a:pt x="72206" y="6772"/>
                    <a:pt x="70928" y="8049"/>
                    <a:pt x="69011" y="8688"/>
                  </a:cubicBezTo>
                  <a:cubicBezTo>
                    <a:pt x="67094" y="8049"/>
                    <a:pt x="65177" y="6772"/>
                    <a:pt x="63899" y="5496"/>
                  </a:cubicBezTo>
                  <a:cubicBezTo>
                    <a:pt x="59426" y="1027"/>
                    <a:pt x="53675" y="-888"/>
                    <a:pt x="47925" y="388"/>
                  </a:cubicBezTo>
                  <a:cubicBezTo>
                    <a:pt x="41535" y="2304"/>
                    <a:pt x="39617" y="8688"/>
                    <a:pt x="37701" y="13795"/>
                  </a:cubicBezTo>
                  <a:cubicBezTo>
                    <a:pt x="37062" y="15710"/>
                    <a:pt x="36423" y="17625"/>
                    <a:pt x="35145" y="19540"/>
                  </a:cubicBezTo>
                  <a:cubicBezTo>
                    <a:pt x="33228" y="20179"/>
                    <a:pt x="30672" y="20179"/>
                    <a:pt x="28755" y="20179"/>
                  </a:cubicBezTo>
                  <a:cubicBezTo>
                    <a:pt x="21087" y="17625"/>
                    <a:pt x="12780" y="22094"/>
                    <a:pt x="10863" y="30393"/>
                  </a:cubicBezTo>
                  <a:cubicBezTo>
                    <a:pt x="9585" y="34223"/>
                    <a:pt x="10224" y="38692"/>
                    <a:pt x="12780" y="42523"/>
                  </a:cubicBezTo>
                  <a:cubicBezTo>
                    <a:pt x="13419" y="44438"/>
                    <a:pt x="14058" y="46353"/>
                    <a:pt x="14058" y="48268"/>
                  </a:cubicBezTo>
                  <a:cubicBezTo>
                    <a:pt x="12780" y="49545"/>
                    <a:pt x="10863" y="51460"/>
                    <a:pt x="9585" y="52099"/>
                  </a:cubicBezTo>
                  <a:cubicBezTo>
                    <a:pt x="5112" y="55290"/>
                    <a:pt x="0" y="59121"/>
                    <a:pt x="0" y="65505"/>
                  </a:cubicBezTo>
                  <a:cubicBezTo>
                    <a:pt x="0" y="71889"/>
                    <a:pt x="5112" y="75719"/>
                    <a:pt x="9585" y="78911"/>
                  </a:cubicBezTo>
                  <a:cubicBezTo>
                    <a:pt x="11502" y="80188"/>
                    <a:pt x="12780" y="81465"/>
                    <a:pt x="14058" y="83380"/>
                  </a:cubicBezTo>
                  <a:cubicBezTo>
                    <a:pt x="14058" y="85295"/>
                    <a:pt x="13419" y="87849"/>
                    <a:pt x="12780" y="89764"/>
                  </a:cubicBezTo>
                  <a:cubicBezTo>
                    <a:pt x="10224" y="94871"/>
                    <a:pt x="10224" y="101255"/>
                    <a:pt x="12780" y="106362"/>
                  </a:cubicBezTo>
                  <a:cubicBezTo>
                    <a:pt x="16614" y="110831"/>
                    <a:pt x="23004" y="112746"/>
                    <a:pt x="28755" y="112108"/>
                  </a:cubicBezTo>
                  <a:cubicBezTo>
                    <a:pt x="30672" y="112108"/>
                    <a:pt x="32589" y="112108"/>
                    <a:pt x="34506" y="112746"/>
                  </a:cubicBezTo>
                  <a:cubicBezTo>
                    <a:pt x="35783" y="114662"/>
                    <a:pt x="36423" y="116577"/>
                    <a:pt x="37062" y="118492"/>
                  </a:cubicBezTo>
                  <a:cubicBezTo>
                    <a:pt x="38978" y="123599"/>
                    <a:pt x="40896" y="129983"/>
                    <a:pt x="46646" y="131898"/>
                  </a:cubicBezTo>
                  <a:cubicBezTo>
                    <a:pt x="52397" y="133175"/>
                    <a:pt x="58148" y="131260"/>
                    <a:pt x="62621" y="127430"/>
                  </a:cubicBezTo>
                  <a:cubicBezTo>
                    <a:pt x="64538" y="126153"/>
                    <a:pt x="65816" y="124876"/>
                    <a:pt x="67733" y="124238"/>
                  </a:cubicBezTo>
                  <a:cubicBezTo>
                    <a:pt x="69650" y="124876"/>
                    <a:pt x="71567" y="126153"/>
                    <a:pt x="72845" y="127430"/>
                  </a:cubicBezTo>
                  <a:cubicBezTo>
                    <a:pt x="76679" y="130622"/>
                    <a:pt x="81152" y="132537"/>
                    <a:pt x="85625" y="133175"/>
                  </a:cubicBezTo>
                  <a:cubicBezTo>
                    <a:pt x="86903" y="133175"/>
                    <a:pt x="88181" y="133175"/>
                    <a:pt x="89459" y="132537"/>
                  </a:cubicBezTo>
                  <a:cubicBezTo>
                    <a:pt x="95849" y="130622"/>
                    <a:pt x="97766" y="124238"/>
                    <a:pt x="99683" y="119130"/>
                  </a:cubicBezTo>
                  <a:cubicBezTo>
                    <a:pt x="100322" y="117215"/>
                    <a:pt x="100961" y="115300"/>
                    <a:pt x="102239" y="114023"/>
                  </a:cubicBezTo>
                  <a:cubicBezTo>
                    <a:pt x="104156" y="113385"/>
                    <a:pt x="106712" y="113385"/>
                    <a:pt x="108629" y="113385"/>
                  </a:cubicBezTo>
                  <a:cubicBezTo>
                    <a:pt x="116297" y="115938"/>
                    <a:pt x="124604" y="111470"/>
                    <a:pt x="126521" y="103170"/>
                  </a:cubicBezTo>
                  <a:cubicBezTo>
                    <a:pt x="127799" y="99340"/>
                    <a:pt x="127160" y="94871"/>
                    <a:pt x="124604" y="91041"/>
                  </a:cubicBezTo>
                  <a:cubicBezTo>
                    <a:pt x="123965" y="89126"/>
                    <a:pt x="123326" y="87210"/>
                    <a:pt x="123326" y="85295"/>
                  </a:cubicBezTo>
                  <a:cubicBezTo>
                    <a:pt x="124604" y="84018"/>
                    <a:pt x="125882" y="82742"/>
                    <a:pt x="127160" y="81465"/>
                  </a:cubicBezTo>
                  <a:cubicBezTo>
                    <a:pt x="131633" y="78273"/>
                    <a:pt x="136745" y="74442"/>
                    <a:pt x="136745" y="68058"/>
                  </a:cubicBezTo>
                  <a:cubicBezTo>
                    <a:pt x="136745" y="61674"/>
                    <a:pt x="131633" y="57206"/>
                    <a:pt x="127160" y="54014"/>
                  </a:cubicBezTo>
                  <a:close/>
                  <a:moveTo>
                    <a:pt x="119492" y="71250"/>
                  </a:moveTo>
                  <a:cubicBezTo>
                    <a:pt x="115658" y="73804"/>
                    <a:pt x="112463" y="76996"/>
                    <a:pt x="110546" y="81465"/>
                  </a:cubicBezTo>
                  <a:cubicBezTo>
                    <a:pt x="109268" y="85934"/>
                    <a:pt x="109907" y="91041"/>
                    <a:pt x="111824" y="94871"/>
                  </a:cubicBezTo>
                  <a:cubicBezTo>
                    <a:pt x="112463" y="96786"/>
                    <a:pt x="112463" y="98702"/>
                    <a:pt x="113102" y="99978"/>
                  </a:cubicBezTo>
                  <a:cubicBezTo>
                    <a:pt x="111185" y="99978"/>
                    <a:pt x="109268" y="100617"/>
                    <a:pt x="107351" y="100617"/>
                  </a:cubicBezTo>
                  <a:cubicBezTo>
                    <a:pt x="102878" y="99978"/>
                    <a:pt x="97766" y="101255"/>
                    <a:pt x="93932" y="103809"/>
                  </a:cubicBezTo>
                  <a:cubicBezTo>
                    <a:pt x="90737" y="107001"/>
                    <a:pt x="88181" y="110831"/>
                    <a:pt x="86903" y="115300"/>
                  </a:cubicBezTo>
                  <a:cubicBezTo>
                    <a:pt x="86264" y="117215"/>
                    <a:pt x="85625" y="119130"/>
                    <a:pt x="84347" y="121046"/>
                  </a:cubicBezTo>
                  <a:cubicBezTo>
                    <a:pt x="82430" y="120407"/>
                    <a:pt x="81152" y="119130"/>
                    <a:pt x="79235" y="117854"/>
                  </a:cubicBezTo>
                  <a:cubicBezTo>
                    <a:pt x="76040" y="114662"/>
                    <a:pt x="71567" y="112746"/>
                    <a:pt x="67094" y="112108"/>
                  </a:cubicBezTo>
                  <a:lnTo>
                    <a:pt x="67094" y="112108"/>
                  </a:lnTo>
                  <a:cubicBezTo>
                    <a:pt x="62621" y="112746"/>
                    <a:pt x="58148" y="114662"/>
                    <a:pt x="54314" y="117215"/>
                  </a:cubicBezTo>
                  <a:cubicBezTo>
                    <a:pt x="53036" y="118492"/>
                    <a:pt x="51119" y="119130"/>
                    <a:pt x="49841" y="119769"/>
                  </a:cubicBezTo>
                  <a:cubicBezTo>
                    <a:pt x="49202" y="117854"/>
                    <a:pt x="48563" y="116577"/>
                    <a:pt x="47925" y="114662"/>
                  </a:cubicBezTo>
                  <a:cubicBezTo>
                    <a:pt x="46646" y="110193"/>
                    <a:pt x="44730" y="105724"/>
                    <a:pt x="40896" y="102532"/>
                  </a:cubicBezTo>
                  <a:cubicBezTo>
                    <a:pt x="37062" y="99978"/>
                    <a:pt x="32589" y="99340"/>
                    <a:pt x="27477" y="99340"/>
                  </a:cubicBezTo>
                  <a:cubicBezTo>
                    <a:pt x="25560" y="99340"/>
                    <a:pt x="23004" y="99340"/>
                    <a:pt x="21726" y="99340"/>
                  </a:cubicBezTo>
                  <a:cubicBezTo>
                    <a:pt x="22365" y="97425"/>
                    <a:pt x="22365" y="95510"/>
                    <a:pt x="23004" y="94233"/>
                  </a:cubicBezTo>
                  <a:cubicBezTo>
                    <a:pt x="27477" y="85934"/>
                    <a:pt x="24921" y="75081"/>
                    <a:pt x="15975" y="69974"/>
                  </a:cubicBezTo>
                  <a:cubicBezTo>
                    <a:pt x="15975" y="69974"/>
                    <a:pt x="15336" y="69974"/>
                    <a:pt x="15336" y="69335"/>
                  </a:cubicBezTo>
                  <a:cubicBezTo>
                    <a:pt x="14058" y="68058"/>
                    <a:pt x="12780" y="66782"/>
                    <a:pt x="11502" y="65505"/>
                  </a:cubicBezTo>
                  <a:cubicBezTo>
                    <a:pt x="12780" y="64228"/>
                    <a:pt x="14058" y="62951"/>
                    <a:pt x="15975" y="61674"/>
                  </a:cubicBezTo>
                  <a:cubicBezTo>
                    <a:pt x="19809" y="59121"/>
                    <a:pt x="23004" y="55929"/>
                    <a:pt x="24921" y="51460"/>
                  </a:cubicBezTo>
                  <a:cubicBezTo>
                    <a:pt x="26199" y="46991"/>
                    <a:pt x="25560" y="41884"/>
                    <a:pt x="23643" y="38054"/>
                  </a:cubicBezTo>
                  <a:cubicBezTo>
                    <a:pt x="23004" y="36139"/>
                    <a:pt x="22365" y="34223"/>
                    <a:pt x="22365" y="32308"/>
                  </a:cubicBezTo>
                  <a:cubicBezTo>
                    <a:pt x="24282" y="32308"/>
                    <a:pt x="26199" y="32308"/>
                    <a:pt x="28116" y="31670"/>
                  </a:cubicBezTo>
                  <a:cubicBezTo>
                    <a:pt x="32589" y="32308"/>
                    <a:pt x="37701" y="31031"/>
                    <a:pt x="41535" y="29116"/>
                  </a:cubicBezTo>
                  <a:cubicBezTo>
                    <a:pt x="44730" y="25924"/>
                    <a:pt x="47285" y="22094"/>
                    <a:pt x="48563" y="17625"/>
                  </a:cubicBezTo>
                  <a:cubicBezTo>
                    <a:pt x="49202" y="15710"/>
                    <a:pt x="49841" y="13795"/>
                    <a:pt x="51119" y="11879"/>
                  </a:cubicBezTo>
                  <a:cubicBezTo>
                    <a:pt x="53036" y="12518"/>
                    <a:pt x="54314" y="13795"/>
                    <a:pt x="56231" y="15071"/>
                  </a:cubicBezTo>
                  <a:cubicBezTo>
                    <a:pt x="59426" y="18263"/>
                    <a:pt x="63899" y="20179"/>
                    <a:pt x="68372" y="20817"/>
                  </a:cubicBezTo>
                  <a:cubicBezTo>
                    <a:pt x="72845" y="20179"/>
                    <a:pt x="77318" y="18263"/>
                    <a:pt x="81152" y="15710"/>
                  </a:cubicBezTo>
                  <a:cubicBezTo>
                    <a:pt x="82430" y="14433"/>
                    <a:pt x="84347" y="13795"/>
                    <a:pt x="85625" y="13156"/>
                  </a:cubicBezTo>
                  <a:cubicBezTo>
                    <a:pt x="86264" y="15071"/>
                    <a:pt x="86903" y="16348"/>
                    <a:pt x="87542" y="18263"/>
                  </a:cubicBezTo>
                  <a:cubicBezTo>
                    <a:pt x="88820" y="22732"/>
                    <a:pt x="90737" y="27201"/>
                    <a:pt x="94571" y="30393"/>
                  </a:cubicBezTo>
                  <a:cubicBezTo>
                    <a:pt x="98405" y="32947"/>
                    <a:pt x="102878" y="33585"/>
                    <a:pt x="107990" y="33585"/>
                  </a:cubicBezTo>
                  <a:cubicBezTo>
                    <a:pt x="109907" y="33585"/>
                    <a:pt x="112463" y="33585"/>
                    <a:pt x="113741" y="34223"/>
                  </a:cubicBezTo>
                  <a:cubicBezTo>
                    <a:pt x="113102" y="36139"/>
                    <a:pt x="113102" y="38054"/>
                    <a:pt x="112463" y="39331"/>
                  </a:cubicBezTo>
                  <a:cubicBezTo>
                    <a:pt x="110546" y="43799"/>
                    <a:pt x="109907" y="48268"/>
                    <a:pt x="111185" y="53375"/>
                  </a:cubicBezTo>
                  <a:cubicBezTo>
                    <a:pt x="113102" y="57844"/>
                    <a:pt x="116297" y="61674"/>
                    <a:pt x="120131" y="64228"/>
                  </a:cubicBezTo>
                  <a:cubicBezTo>
                    <a:pt x="121409" y="65505"/>
                    <a:pt x="123326" y="66782"/>
                    <a:pt x="123965" y="68058"/>
                  </a:cubicBezTo>
                  <a:cubicBezTo>
                    <a:pt x="122048" y="68697"/>
                    <a:pt x="120770" y="69974"/>
                    <a:pt x="119492" y="71250"/>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45" name="Graphic 4">
              <a:extLst>
                <a:ext uri="{FF2B5EF4-FFF2-40B4-BE49-F238E27FC236}">
                  <a16:creationId xmlns:a16="http://schemas.microsoft.com/office/drawing/2014/main" id="{CC32E752-EF9C-10F6-A2CD-5BB14775BD21}"/>
                </a:ext>
              </a:extLst>
            </p:cNvPr>
            <p:cNvSpPr/>
            <p:nvPr/>
          </p:nvSpPr>
          <p:spPr>
            <a:xfrm>
              <a:off x="2662886" y="1611148"/>
              <a:ext cx="50682" cy="50765"/>
            </a:xfrm>
            <a:custGeom>
              <a:avLst/>
              <a:gdLst>
                <a:gd name="connsiteX0" fmla="*/ 37501 w 50682"/>
                <a:gd name="connsiteY0" fmla="*/ 2885 h 50765"/>
                <a:gd name="connsiteX1" fmla="*/ 2995 w 50682"/>
                <a:gd name="connsiteY1" fmla="*/ 13738 h 50765"/>
                <a:gd name="connsiteX2" fmla="*/ 1078 w 50682"/>
                <a:gd name="connsiteY2" fmla="*/ 32890 h 50765"/>
                <a:gd name="connsiteX3" fmla="*/ 25360 w 50682"/>
                <a:gd name="connsiteY3" fmla="*/ 50765 h 50765"/>
                <a:gd name="connsiteX4" fmla="*/ 33028 w 50682"/>
                <a:gd name="connsiteY4" fmla="*/ 49488 h 50765"/>
                <a:gd name="connsiteX5" fmla="*/ 49642 w 50682"/>
                <a:gd name="connsiteY5" fmla="*/ 17568 h 50765"/>
                <a:gd name="connsiteX6" fmla="*/ 37501 w 50682"/>
                <a:gd name="connsiteY6" fmla="*/ 2885 h 50765"/>
                <a:gd name="connsiteX7" fmla="*/ 37501 w 50682"/>
                <a:gd name="connsiteY7" fmla="*/ 2885 h 50765"/>
                <a:gd name="connsiteX8" fmla="*/ 29194 w 50682"/>
                <a:gd name="connsiteY8" fmla="*/ 37359 h 50765"/>
                <a:gd name="connsiteX9" fmla="*/ 13219 w 50682"/>
                <a:gd name="connsiteY9" fmla="*/ 29059 h 50765"/>
                <a:gd name="connsiteX10" fmla="*/ 22165 w 50682"/>
                <a:gd name="connsiteY10" fmla="*/ 13099 h 50765"/>
                <a:gd name="connsiteX11" fmla="*/ 25360 w 50682"/>
                <a:gd name="connsiteY11" fmla="*/ 12461 h 50765"/>
                <a:gd name="connsiteX12" fmla="*/ 37501 w 50682"/>
                <a:gd name="connsiteY12" fmla="*/ 21399 h 50765"/>
                <a:gd name="connsiteX13" fmla="*/ 29194 w 50682"/>
                <a:gd name="connsiteY13" fmla="*/ 37359 h 50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0682" h="50765">
                  <a:moveTo>
                    <a:pt x="37501" y="2885"/>
                  </a:moveTo>
                  <a:cubicBezTo>
                    <a:pt x="25360" y="-3499"/>
                    <a:pt x="10024" y="970"/>
                    <a:pt x="2995" y="13738"/>
                  </a:cubicBezTo>
                  <a:cubicBezTo>
                    <a:pt x="-200" y="19483"/>
                    <a:pt x="-839" y="26506"/>
                    <a:pt x="1078" y="32890"/>
                  </a:cubicBezTo>
                  <a:cubicBezTo>
                    <a:pt x="4273" y="43743"/>
                    <a:pt x="14497" y="50765"/>
                    <a:pt x="25360" y="50765"/>
                  </a:cubicBezTo>
                  <a:cubicBezTo>
                    <a:pt x="27916" y="50765"/>
                    <a:pt x="30472" y="50127"/>
                    <a:pt x="33028" y="49488"/>
                  </a:cubicBezTo>
                  <a:cubicBezTo>
                    <a:pt x="46447" y="45019"/>
                    <a:pt x="53476" y="30975"/>
                    <a:pt x="49642" y="17568"/>
                  </a:cubicBezTo>
                  <a:cubicBezTo>
                    <a:pt x="47725" y="10546"/>
                    <a:pt x="43252" y="5439"/>
                    <a:pt x="37501" y="2885"/>
                  </a:cubicBezTo>
                  <a:lnTo>
                    <a:pt x="37501" y="2885"/>
                  </a:lnTo>
                  <a:close/>
                  <a:moveTo>
                    <a:pt x="29194" y="37359"/>
                  </a:moveTo>
                  <a:cubicBezTo>
                    <a:pt x="22804" y="39274"/>
                    <a:pt x="15775" y="35443"/>
                    <a:pt x="13219" y="29059"/>
                  </a:cubicBezTo>
                  <a:cubicBezTo>
                    <a:pt x="11302" y="22037"/>
                    <a:pt x="15136" y="15015"/>
                    <a:pt x="22165" y="13099"/>
                  </a:cubicBezTo>
                  <a:cubicBezTo>
                    <a:pt x="23443" y="12461"/>
                    <a:pt x="24721" y="12461"/>
                    <a:pt x="25360" y="12461"/>
                  </a:cubicBezTo>
                  <a:cubicBezTo>
                    <a:pt x="31111" y="12461"/>
                    <a:pt x="35584" y="16291"/>
                    <a:pt x="37501" y="21399"/>
                  </a:cubicBezTo>
                  <a:cubicBezTo>
                    <a:pt x="39418" y="27783"/>
                    <a:pt x="36223" y="34805"/>
                    <a:pt x="29194" y="37359"/>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46" name="Graphic 4">
              <a:extLst>
                <a:ext uri="{FF2B5EF4-FFF2-40B4-BE49-F238E27FC236}">
                  <a16:creationId xmlns:a16="http://schemas.microsoft.com/office/drawing/2014/main" id="{AD1E6608-1D56-428E-399E-7E08C7682912}"/>
                </a:ext>
              </a:extLst>
            </p:cNvPr>
            <p:cNvSpPr/>
            <p:nvPr/>
          </p:nvSpPr>
          <p:spPr>
            <a:xfrm>
              <a:off x="2725947" y="1463621"/>
              <a:ext cx="138022" cy="133175"/>
            </a:xfrm>
            <a:custGeom>
              <a:avLst/>
              <a:gdLst>
                <a:gd name="connsiteX0" fmla="*/ 128438 w 138022"/>
                <a:gd name="connsiteY0" fmla="*/ 54014 h 133175"/>
                <a:gd name="connsiteX1" fmla="*/ 123326 w 138022"/>
                <a:gd name="connsiteY1" fmla="*/ 49545 h 133175"/>
                <a:gd name="connsiteX2" fmla="*/ 124604 w 138022"/>
                <a:gd name="connsiteY2" fmla="*/ 43161 h 133175"/>
                <a:gd name="connsiteX3" fmla="*/ 120770 w 138022"/>
                <a:gd name="connsiteY3" fmla="*/ 22732 h 133175"/>
                <a:gd name="connsiteX4" fmla="*/ 108629 w 138022"/>
                <a:gd name="connsiteY4" fmla="*/ 20817 h 133175"/>
                <a:gd name="connsiteX5" fmla="*/ 102878 w 138022"/>
                <a:gd name="connsiteY5" fmla="*/ 20179 h 133175"/>
                <a:gd name="connsiteX6" fmla="*/ 100322 w 138022"/>
                <a:gd name="connsiteY6" fmla="*/ 14433 h 133175"/>
                <a:gd name="connsiteX7" fmla="*/ 90737 w 138022"/>
                <a:gd name="connsiteY7" fmla="*/ 1027 h 133175"/>
                <a:gd name="connsiteX8" fmla="*/ 74762 w 138022"/>
                <a:gd name="connsiteY8" fmla="*/ 5495 h 133175"/>
                <a:gd name="connsiteX9" fmla="*/ 66455 w 138022"/>
                <a:gd name="connsiteY9" fmla="*/ 8049 h 133175"/>
                <a:gd name="connsiteX10" fmla="*/ 63899 w 138022"/>
                <a:gd name="connsiteY10" fmla="*/ 5495 h 133175"/>
                <a:gd name="connsiteX11" fmla="*/ 47925 w 138022"/>
                <a:gd name="connsiteY11" fmla="*/ 388 h 133175"/>
                <a:gd name="connsiteX12" fmla="*/ 37701 w 138022"/>
                <a:gd name="connsiteY12" fmla="*/ 13795 h 133175"/>
                <a:gd name="connsiteX13" fmla="*/ 35145 w 138022"/>
                <a:gd name="connsiteY13" fmla="*/ 19540 h 133175"/>
                <a:gd name="connsiteX14" fmla="*/ 28755 w 138022"/>
                <a:gd name="connsiteY14" fmla="*/ 20179 h 133175"/>
                <a:gd name="connsiteX15" fmla="*/ 10863 w 138022"/>
                <a:gd name="connsiteY15" fmla="*/ 30393 h 133175"/>
                <a:gd name="connsiteX16" fmla="*/ 12780 w 138022"/>
                <a:gd name="connsiteY16" fmla="*/ 42523 h 133175"/>
                <a:gd name="connsiteX17" fmla="*/ 14058 w 138022"/>
                <a:gd name="connsiteY17" fmla="*/ 48268 h 133175"/>
                <a:gd name="connsiteX18" fmla="*/ 9585 w 138022"/>
                <a:gd name="connsiteY18" fmla="*/ 52099 h 133175"/>
                <a:gd name="connsiteX19" fmla="*/ 0 w 138022"/>
                <a:gd name="connsiteY19" fmla="*/ 65505 h 133175"/>
                <a:gd name="connsiteX20" fmla="*/ 9585 w 138022"/>
                <a:gd name="connsiteY20" fmla="*/ 78911 h 133175"/>
                <a:gd name="connsiteX21" fmla="*/ 14697 w 138022"/>
                <a:gd name="connsiteY21" fmla="*/ 83380 h 133175"/>
                <a:gd name="connsiteX22" fmla="*/ 13419 w 138022"/>
                <a:gd name="connsiteY22" fmla="*/ 89764 h 133175"/>
                <a:gd name="connsiteX23" fmla="*/ 17253 w 138022"/>
                <a:gd name="connsiteY23" fmla="*/ 110193 h 133175"/>
                <a:gd name="connsiteX24" fmla="*/ 29394 w 138022"/>
                <a:gd name="connsiteY24" fmla="*/ 112108 h 133175"/>
                <a:gd name="connsiteX25" fmla="*/ 35145 w 138022"/>
                <a:gd name="connsiteY25" fmla="*/ 112746 h 133175"/>
                <a:gd name="connsiteX26" fmla="*/ 37701 w 138022"/>
                <a:gd name="connsiteY26" fmla="*/ 118492 h 133175"/>
                <a:gd name="connsiteX27" fmla="*/ 47285 w 138022"/>
                <a:gd name="connsiteY27" fmla="*/ 131898 h 133175"/>
                <a:gd name="connsiteX28" fmla="*/ 63260 w 138022"/>
                <a:gd name="connsiteY28" fmla="*/ 127430 h 133175"/>
                <a:gd name="connsiteX29" fmla="*/ 68372 w 138022"/>
                <a:gd name="connsiteY29" fmla="*/ 124238 h 133175"/>
                <a:gd name="connsiteX30" fmla="*/ 73484 w 138022"/>
                <a:gd name="connsiteY30" fmla="*/ 127430 h 133175"/>
                <a:gd name="connsiteX31" fmla="*/ 86264 w 138022"/>
                <a:gd name="connsiteY31" fmla="*/ 133175 h 133175"/>
                <a:gd name="connsiteX32" fmla="*/ 89459 w 138022"/>
                <a:gd name="connsiteY32" fmla="*/ 132537 h 133175"/>
                <a:gd name="connsiteX33" fmla="*/ 99683 w 138022"/>
                <a:gd name="connsiteY33" fmla="*/ 119130 h 133175"/>
                <a:gd name="connsiteX34" fmla="*/ 102239 w 138022"/>
                <a:gd name="connsiteY34" fmla="*/ 114023 h 133175"/>
                <a:gd name="connsiteX35" fmla="*/ 108629 w 138022"/>
                <a:gd name="connsiteY35" fmla="*/ 113385 h 133175"/>
                <a:gd name="connsiteX36" fmla="*/ 126521 w 138022"/>
                <a:gd name="connsiteY36" fmla="*/ 103170 h 133175"/>
                <a:gd name="connsiteX37" fmla="*/ 125243 w 138022"/>
                <a:gd name="connsiteY37" fmla="*/ 91679 h 133175"/>
                <a:gd name="connsiteX38" fmla="*/ 123965 w 138022"/>
                <a:gd name="connsiteY38" fmla="*/ 85934 h 133175"/>
                <a:gd name="connsiteX39" fmla="*/ 128438 w 138022"/>
                <a:gd name="connsiteY39" fmla="*/ 82103 h 133175"/>
                <a:gd name="connsiteX40" fmla="*/ 138023 w 138022"/>
                <a:gd name="connsiteY40" fmla="*/ 68697 h 133175"/>
                <a:gd name="connsiteX41" fmla="*/ 128438 w 138022"/>
                <a:gd name="connsiteY41" fmla="*/ 54014 h 133175"/>
                <a:gd name="connsiteX42" fmla="*/ 120131 w 138022"/>
                <a:gd name="connsiteY42" fmla="*/ 71251 h 133175"/>
                <a:gd name="connsiteX43" fmla="*/ 111824 w 138022"/>
                <a:gd name="connsiteY43" fmla="*/ 94233 h 133175"/>
                <a:gd name="connsiteX44" fmla="*/ 112463 w 138022"/>
                <a:gd name="connsiteY44" fmla="*/ 94871 h 133175"/>
                <a:gd name="connsiteX45" fmla="*/ 113741 w 138022"/>
                <a:gd name="connsiteY45" fmla="*/ 100617 h 133175"/>
                <a:gd name="connsiteX46" fmla="*/ 107990 w 138022"/>
                <a:gd name="connsiteY46" fmla="*/ 101255 h 133175"/>
                <a:gd name="connsiteX47" fmla="*/ 94571 w 138022"/>
                <a:gd name="connsiteY47" fmla="*/ 103809 h 133175"/>
                <a:gd name="connsiteX48" fmla="*/ 87542 w 138022"/>
                <a:gd name="connsiteY48" fmla="*/ 115300 h 133175"/>
                <a:gd name="connsiteX49" fmla="*/ 84986 w 138022"/>
                <a:gd name="connsiteY49" fmla="*/ 120407 h 133175"/>
                <a:gd name="connsiteX50" fmla="*/ 79874 w 138022"/>
                <a:gd name="connsiteY50" fmla="*/ 117215 h 133175"/>
                <a:gd name="connsiteX51" fmla="*/ 67733 w 138022"/>
                <a:gd name="connsiteY51" fmla="*/ 111470 h 133175"/>
                <a:gd name="connsiteX52" fmla="*/ 67733 w 138022"/>
                <a:gd name="connsiteY52" fmla="*/ 111470 h 133175"/>
                <a:gd name="connsiteX53" fmla="*/ 54954 w 138022"/>
                <a:gd name="connsiteY53" fmla="*/ 116577 h 133175"/>
                <a:gd name="connsiteX54" fmla="*/ 50480 w 138022"/>
                <a:gd name="connsiteY54" fmla="*/ 119130 h 133175"/>
                <a:gd name="connsiteX55" fmla="*/ 48564 w 138022"/>
                <a:gd name="connsiteY55" fmla="*/ 114023 h 133175"/>
                <a:gd name="connsiteX56" fmla="*/ 29394 w 138022"/>
                <a:gd name="connsiteY56" fmla="*/ 98702 h 133175"/>
                <a:gd name="connsiteX57" fmla="*/ 28116 w 138022"/>
                <a:gd name="connsiteY57" fmla="*/ 98702 h 133175"/>
                <a:gd name="connsiteX58" fmla="*/ 22365 w 138022"/>
                <a:gd name="connsiteY58" fmla="*/ 98702 h 133175"/>
                <a:gd name="connsiteX59" fmla="*/ 23643 w 138022"/>
                <a:gd name="connsiteY59" fmla="*/ 92956 h 133175"/>
                <a:gd name="connsiteX60" fmla="*/ 16614 w 138022"/>
                <a:gd name="connsiteY60" fmla="*/ 68697 h 133175"/>
                <a:gd name="connsiteX61" fmla="*/ 15975 w 138022"/>
                <a:gd name="connsiteY61" fmla="*/ 68059 h 133175"/>
                <a:gd name="connsiteX62" fmla="*/ 12141 w 138022"/>
                <a:gd name="connsiteY62" fmla="*/ 64228 h 133175"/>
                <a:gd name="connsiteX63" fmla="*/ 16614 w 138022"/>
                <a:gd name="connsiteY63" fmla="*/ 60398 h 133175"/>
                <a:gd name="connsiteX64" fmla="*/ 25560 w 138022"/>
                <a:gd name="connsiteY64" fmla="*/ 50183 h 133175"/>
                <a:gd name="connsiteX65" fmla="*/ 24282 w 138022"/>
                <a:gd name="connsiteY65" fmla="*/ 36777 h 133175"/>
                <a:gd name="connsiteX66" fmla="*/ 23004 w 138022"/>
                <a:gd name="connsiteY66" fmla="*/ 31031 h 133175"/>
                <a:gd name="connsiteX67" fmla="*/ 28755 w 138022"/>
                <a:gd name="connsiteY67" fmla="*/ 31031 h 133175"/>
                <a:gd name="connsiteX68" fmla="*/ 42174 w 138022"/>
                <a:gd name="connsiteY68" fmla="*/ 28478 h 133175"/>
                <a:gd name="connsiteX69" fmla="*/ 49202 w 138022"/>
                <a:gd name="connsiteY69" fmla="*/ 16987 h 133175"/>
                <a:gd name="connsiteX70" fmla="*/ 51759 w 138022"/>
                <a:gd name="connsiteY70" fmla="*/ 11879 h 133175"/>
                <a:gd name="connsiteX71" fmla="*/ 56870 w 138022"/>
                <a:gd name="connsiteY71" fmla="*/ 15071 h 133175"/>
                <a:gd name="connsiteX72" fmla="*/ 69011 w 138022"/>
                <a:gd name="connsiteY72" fmla="*/ 20817 h 133175"/>
                <a:gd name="connsiteX73" fmla="*/ 81791 w 138022"/>
                <a:gd name="connsiteY73" fmla="*/ 15710 h 133175"/>
                <a:gd name="connsiteX74" fmla="*/ 86264 w 138022"/>
                <a:gd name="connsiteY74" fmla="*/ 13156 h 133175"/>
                <a:gd name="connsiteX75" fmla="*/ 88181 w 138022"/>
                <a:gd name="connsiteY75" fmla="*/ 18263 h 133175"/>
                <a:gd name="connsiteX76" fmla="*/ 107351 w 138022"/>
                <a:gd name="connsiteY76" fmla="*/ 33585 h 133175"/>
                <a:gd name="connsiteX77" fmla="*/ 107990 w 138022"/>
                <a:gd name="connsiteY77" fmla="*/ 33585 h 133175"/>
                <a:gd name="connsiteX78" fmla="*/ 113741 w 138022"/>
                <a:gd name="connsiteY78" fmla="*/ 33585 h 133175"/>
                <a:gd name="connsiteX79" fmla="*/ 112463 w 138022"/>
                <a:gd name="connsiteY79" fmla="*/ 38692 h 133175"/>
                <a:gd name="connsiteX80" fmla="*/ 119492 w 138022"/>
                <a:gd name="connsiteY80" fmla="*/ 62951 h 133175"/>
                <a:gd name="connsiteX81" fmla="*/ 120131 w 138022"/>
                <a:gd name="connsiteY81" fmla="*/ 63590 h 133175"/>
                <a:gd name="connsiteX82" fmla="*/ 123965 w 138022"/>
                <a:gd name="connsiteY82" fmla="*/ 67420 h 133175"/>
                <a:gd name="connsiteX83" fmla="*/ 120131 w 138022"/>
                <a:gd name="connsiteY83" fmla="*/ 71251 h 133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Lst>
              <a:rect l="l" t="t" r="r" b="b"/>
              <a:pathLst>
                <a:path w="138022" h="133175">
                  <a:moveTo>
                    <a:pt x="128438" y="54014"/>
                  </a:moveTo>
                  <a:cubicBezTo>
                    <a:pt x="126521" y="52737"/>
                    <a:pt x="125243" y="51460"/>
                    <a:pt x="123326" y="49545"/>
                  </a:cubicBezTo>
                  <a:cubicBezTo>
                    <a:pt x="123326" y="47630"/>
                    <a:pt x="123965" y="45076"/>
                    <a:pt x="124604" y="43161"/>
                  </a:cubicBezTo>
                  <a:cubicBezTo>
                    <a:pt x="129077" y="36777"/>
                    <a:pt x="127160" y="27201"/>
                    <a:pt x="120770" y="22732"/>
                  </a:cubicBezTo>
                  <a:cubicBezTo>
                    <a:pt x="116936" y="20179"/>
                    <a:pt x="112463" y="19540"/>
                    <a:pt x="108629" y="20817"/>
                  </a:cubicBezTo>
                  <a:cubicBezTo>
                    <a:pt x="106712" y="20817"/>
                    <a:pt x="104795" y="20817"/>
                    <a:pt x="102878" y="20179"/>
                  </a:cubicBezTo>
                  <a:cubicBezTo>
                    <a:pt x="101600" y="18263"/>
                    <a:pt x="100961" y="16348"/>
                    <a:pt x="100322" y="14433"/>
                  </a:cubicBezTo>
                  <a:cubicBezTo>
                    <a:pt x="98405" y="9326"/>
                    <a:pt x="96488" y="2942"/>
                    <a:pt x="90737" y="1027"/>
                  </a:cubicBezTo>
                  <a:cubicBezTo>
                    <a:pt x="84986" y="-250"/>
                    <a:pt x="79235" y="1665"/>
                    <a:pt x="74762" y="5495"/>
                  </a:cubicBezTo>
                  <a:cubicBezTo>
                    <a:pt x="73484" y="8687"/>
                    <a:pt x="69650" y="9326"/>
                    <a:pt x="66455" y="8049"/>
                  </a:cubicBezTo>
                  <a:cubicBezTo>
                    <a:pt x="65177" y="7411"/>
                    <a:pt x="64538" y="6772"/>
                    <a:pt x="63899" y="5495"/>
                  </a:cubicBezTo>
                  <a:cubicBezTo>
                    <a:pt x="59426" y="1027"/>
                    <a:pt x="53675" y="-888"/>
                    <a:pt x="47925" y="388"/>
                  </a:cubicBezTo>
                  <a:cubicBezTo>
                    <a:pt x="41535" y="2304"/>
                    <a:pt x="38979" y="8687"/>
                    <a:pt x="37701" y="13795"/>
                  </a:cubicBezTo>
                  <a:cubicBezTo>
                    <a:pt x="37062" y="15710"/>
                    <a:pt x="36423" y="17625"/>
                    <a:pt x="35145" y="19540"/>
                  </a:cubicBezTo>
                  <a:cubicBezTo>
                    <a:pt x="33228" y="20179"/>
                    <a:pt x="30672" y="20179"/>
                    <a:pt x="28755" y="20179"/>
                  </a:cubicBezTo>
                  <a:cubicBezTo>
                    <a:pt x="21087" y="17625"/>
                    <a:pt x="12780" y="22732"/>
                    <a:pt x="10863" y="30393"/>
                  </a:cubicBezTo>
                  <a:cubicBezTo>
                    <a:pt x="9585" y="34223"/>
                    <a:pt x="10224" y="38692"/>
                    <a:pt x="12780" y="42523"/>
                  </a:cubicBezTo>
                  <a:cubicBezTo>
                    <a:pt x="13419" y="44438"/>
                    <a:pt x="14058" y="46353"/>
                    <a:pt x="14058" y="48268"/>
                  </a:cubicBezTo>
                  <a:cubicBezTo>
                    <a:pt x="12780" y="49545"/>
                    <a:pt x="10863" y="50822"/>
                    <a:pt x="9585" y="52099"/>
                  </a:cubicBezTo>
                  <a:cubicBezTo>
                    <a:pt x="5112" y="55291"/>
                    <a:pt x="0" y="59121"/>
                    <a:pt x="0" y="65505"/>
                  </a:cubicBezTo>
                  <a:cubicBezTo>
                    <a:pt x="0" y="71889"/>
                    <a:pt x="5112" y="75719"/>
                    <a:pt x="9585" y="78911"/>
                  </a:cubicBezTo>
                  <a:cubicBezTo>
                    <a:pt x="11502" y="80188"/>
                    <a:pt x="12780" y="81465"/>
                    <a:pt x="14697" y="83380"/>
                  </a:cubicBezTo>
                  <a:cubicBezTo>
                    <a:pt x="14697" y="85295"/>
                    <a:pt x="14058" y="87849"/>
                    <a:pt x="13419" y="89764"/>
                  </a:cubicBezTo>
                  <a:cubicBezTo>
                    <a:pt x="8946" y="96786"/>
                    <a:pt x="10863" y="105724"/>
                    <a:pt x="17253" y="110193"/>
                  </a:cubicBezTo>
                  <a:cubicBezTo>
                    <a:pt x="20448" y="112746"/>
                    <a:pt x="24921" y="113385"/>
                    <a:pt x="29394" y="112108"/>
                  </a:cubicBezTo>
                  <a:cubicBezTo>
                    <a:pt x="31311" y="112108"/>
                    <a:pt x="33228" y="112108"/>
                    <a:pt x="35145" y="112746"/>
                  </a:cubicBezTo>
                  <a:cubicBezTo>
                    <a:pt x="36423" y="114662"/>
                    <a:pt x="37062" y="116577"/>
                    <a:pt x="37701" y="118492"/>
                  </a:cubicBezTo>
                  <a:cubicBezTo>
                    <a:pt x="39617" y="123599"/>
                    <a:pt x="41535" y="129983"/>
                    <a:pt x="47285" y="131898"/>
                  </a:cubicBezTo>
                  <a:cubicBezTo>
                    <a:pt x="53036" y="133175"/>
                    <a:pt x="58787" y="131260"/>
                    <a:pt x="63260" y="127430"/>
                  </a:cubicBezTo>
                  <a:cubicBezTo>
                    <a:pt x="65177" y="126153"/>
                    <a:pt x="66455" y="124876"/>
                    <a:pt x="68372" y="124238"/>
                  </a:cubicBezTo>
                  <a:cubicBezTo>
                    <a:pt x="70289" y="124876"/>
                    <a:pt x="72206" y="126153"/>
                    <a:pt x="73484" y="127430"/>
                  </a:cubicBezTo>
                  <a:cubicBezTo>
                    <a:pt x="77318" y="130622"/>
                    <a:pt x="81791" y="132537"/>
                    <a:pt x="86264" y="133175"/>
                  </a:cubicBezTo>
                  <a:cubicBezTo>
                    <a:pt x="87542" y="133175"/>
                    <a:pt x="88820" y="133175"/>
                    <a:pt x="89459" y="132537"/>
                  </a:cubicBezTo>
                  <a:cubicBezTo>
                    <a:pt x="95849" y="130622"/>
                    <a:pt x="97766" y="124238"/>
                    <a:pt x="99683" y="119130"/>
                  </a:cubicBezTo>
                  <a:cubicBezTo>
                    <a:pt x="100322" y="117215"/>
                    <a:pt x="100961" y="115300"/>
                    <a:pt x="102239" y="114023"/>
                  </a:cubicBezTo>
                  <a:cubicBezTo>
                    <a:pt x="104156" y="113385"/>
                    <a:pt x="106712" y="113385"/>
                    <a:pt x="108629" y="113385"/>
                  </a:cubicBezTo>
                  <a:cubicBezTo>
                    <a:pt x="116297" y="115300"/>
                    <a:pt x="124604" y="110831"/>
                    <a:pt x="126521" y="103170"/>
                  </a:cubicBezTo>
                  <a:cubicBezTo>
                    <a:pt x="127799" y="99340"/>
                    <a:pt x="127160" y="94871"/>
                    <a:pt x="125243" y="91679"/>
                  </a:cubicBezTo>
                  <a:cubicBezTo>
                    <a:pt x="124604" y="89764"/>
                    <a:pt x="123965" y="87849"/>
                    <a:pt x="123965" y="85934"/>
                  </a:cubicBezTo>
                  <a:cubicBezTo>
                    <a:pt x="125243" y="84657"/>
                    <a:pt x="127160" y="83380"/>
                    <a:pt x="128438" y="82103"/>
                  </a:cubicBezTo>
                  <a:cubicBezTo>
                    <a:pt x="133550" y="79550"/>
                    <a:pt x="137384" y="74443"/>
                    <a:pt x="138023" y="68697"/>
                  </a:cubicBezTo>
                  <a:cubicBezTo>
                    <a:pt x="138023" y="61675"/>
                    <a:pt x="132911" y="57206"/>
                    <a:pt x="128438" y="54014"/>
                  </a:cubicBezTo>
                  <a:close/>
                  <a:moveTo>
                    <a:pt x="120131" y="71251"/>
                  </a:moveTo>
                  <a:cubicBezTo>
                    <a:pt x="111185" y="75081"/>
                    <a:pt x="107990" y="85934"/>
                    <a:pt x="111824" y="94233"/>
                  </a:cubicBezTo>
                  <a:cubicBezTo>
                    <a:pt x="111824" y="94233"/>
                    <a:pt x="111824" y="94871"/>
                    <a:pt x="112463" y="94871"/>
                  </a:cubicBezTo>
                  <a:cubicBezTo>
                    <a:pt x="113102" y="96786"/>
                    <a:pt x="113741" y="98702"/>
                    <a:pt x="113741" y="100617"/>
                  </a:cubicBezTo>
                  <a:cubicBezTo>
                    <a:pt x="111824" y="100617"/>
                    <a:pt x="109907" y="101255"/>
                    <a:pt x="107990" y="101255"/>
                  </a:cubicBezTo>
                  <a:cubicBezTo>
                    <a:pt x="103517" y="100617"/>
                    <a:pt x="98405" y="101894"/>
                    <a:pt x="94571" y="103809"/>
                  </a:cubicBezTo>
                  <a:cubicBezTo>
                    <a:pt x="91376" y="107001"/>
                    <a:pt x="88820" y="110831"/>
                    <a:pt x="87542" y="115300"/>
                  </a:cubicBezTo>
                  <a:cubicBezTo>
                    <a:pt x="86903" y="117215"/>
                    <a:pt x="86264" y="119130"/>
                    <a:pt x="84986" y="120407"/>
                  </a:cubicBezTo>
                  <a:cubicBezTo>
                    <a:pt x="83069" y="119769"/>
                    <a:pt x="81791" y="118492"/>
                    <a:pt x="79874" y="117215"/>
                  </a:cubicBezTo>
                  <a:cubicBezTo>
                    <a:pt x="76679" y="114023"/>
                    <a:pt x="72206" y="112108"/>
                    <a:pt x="67733" y="111470"/>
                  </a:cubicBezTo>
                  <a:lnTo>
                    <a:pt x="67733" y="111470"/>
                  </a:lnTo>
                  <a:cubicBezTo>
                    <a:pt x="63260" y="112108"/>
                    <a:pt x="58787" y="114023"/>
                    <a:pt x="54954" y="116577"/>
                  </a:cubicBezTo>
                  <a:cubicBezTo>
                    <a:pt x="53675" y="117854"/>
                    <a:pt x="51759" y="118492"/>
                    <a:pt x="50480" y="119130"/>
                  </a:cubicBezTo>
                  <a:cubicBezTo>
                    <a:pt x="49841" y="117215"/>
                    <a:pt x="49202" y="115938"/>
                    <a:pt x="48564" y="114023"/>
                  </a:cubicBezTo>
                  <a:cubicBezTo>
                    <a:pt x="47285" y="104447"/>
                    <a:pt x="38979" y="98063"/>
                    <a:pt x="29394" y="98702"/>
                  </a:cubicBezTo>
                  <a:cubicBezTo>
                    <a:pt x="28755" y="98702"/>
                    <a:pt x="28755" y="98702"/>
                    <a:pt x="28116" y="98702"/>
                  </a:cubicBezTo>
                  <a:lnTo>
                    <a:pt x="22365" y="98702"/>
                  </a:lnTo>
                  <a:cubicBezTo>
                    <a:pt x="22365" y="96786"/>
                    <a:pt x="23004" y="94871"/>
                    <a:pt x="23643" y="92956"/>
                  </a:cubicBezTo>
                  <a:cubicBezTo>
                    <a:pt x="28116" y="84657"/>
                    <a:pt x="25560" y="73804"/>
                    <a:pt x="16614" y="68697"/>
                  </a:cubicBezTo>
                  <a:cubicBezTo>
                    <a:pt x="16614" y="68697"/>
                    <a:pt x="15975" y="68697"/>
                    <a:pt x="15975" y="68059"/>
                  </a:cubicBezTo>
                  <a:cubicBezTo>
                    <a:pt x="14697" y="66782"/>
                    <a:pt x="13419" y="65505"/>
                    <a:pt x="12141" y="64228"/>
                  </a:cubicBezTo>
                  <a:cubicBezTo>
                    <a:pt x="13419" y="62951"/>
                    <a:pt x="14697" y="61675"/>
                    <a:pt x="16614" y="60398"/>
                  </a:cubicBezTo>
                  <a:cubicBezTo>
                    <a:pt x="20448" y="57844"/>
                    <a:pt x="23643" y="54652"/>
                    <a:pt x="25560" y="50183"/>
                  </a:cubicBezTo>
                  <a:cubicBezTo>
                    <a:pt x="26838" y="45715"/>
                    <a:pt x="26199" y="40607"/>
                    <a:pt x="24282" y="36777"/>
                  </a:cubicBezTo>
                  <a:cubicBezTo>
                    <a:pt x="23643" y="34862"/>
                    <a:pt x="23004" y="32947"/>
                    <a:pt x="23004" y="31031"/>
                  </a:cubicBezTo>
                  <a:cubicBezTo>
                    <a:pt x="24921" y="31031"/>
                    <a:pt x="26838" y="31031"/>
                    <a:pt x="28755" y="31031"/>
                  </a:cubicBezTo>
                  <a:cubicBezTo>
                    <a:pt x="33228" y="31670"/>
                    <a:pt x="38340" y="30393"/>
                    <a:pt x="42174" y="28478"/>
                  </a:cubicBezTo>
                  <a:cubicBezTo>
                    <a:pt x="45369" y="25286"/>
                    <a:pt x="47925" y="21455"/>
                    <a:pt x="49202" y="16987"/>
                  </a:cubicBezTo>
                  <a:cubicBezTo>
                    <a:pt x="49841" y="15071"/>
                    <a:pt x="50480" y="13156"/>
                    <a:pt x="51759" y="11879"/>
                  </a:cubicBezTo>
                  <a:cubicBezTo>
                    <a:pt x="53675" y="12518"/>
                    <a:pt x="54954" y="13795"/>
                    <a:pt x="56870" y="15071"/>
                  </a:cubicBezTo>
                  <a:cubicBezTo>
                    <a:pt x="60065" y="18263"/>
                    <a:pt x="64538" y="20179"/>
                    <a:pt x="69011" y="20817"/>
                  </a:cubicBezTo>
                  <a:cubicBezTo>
                    <a:pt x="73484" y="20179"/>
                    <a:pt x="77957" y="18263"/>
                    <a:pt x="81791" y="15710"/>
                  </a:cubicBezTo>
                  <a:cubicBezTo>
                    <a:pt x="83069" y="14433"/>
                    <a:pt x="84986" y="13795"/>
                    <a:pt x="86264" y="13156"/>
                  </a:cubicBezTo>
                  <a:cubicBezTo>
                    <a:pt x="86903" y="15071"/>
                    <a:pt x="87542" y="16348"/>
                    <a:pt x="88181" y="18263"/>
                  </a:cubicBezTo>
                  <a:cubicBezTo>
                    <a:pt x="89459" y="27839"/>
                    <a:pt x="97766" y="34862"/>
                    <a:pt x="107351" y="33585"/>
                  </a:cubicBezTo>
                  <a:cubicBezTo>
                    <a:pt x="107351" y="33585"/>
                    <a:pt x="107990" y="33585"/>
                    <a:pt x="107990" y="33585"/>
                  </a:cubicBezTo>
                  <a:cubicBezTo>
                    <a:pt x="109907" y="33585"/>
                    <a:pt x="112463" y="33585"/>
                    <a:pt x="113741" y="33585"/>
                  </a:cubicBezTo>
                  <a:cubicBezTo>
                    <a:pt x="113102" y="35500"/>
                    <a:pt x="113102" y="37415"/>
                    <a:pt x="112463" y="38692"/>
                  </a:cubicBezTo>
                  <a:cubicBezTo>
                    <a:pt x="107990" y="46991"/>
                    <a:pt x="110546" y="57844"/>
                    <a:pt x="119492" y="62951"/>
                  </a:cubicBezTo>
                  <a:cubicBezTo>
                    <a:pt x="119492" y="62951"/>
                    <a:pt x="120131" y="62951"/>
                    <a:pt x="120131" y="63590"/>
                  </a:cubicBezTo>
                  <a:cubicBezTo>
                    <a:pt x="121409" y="64867"/>
                    <a:pt x="122687" y="66143"/>
                    <a:pt x="123965" y="67420"/>
                  </a:cubicBezTo>
                  <a:cubicBezTo>
                    <a:pt x="123326" y="69335"/>
                    <a:pt x="122048" y="69974"/>
                    <a:pt x="120131" y="71251"/>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47" name="Graphic 4">
              <a:extLst>
                <a:ext uri="{FF2B5EF4-FFF2-40B4-BE49-F238E27FC236}">
                  <a16:creationId xmlns:a16="http://schemas.microsoft.com/office/drawing/2014/main" id="{66303F28-1A1D-CFBE-9E5A-C387F2F6EB17}"/>
                </a:ext>
              </a:extLst>
            </p:cNvPr>
            <p:cNvSpPr/>
            <p:nvPr/>
          </p:nvSpPr>
          <p:spPr>
            <a:xfrm>
              <a:off x="2769705" y="1505030"/>
              <a:ext cx="51144" cy="50601"/>
            </a:xfrm>
            <a:custGeom>
              <a:avLst/>
              <a:gdLst>
                <a:gd name="connsiteX0" fmla="*/ 17585 w 51144"/>
                <a:gd name="connsiteY0" fmla="*/ 1114 h 50601"/>
                <a:gd name="connsiteX1" fmla="*/ 2888 w 51144"/>
                <a:gd name="connsiteY1" fmla="*/ 13243 h 50601"/>
                <a:gd name="connsiteX2" fmla="*/ 13751 w 51144"/>
                <a:gd name="connsiteY2" fmla="*/ 47717 h 50601"/>
                <a:gd name="connsiteX3" fmla="*/ 48256 w 51144"/>
                <a:gd name="connsiteY3" fmla="*/ 36864 h 50601"/>
                <a:gd name="connsiteX4" fmla="*/ 37393 w 51144"/>
                <a:gd name="connsiteY4" fmla="*/ 2390 h 50601"/>
                <a:gd name="connsiteX5" fmla="*/ 17585 w 51144"/>
                <a:gd name="connsiteY5" fmla="*/ 1114 h 50601"/>
                <a:gd name="connsiteX6" fmla="*/ 28447 w 51144"/>
                <a:gd name="connsiteY6" fmla="*/ 37502 h 50601"/>
                <a:gd name="connsiteX7" fmla="*/ 13751 w 51144"/>
                <a:gd name="connsiteY7" fmla="*/ 26650 h 50601"/>
                <a:gd name="connsiteX8" fmla="*/ 20780 w 51144"/>
                <a:gd name="connsiteY8" fmla="*/ 13243 h 50601"/>
                <a:gd name="connsiteX9" fmla="*/ 24613 w 51144"/>
                <a:gd name="connsiteY9" fmla="*/ 12605 h 50601"/>
                <a:gd name="connsiteX10" fmla="*/ 36755 w 51144"/>
                <a:gd name="connsiteY10" fmla="*/ 26011 h 50601"/>
                <a:gd name="connsiteX11" fmla="*/ 28447 w 51144"/>
                <a:gd name="connsiteY11" fmla="*/ 37502 h 50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1144" h="50601">
                  <a:moveTo>
                    <a:pt x="17585" y="1114"/>
                  </a:moveTo>
                  <a:cubicBezTo>
                    <a:pt x="11195" y="3029"/>
                    <a:pt x="5444" y="7498"/>
                    <a:pt x="2888" y="13243"/>
                  </a:cubicBezTo>
                  <a:cubicBezTo>
                    <a:pt x="-3502" y="26011"/>
                    <a:pt x="971" y="41333"/>
                    <a:pt x="13751" y="47717"/>
                  </a:cubicBezTo>
                  <a:cubicBezTo>
                    <a:pt x="26531" y="54101"/>
                    <a:pt x="41866" y="49632"/>
                    <a:pt x="48256" y="36864"/>
                  </a:cubicBezTo>
                  <a:cubicBezTo>
                    <a:pt x="54646" y="24096"/>
                    <a:pt x="50173" y="8774"/>
                    <a:pt x="37393" y="2390"/>
                  </a:cubicBezTo>
                  <a:cubicBezTo>
                    <a:pt x="31003" y="-163"/>
                    <a:pt x="23975" y="-802"/>
                    <a:pt x="17585" y="1114"/>
                  </a:cubicBezTo>
                  <a:close/>
                  <a:moveTo>
                    <a:pt x="28447" y="37502"/>
                  </a:moveTo>
                  <a:cubicBezTo>
                    <a:pt x="21419" y="38779"/>
                    <a:pt x="15029" y="33672"/>
                    <a:pt x="13751" y="26650"/>
                  </a:cubicBezTo>
                  <a:cubicBezTo>
                    <a:pt x="13112" y="20904"/>
                    <a:pt x="15668" y="15797"/>
                    <a:pt x="20780" y="13243"/>
                  </a:cubicBezTo>
                  <a:cubicBezTo>
                    <a:pt x="22058" y="12605"/>
                    <a:pt x="23336" y="12605"/>
                    <a:pt x="24613" y="12605"/>
                  </a:cubicBezTo>
                  <a:cubicBezTo>
                    <a:pt x="31642" y="13243"/>
                    <a:pt x="36755" y="18989"/>
                    <a:pt x="36755" y="26011"/>
                  </a:cubicBezTo>
                  <a:cubicBezTo>
                    <a:pt x="36755" y="31118"/>
                    <a:pt x="33560" y="35587"/>
                    <a:pt x="28447" y="37502"/>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grpSp>
      <p:grpSp>
        <p:nvGrpSpPr>
          <p:cNvPr id="48" name="Graphic 4">
            <a:extLst>
              <a:ext uri="{FF2B5EF4-FFF2-40B4-BE49-F238E27FC236}">
                <a16:creationId xmlns:a16="http://schemas.microsoft.com/office/drawing/2014/main" id="{C02DF4A0-08F0-C4DF-5081-1D345E024E42}"/>
              </a:ext>
            </a:extLst>
          </p:cNvPr>
          <p:cNvGrpSpPr/>
          <p:nvPr/>
        </p:nvGrpSpPr>
        <p:grpSpPr>
          <a:xfrm>
            <a:off x="5579335" y="2961193"/>
            <a:ext cx="362309" cy="361971"/>
            <a:chOff x="1515054" y="3339623"/>
            <a:chExt cx="362309" cy="361971"/>
          </a:xfrm>
          <a:solidFill>
            <a:schemeClr val="accent6"/>
          </a:solidFill>
        </p:grpSpPr>
        <p:sp>
          <p:nvSpPr>
            <p:cNvPr id="49" name="Graphic 4">
              <a:extLst>
                <a:ext uri="{FF2B5EF4-FFF2-40B4-BE49-F238E27FC236}">
                  <a16:creationId xmlns:a16="http://schemas.microsoft.com/office/drawing/2014/main" id="{7BD36D95-07E0-CB8E-55CB-53E2201A9F76}"/>
                </a:ext>
              </a:extLst>
            </p:cNvPr>
            <p:cNvSpPr/>
            <p:nvPr/>
          </p:nvSpPr>
          <p:spPr>
            <a:xfrm>
              <a:off x="1515054" y="3339623"/>
              <a:ext cx="362309" cy="361971"/>
            </a:xfrm>
            <a:custGeom>
              <a:avLst/>
              <a:gdLst>
                <a:gd name="connsiteX0" fmla="*/ 180835 w 362309"/>
                <a:gd name="connsiteY0" fmla="*/ 0 h 361971"/>
                <a:gd name="connsiteX1" fmla="*/ 0 w 362309"/>
                <a:gd name="connsiteY1" fmla="*/ 180667 h 361971"/>
                <a:gd name="connsiteX2" fmla="*/ 180835 w 362309"/>
                <a:gd name="connsiteY2" fmla="*/ 361972 h 361971"/>
                <a:gd name="connsiteX3" fmla="*/ 362309 w 362309"/>
                <a:gd name="connsiteY3" fmla="*/ 180667 h 361971"/>
                <a:gd name="connsiteX4" fmla="*/ 362309 w 362309"/>
                <a:gd name="connsiteY4" fmla="*/ 180667 h 361971"/>
                <a:gd name="connsiteX5" fmla="*/ 180835 w 362309"/>
                <a:gd name="connsiteY5" fmla="*/ 0 h 361971"/>
                <a:gd name="connsiteX6" fmla="*/ 180835 w 362309"/>
                <a:gd name="connsiteY6" fmla="*/ 349204 h 361971"/>
                <a:gd name="connsiteX7" fmla="*/ 12780 w 362309"/>
                <a:gd name="connsiteY7" fmla="*/ 180667 h 361971"/>
                <a:gd name="connsiteX8" fmla="*/ 180835 w 362309"/>
                <a:gd name="connsiteY8" fmla="*/ 12768 h 361971"/>
                <a:gd name="connsiteX9" fmla="*/ 349529 w 362309"/>
                <a:gd name="connsiteY9" fmla="*/ 181305 h 361971"/>
                <a:gd name="connsiteX10" fmla="*/ 349529 w 362309"/>
                <a:gd name="connsiteY10" fmla="*/ 181305 h 361971"/>
                <a:gd name="connsiteX11" fmla="*/ 180835 w 362309"/>
                <a:gd name="connsiteY11" fmla="*/ 349204 h 361971"/>
                <a:gd name="connsiteX12" fmla="*/ 180835 w 362309"/>
                <a:gd name="connsiteY12" fmla="*/ 349204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2309" h="361971">
                  <a:moveTo>
                    <a:pt x="180835" y="0"/>
                  </a:moveTo>
                  <a:cubicBezTo>
                    <a:pt x="80513" y="0"/>
                    <a:pt x="0" y="81077"/>
                    <a:pt x="0" y="180667"/>
                  </a:cubicBezTo>
                  <a:cubicBezTo>
                    <a:pt x="0" y="280895"/>
                    <a:pt x="81152" y="361972"/>
                    <a:pt x="180835" y="361972"/>
                  </a:cubicBezTo>
                  <a:cubicBezTo>
                    <a:pt x="280518" y="361972"/>
                    <a:pt x="362309" y="280895"/>
                    <a:pt x="362309" y="180667"/>
                  </a:cubicBezTo>
                  <a:lnTo>
                    <a:pt x="362309" y="180667"/>
                  </a:lnTo>
                  <a:cubicBezTo>
                    <a:pt x="361670" y="81077"/>
                    <a:pt x="280518" y="0"/>
                    <a:pt x="180835" y="0"/>
                  </a:cubicBezTo>
                  <a:close/>
                  <a:moveTo>
                    <a:pt x="180835" y="349204"/>
                  </a:moveTo>
                  <a:cubicBezTo>
                    <a:pt x="87542" y="349204"/>
                    <a:pt x="12780" y="273873"/>
                    <a:pt x="12780" y="180667"/>
                  </a:cubicBezTo>
                  <a:cubicBezTo>
                    <a:pt x="12780" y="87461"/>
                    <a:pt x="88181" y="12768"/>
                    <a:pt x="180835" y="12768"/>
                  </a:cubicBezTo>
                  <a:cubicBezTo>
                    <a:pt x="274128" y="12768"/>
                    <a:pt x="349529" y="88099"/>
                    <a:pt x="349529" y="181305"/>
                  </a:cubicBezTo>
                  <a:lnTo>
                    <a:pt x="349529" y="181305"/>
                  </a:lnTo>
                  <a:cubicBezTo>
                    <a:pt x="348891" y="273873"/>
                    <a:pt x="273489" y="349204"/>
                    <a:pt x="180835" y="349204"/>
                  </a:cubicBezTo>
                  <a:lnTo>
                    <a:pt x="180835" y="349204"/>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50" name="Graphic 4">
              <a:extLst>
                <a:ext uri="{FF2B5EF4-FFF2-40B4-BE49-F238E27FC236}">
                  <a16:creationId xmlns:a16="http://schemas.microsoft.com/office/drawing/2014/main" id="{DDB36494-51A1-8B86-676A-64B6496F91BE}"/>
                </a:ext>
              </a:extLst>
            </p:cNvPr>
            <p:cNvSpPr/>
            <p:nvPr/>
          </p:nvSpPr>
          <p:spPr>
            <a:xfrm>
              <a:off x="1655387" y="3442979"/>
              <a:ext cx="81466" cy="93909"/>
            </a:xfrm>
            <a:custGeom>
              <a:avLst/>
              <a:gdLst>
                <a:gd name="connsiteX0" fmla="*/ 9191 w 81466"/>
                <a:gd name="connsiteY0" fmla="*/ 65819 h 93909"/>
                <a:gd name="connsiteX1" fmla="*/ 16859 w 81466"/>
                <a:gd name="connsiteY1" fmla="*/ 87525 h 93909"/>
                <a:gd name="connsiteX2" fmla="*/ 23249 w 81466"/>
                <a:gd name="connsiteY2" fmla="*/ 93909 h 93909"/>
                <a:gd name="connsiteX3" fmla="*/ 57754 w 81466"/>
                <a:gd name="connsiteY3" fmla="*/ 93909 h 93909"/>
                <a:gd name="connsiteX4" fmla="*/ 64144 w 81466"/>
                <a:gd name="connsiteY4" fmla="*/ 87525 h 93909"/>
                <a:gd name="connsiteX5" fmla="*/ 71812 w 81466"/>
                <a:gd name="connsiteY5" fmla="*/ 65819 h 93909"/>
                <a:gd name="connsiteX6" fmla="*/ 81397 w 81466"/>
                <a:gd name="connsiteY6" fmla="*/ 39007 h 93909"/>
                <a:gd name="connsiteX7" fmla="*/ 39224 w 81466"/>
                <a:gd name="connsiteY7" fmla="*/ 64 h 93909"/>
                <a:gd name="connsiteX8" fmla="*/ 245 w 81466"/>
                <a:gd name="connsiteY8" fmla="*/ 39007 h 93909"/>
                <a:gd name="connsiteX9" fmla="*/ 9191 w 81466"/>
                <a:gd name="connsiteY9" fmla="*/ 65819 h 93909"/>
                <a:gd name="connsiteX10" fmla="*/ 40501 w 81466"/>
                <a:gd name="connsiteY10" fmla="*/ 11555 h 93909"/>
                <a:gd name="connsiteX11" fmla="*/ 68617 w 81466"/>
                <a:gd name="connsiteY11" fmla="*/ 37730 h 93909"/>
                <a:gd name="connsiteX12" fmla="*/ 68617 w 81466"/>
                <a:gd name="connsiteY12" fmla="*/ 39007 h 93909"/>
                <a:gd name="connsiteX13" fmla="*/ 61588 w 81466"/>
                <a:gd name="connsiteY13" fmla="*/ 58158 h 93909"/>
                <a:gd name="connsiteX14" fmla="*/ 51364 w 81466"/>
                <a:gd name="connsiteY14" fmla="*/ 81141 h 93909"/>
                <a:gd name="connsiteX15" fmla="*/ 29000 w 81466"/>
                <a:gd name="connsiteY15" fmla="*/ 81141 h 93909"/>
                <a:gd name="connsiteX16" fmla="*/ 18776 w 81466"/>
                <a:gd name="connsiteY16" fmla="*/ 58158 h 93909"/>
                <a:gd name="connsiteX17" fmla="*/ 11747 w 81466"/>
                <a:gd name="connsiteY17" fmla="*/ 39007 h 93909"/>
                <a:gd name="connsiteX18" fmla="*/ 38585 w 81466"/>
                <a:gd name="connsiteY18" fmla="*/ 12194 h 93909"/>
                <a:gd name="connsiteX19" fmla="*/ 40501 w 81466"/>
                <a:gd name="connsiteY19" fmla="*/ 11555 h 93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1466" h="93909">
                  <a:moveTo>
                    <a:pt x="9191" y="65819"/>
                  </a:moveTo>
                  <a:cubicBezTo>
                    <a:pt x="14303" y="71565"/>
                    <a:pt x="17498" y="79864"/>
                    <a:pt x="16859" y="87525"/>
                  </a:cubicBezTo>
                  <a:cubicBezTo>
                    <a:pt x="16859" y="91355"/>
                    <a:pt x="19415" y="93909"/>
                    <a:pt x="23249" y="93909"/>
                  </a:cubicBezTo>
                  <a:lnTo>
                    <a:pt x="57754" y="93909"/>
                  </a:lnTo>
                  <a:cubicBezTo>
                    <a:pt x="61588" y="93909"/>
                    <a:pt x="64144" y="91355"/>
                    <a:pt x="64144" y="87525"/>
                  </a:cubicBezTo>
                  <a:cubicBezTo>
                    <a:pt x="63505" y="79226"/>
                    <a:pt x="66700" y="71565"/>
                    <a:pt x="71812" y="65819"/>
                  </a:cubicBezTo>
                  <a:cubicBezTo>
                    <a:pt x="78202" y="58158"/>
                    <a:pt x="82036" y="48583"/>
                    <a:pt x="81397" y="39007"/>
                  </a:cubicBezTo>
                  <a:cubicBezTo>
                    <a:pt x="80758" y="16663"/>
                    <a:pt x="61588" y="-1212"/>
                    <a:pt x="39224" y="64"/>
                  </a:cubicBezTo>
                  <a:cubicBezTo>
                    <a:pt x="18137" y="703"/>
                    <a:pt x="884" y="17939"/>
                    <a:pt x="245" y="39007"/>
                  </a:cubicBezTo>
                  <a:cubicBezTo>
                    <a:pt x="-1033" y="48583"/>
                    <a:pt x="2801" y="58158"/>
                    <a:pt x="9191" y="65819"/>
                  </a:cubicBezTo>
                  <a:close/>
                  <a:moveTo>
                    <a:pt x="40501" y="11555"/>
                  </a:moveTo>
                  <a:cubicBezTo>
                    <a:pt x="55198" y="10917"/>
                    <a:pt x="67978" y="22408"/>
                    <a:pt x="68617" y="37730"/>
                  </a:cubicBezTo>
                  <a:cubicBezTo>
                    <a:pt x="68617" y="38368"/>
                    <a:pt x="68617" y="38368"/>
                    <a:pt x="68617" y="39007"/>
                  </a:cubicBezTo>
                  <a:cubicBezTo>
                    <a:pt x="69256" y="46029"/>
                    <a:pt x="66700" y="53051"/>
                    <a:pt x="61588" y="58158"/>
                  </a:cubicBezTo>
                  <a:cubicBezTo>
                    <a:pt x="55837" y="64542"/>
                    <a:pt x="52642" y="72842"/>
                    <a:pt x="51364" y="81141"/>
                  </a:cubicBezTo>
                  <a:lnTo>
                    <a:pt x="29000" y="81141"/>
                  </a:lnTo>
                  <a:cubicBezTo>
                    <a:pt x="28361" y="72842"/>
                    <a:pt x="24527" y="64542"/>
                    <a:pt x="18776" y="58158"/>
                  </a:cubicBezTo>
                  <a:cubicBezTo>
                    <a:pt x="13664" y="53051"/>
                    <a:pt x="11747" y="46029"/>
                    <a:pt x="11747" y="39007"/>
                  </a:cubicBezTo>
                  <a:cubicBezTo>
                    <a:pt x="11747" y="24323"/>
                    <a:pt x="23888" y="12194"/>
                    <a:pt x="38585" y="12194"/>
                  </a:cubicBezTo>
                  <a:cubicBezTo>
                    <a:pt x="39862" y="11555"/>
                    <a:pt x="39862" y="11555"/>
                    <a:pt x="40501" y="11555"/>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51" name="Graphic 4">
              <a:extLst>
                <a:ext uri="{FF2B5EF4-FFF2-40B4-BE49-F238E27FC236}">
                  <a16:creationId xmlns:a16="http://schemas.microsoft.com/office/drawing/2014/main" id="{F3E86252-1B8F-3D55-2C34-296DBE405A5D}"/>
                </a:ext>
              </a:extLst>
            </p:cNvPr>
            <p:cNvSpPr/>
            <p:nvPr/>
          </p:nvSpPr>
          <p:spPr>
            <a:xfrm>
              <a:off x="1672885" y="3542634"/>
              <a:ext cx="45368" cy="12767"/>
            </a:xfrm>
            <a:custGeom>
              <a:avLst/>
              <a:gdLst>
                <a:gd name="connsiteX0" fmla="*/ 38979 w 45368"/>
                <a:gd name="connsiteY0" fmla="*/ 0 h 12767"/>
                <a:gd name="connsiteX1" fmla="*/ 6390 w 45368"/>
                <a:gd name="connsiteY1" fmla="*/ 0 h 12767"/>
                <a:gd name="connsiteX2" fmla="*/ 0 w 45368"/>
                <a:gd name="connsiteY2" fmla="*/ 6384 h 12767"/>
                <a:gd name="connsiteX3" fmla="*/ 6390 w 45368"/>
                <a:gd name="connsiteY3" fmla="*/ 12768 h 12767"/>
                <a:gd name="connsiteX4" fmla="*/ 38979 w 45368"/>
                <a:gd name="connsiteY4" fmla="*/ 12768 h 12767"/>
                <a:gd name="connsiteX5" fmla="*/ 45369 w 45368"/>
                <a:gd name="connsiteY5" fmla="*/ 6384 h 12767"/>
                <a:gd name="connsiteX6" fmla="*/ 38979 w 45368"/>
                <a:gd name="connsiteY6" fmla="*/ 0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368" h="12767">
                  <a:moveTo>
                    <a:pt x="38979" y="0"/>
                  </a:moveTo>
                  <a:lnTo>
                    <a:pt x="6390" y="0"/>
                  </a:lnTo>
                  <a:cubicBezTo>
                    <a:pt x="2556" y="0"/>
                    <a:pt x="0" y="2554"/>
                    <a:pt x="0" y="6384"/>
                  </a:cubicBezTo>
                  <a:cubicBezTo>
                    <a:pt x="0" y="10215"/>
                    <a:pt x="2556" y="12768"/>
                    <a:pt x="6390" y="12768"/>
                  </a:cubicBezTo>
                  <a:lnTo>
                    <a:pt x="38979" y="12768"/>
                  </a:lnTo>
                  <a:cubicBezTo>
                    <a:pt x="42813" y="12768"/>
                    <a:pt x="45369" y="10215"/>
                    <a:pt x="45369" y="6384"/>
                  </a:cubicBezTo>
                  <a:cubicBezTo>
                    <a:pt x="45369" y="2554"/>
                    <a:pt x="42813" y="0"/>
                    <a:pt x="38979" y="0"/>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52" name="Graphic 4">
              <a:extLst>
                <a:ext uri="{FF2B5EF4-FFF2-40B4-BE49-F238E27FC236}">
                  <a16:creationId xmlns:a16="http://schemas.microsoft.com/office/drawing/2014/main" id="{51FD8862-2580-C2D0-1562-1D3CEFC8653B}"/>
                </a:ext>
              </a:extLst>
            </p:cNvPr>
            <p:cNvSpPr/>
            <p:nvPr/>
          </p:nvSpPr>
          <p:spPr>
            <a:xfrm>
              <a:off x="1689499" y="3399633"/>
              <a:ext cx="12779" cy="26812"/>
            </a:xfrm>
            <a:custGeom>
              <a:avLst/>
              <a:gdLst>
                <a:gd name="connsiteX0" fmla="*/ 6390 w 12779"/>
                <a:gd name="connsiteY0" fmla="*/ 26812 h 26812"/>
                <a:gd name="connsiteX1" fmla="*/ 12780 w 12779"/>
                <a:gd name="connsiteY1" fmla="*/ 20428 h 26812"/>
                <a:gd name="connsiteX2" fmla="*/ 12780 w 12779"/>
                <a:gd name="connsiteY2" fmla="*/ 6384 h 26812"/>
                <a:gd name="connsiteX3" fmla="*/ 6390 w 12779"/>
                <a:gd name="connsiteY3" fmla="*/ 0 h 26812"/>
                <a:gd name="connsiteX4" fmla="*/ 0 w 12779"/>
                <a:gd name="connsiteY4" fmla="*/ 6384 h 26812"/>
                <a:gd name="connsiteX5" fmla="*/ 0 w 12779"/>
                <a:gd name="connsiteY5" fmla="*/ 20428 h 26812"/>
                <a:gd name="connsiteX6" fmla="*/ 6390 w 12779"/>
                <a:gd name="connsiteY6" fmla="*/ 26812 h 268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779" h="26812">
                  <a:moveTo>
                    <a:pt x="6390" y="26812"/>
                  </a:moveTo>
                  <a:cubicBezTo>
                    <a:pt x="10224" y="26812"/>
                    <a:pt x="12780" y="24259"/>
                    <a:pt x="12780" y="20428"/>
                  </a:cubicBezTo>
                  <a:lnTo>
                    <a:pt x="12780" y="6384"/>
                  </a:lnTo>
                  <a:cubicBezTo>
                    <a:pt x="12780" y="2553"/>
                    <a:pt x="10224" y="0"/>
                    <a:pt x="6390" y="0"/>
                  </a:cubicBezTo>
                  <a:cubicBezTo>
                    <a:pt x="2556" y="0"/>
                    <a:pt x="0" y="2553"/>
                    <a:pt x="0" y="6384"/>
                  </a:cubicBezTo>
                  <a:lnTo>
                    <a:pt x="0" y="20428"/>
                  </a:lnTo>
                  <a:cubicBezTo>
                    <a:pt x="0" y="24259"/>
                    <a:pt x="2556" y="26812"/>
                    <a:pt x="6390" y="26812"/>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53" name="Graphic 4">
              <a:extLst>
                <a:ext uri="{FF2B5EF4-FFF2-40B4-BE49-F238E27FC236}">
                  <a16:creationId xmlns:a16="http://schemas.microsoft.com/office/drawing/2014/main" id="{8D018EFE-533E-B430-EB2F-761537356FC0}"/>
                </a:ext>
              </a:extLst>
            </p:cNvPr>
            <p:cNvSpPr/>
            <p:nvPr/>
          </p:nvSpPr>
          <p:spPr>
            <a:xfrm>
              <a:off x="1628994" y="3431752"/>
              <a:ext cx="25999" cy="21505"/>
            </a:xfrm>
            <a:custGeom>
              <a:avLst/>
              <a:gdLst>
                <a:gd name="connsiteX0" fmla="*/ 16414 w 25999"/>
                <a:gd name="connsiteY0" fmla="*/ 20229 h 21505"/>
                <a:gd name="connsiteX1" fmla="*/ 19609 w 25999"/>
                <a:gd name="connsiteY1" fmla="*/ 21506 h 21505"/>
                <a:gd name="connsiteX2" fmla="*/ 25999 w 25999"/>
                <a:gd name="connsiteY2" fmla="*/ 15122 h 21505"/>
                <a:gd name="connsiteX3" fmla="*/ 22804 w 25999"/>
                <a:gd name="connsiteY3" fmla="*/ 9377 h 21505"/>
                <a:gd name="connsiteX4" fmla="*/ 10024 w 25999"/>
                <a:gd name="connsiteY4" fmla="*/ 1077 h 21505"/>
                <a:gd name="connsiteX5" fmla="*/ 1078 w 25999"/>
                <a:gd name="connsiteY5" fmla="*/ 2993 h 21505"/>
                <a:gd name="connsiteX6" fmla="*/ 2995 w 25999"/>
                <a:gd name="connsiteY6" fmla="*/ 11930 h 21505"/>
                <a:gd name="connsiteX7" fmla="*/ 2995 w 25999"/>
                <a:gd name="connsiteY7" fmla="*/ 11930 h 21505"/>
                <a:gd name="connsiteX8" fmla="*/ 16414 w 25999"/>
                <a:gd name="connsiteY8" fmla="*/ 20229 h 215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999" h="21505">
                  <a:moveTo>
                    <a:pt x="16414" y="20229"/>
                  </a:moveTo>
                  <a:cubicBezTo>
                    <a:pt x="17692" y="20868"/>
                    <a:pt x="18970" y="21506"/>
                    <a:pt x="19609" y="21506"/>
                  </a:cubicBezTo>
                  <a:cubicBezTo>
                    <a:pt x="23443" y="21506"/>
                    <a:pt x="25999" y="18953"/>
                    <a:pt x="25999" y="15122"/>
                  </a:cubicBezTo>
                  <a:cubicBezTo>
                    <a:pt x="25999" y="13207"/>
                    <a:pt x="24721" y="10653"/>
                    <a:pt x="22804" y="9377"/>
                  </a:cubicBezTo>
                  <a:lnTo>
                    <a:pt x="10024" y="1077"/>
                  </a:lnTo>
                  <a:cubicBezTo>
                    <a:pt x="6829" y="-838"/>
                    <a:pt x="2995" y="-199"/>
                    <a:pt x="1078" y="2993"/>
                  </a:cubicBezTo>
                  <a:cubicBezTo>
                    <a:pt x="-839" y="6185"/>
                    <a:pt x="-200" y="10015"/>
                    <a:pt x="2995" y="11930"/>
                  </a:cubicBezTo>
                  <a:lnTo>
                    <a:pt x="2995" y="11930"/>
                  </a:lnTo>
                  <a:lnTo>
                    <a:pt x="16414" y="20229"/>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54" name="Graphic 4">
              <a:extLst>
                <a:ext uri="{FF2B5EF4-FFF2-40B4-BE49-F238E27FC236}">
                  <a16:creationId xmlns:a16="http://schemas.microsoft.com/office/drawing/2014/main" id="{F495EAEA-DEBF-A59B-0060-A51DF9511640}"/>
                </a:ext>
              </a:extLst>
            </p:cNvPr>
            <p:cNvSpPr/>
            <p:nvPr/>
          </p:nvSpPr>
          <p:spPr>
            <a:xfrm>
              <a:off x="1617932" y="3490924"/>
              <a:ext cx="28115" cy="12767"/>
            </a:xfrm>
            <a:custGeom>
              <a:avLst/>
              <a:gdLst>
                <a:gd name="connsiteX0" fmla="*/ 21726 w 28115"/>
                <a:gd name="connsiteY0" fmla="*/ 12768 h 12767"/>
                <a:gd name="connsiteX1" fmla="*/ 28116 w 28115"/>
                <a:gd name="connsiteY1" fmla="*/ 6384 h 12767"/>
                <a:gd name="connsiteX2" fmla="*/ 21726 w 28115"/>
                <a:gd name="connsiteY2" fmla="*/ 0 h 12767"/>
                <a:gd name="connsiteX3" fmla="*/ 6390 w 28115"/>
                <a:gd name="connsiteY3" fmla="*/ 0 h 12767"/>
                <a:gd name="connsiteX4" fmla="*/ 0 w 28115"/>
                <a:gd name="connsiteY4" fmla="*/ 6384 h 12767"/>
                <a:gd name="connsiteX5" fmla="*/ 6390 w 28115"/>
                <a:gd name="connsiteY5" fmla="*/ 12768 h 12767"/>
                <a:gd name="connsiteX6" fmla="*/ 21726 w 28115"/>
                <a:gd name="connsiteY6" fmla="*/ 12768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115" h="12767">
                  <a:moveTo>
                    <a:pt x="21726" y="12768"/>
                  </a:moveTo>
                  <a:cubicBezTo>
                    <a:pt x="25560" y="12768"/>
                    <a:pt x="28116" y="10214"/>
                    <a:pt x="28116" y="6384"/>
                  </a:cubicBezTo>
                  <a:cubicBezTo>
                    <a:pt x="28116" y="2553"/>
                    <a:pt x="25560" y="0"/>
                    <a:pt x="21726" y="0"/>
                  </a:cubicBezTo>
                  <a:lnTo>
                    <a:pt x="6390" y="0"/>
                  </a:lnTo>
                  <a:cubicBezTo>
                    <a:pt x="2556" y="0"/>
                    <a:pt x="0" y="2553"/>
                    <a:pt x="0" y="6384"/>
                  </a:cubicBezTo>
                  <a:cubicBezTo>
                    <a:pt x="0" y="10214"/>
                    <a:pt x="2556" y="12768"/>
                    <a:pt x="6390" y="12768"/>
                  </a:cubicBezTo>
                  <a:lnTo>
                    <a:pt x="21726" y="12768"/>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55" name="Graphic 4">
              <a:extLst>
                <a:ext uri="{FF2B5EF4-FFF2-40B4-BE49-F238E27FC236}">
                  <a16:creationId xmlns:a16="http://schemas.microsoft.com/office/drawing/2014/main" id="{771A5087-EC3D-B91B-FB19-0775116291A1}"/>
                </a:ext>
              </a:extLst>
            </p:cNvPr>
            <p:cNvSpPr/>
            <p:nvPr/>
          </p:nvSpPr>
          <p:spPr>
            <a:xfrm>
              <a:off x="1735706" y="3431752"/>
              <a:ext cx="25799" cy="21505"/>
            </a:xfrm>
            <a:custGeom>
              <a:avLst/>
              <a:gdLst>
                <a:gd name="connsiteX0" fmla="*/ 6829 w 25799"/>
                <a:gd name="connsiteY0" fmla="*/ 21506 h 21505"/>
                <a:gd name="connsiteX1" fmla="*/ 10024 w 25799"/>
                <a:gd name="connsiteY1" fmla="*/ 20229 h 21505"/>
                <a:gd name="connsiteX2" fmla="*/ 22804 w 25799"/>
                <a:gd name="connsiteY2" fmla="*/ 11930 h 21505"/>
                <a:gd name="connsiteX3" fmla="*/ 24721 w 25799"/>
                <a:gd name="connsiteY3" fmla="*/ 2993 h 21505"/>
                <a:gd name="connsiteX4" fmla="*/ 15775 w 25799"/>
                <a:gd name="connsiteY4" fmla="*/ 1077 h 21505"/>
                <a:gd name="connsiteX5" fmla="*/ 2995 w 25799"/>
                <a:gd name="connsiteY5" fmla="*/ 9377 h 21505"/>
                <a:gd name="connsiteX6" fmla="*/ 1078 w 25799"/>
                <a:gd name="connsiteY6" fmla="*/ 18314 h 21505"/>
                <a:gd name="connsiteX7" fmla="*/ 6829 w 25799"/>
                <a:gd name="connsiteY7" fmla="*/ 21506 h 21505"/>
                <a:gd name="connsiteX8" fmla="*/ 6829 w 25799"/>
                <a:gd name="connsiteY8" fmla="*/ 21506 h 215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799" h="21505">
                  <a:moveTo>
                    <a:pt x="6829" y="21506"/>
                  </a:moveTo>
                  <a:cubicBezTo>
                    <a:pt x="8107" y="21506"/>
                    <a:pt x="9385" y="20868"/>
                    <a:pt x="10024" y="20229"/>
                  </a:cubicBezTo>
                  <a:lnTo>
                    <a:pt x="22804" y="11930"/>
                  </a:lnTo>
                  <a:cubicBezTo>
                    <a:pt x="25999" y="10015"/>
                    <a:pt x="26638" y="6185"/>
                    <a:pt x="24721" y="2993"/>
                  </a:cubicBezTo>
                  <a:cubicBezTo>
                    <a:pt x="22804" y="-199"/>
                    <a:pt x="18970" y="-838"/>
                    <a:pt x="15775" y="1077"/>
                  </a:cubicBezTo>
                  <a:lnTo>
                    <a:pt x="2995" y="9377"/>
                  </a:lnTo>
                  <a:cubicBezTo>
                    <a:pt x="-200" y="11292"/>
                    <a:pt x="-839" y="15122"/>
                    <a:pt x="1078" y="18314"/>
                  </a:cubicBezTo>
                  <a:cubicBezTo>
                    <a:pt x="2356" y="20229"/>
                    <a:pt x="4912" y="21506"/>
                    <a:pt x="6829" y="21506"/>
                  </a:cubicBezTo>
                  <a:lnTo>
                    <a:pt x="6829" y="21506"/>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56" name="Graphic 4">
              <a:extLst>
                <a:ext uri="{FF2B5EF4-FFF2-40B4-BE49-F238E27FC236}">
                  <a16:creationId xmlns:a16="http://schemas.microsoft.com/office/drawing/2014/main" id="{2BD9B0B5-8847-2863-8B42-CA75966CF180}"/>
                </a:ext>
              </a:extLst>
            </p:cNvPr>
            <p:cNvSpPr/>
            <p:nvPr/>
          </p:nvSpPr>
          <p:spPr>
            <a:xfrm>
              <a:off x="1745091" y="3490924"/>
              <a:ext cx="28115" cy="12767"/>
            </a:xfrm>
            <a:custGeom>
              <a:avLst/>
              <a:gdLst>
                <a:gd name="connsiteX0" fmla="*/ 21726 w 28115"/>
                <a:gd name="connsiteY0" fmla="*/ 0 h 12767"/>
                <a:gd name="connsiteX1" fmla="*/ 6390 w 28115"/>
                <a:gd name="connsiteY1" fmla="*/ 0 h 12767"/>
                <a:gd name="connsiteX2" fmla="*/ 0 w 28115"/>
                <a:gd name="connsiteY2" fmla="*/ 6384 h 12767"/>
                <a:gd name="connsiteX3" fmla="*/ 6390 w 28115"/>
                <a:gd name="connsiteY3" fmla="*/ 12768 h 12767"/>
                <a:gd name="connsiteX4" fmla="*/ 21726 w 28115"/>
                <a:gd name="connsiteY4" fmla="*/ 12768 h 12767"/>
                <a:gd name="connsiteX5" fmla="*/ 28116 w 28115"/>
                <a:gd name="connsiteY5" fmla="*/ 6384 h 12767"/>
                <a:gd name="connsiteX6" fmla="*/ 21726 w 28115"/>
                <a:gd name="connsiteY6" fmla="*/ 0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115" h="12767">
                  <a:moveTo>
                    <a:pt x="21726" y="0"/>
                  </a:moveTo>
                  <a:lnTo>
                    <a:pt x="6390" y="0"/>
                  </a:lnTo>
                  <a:cubicBezTo>
                    <a:pt x="2556" y="0"/>
                    <a:pt x="0" y="2553"/>
                    <a:pt x="0" y="6384"/>
                  </a:cubicBezTo>
                  <a:cubicBezTo>
                    <a:pt x="0" y="10214"/>
                    <a:pt x="2556" y="12768"/>
                    <a:pt x="6390" y="12768"/>
                  </a:cubicBezTo>
                  <a:lnTo>
                    <a:pt x="21726" y="12768"/>
                  </a:lnTo>
                  <a:cubicBezTo>
                    <a:pt x="25560" y="12768"/>
                    <a:pt x="28116" y="10214"/>
                    <a:pt x="28116" y="6384"/>
                  </a:cubicBezTo>
                  <a:cubicBezTo>
                    <a:pt x="28116" y="2553"/>
                    <a:pt x="25560" y="0"/>
                    <a:pt x="21726" y="0"/>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57" name="Graphic 4">
              <a:extLst>
                <a:ext uri="{FF2B5EF4-FFF2-40B4-BE49-F238E27FC236}">
                  <a16:creationId xmlns:a16="http://schemas.microsoft.com/office/drawing/2014/main" id="{E8A49D33-B442-750F-E92C-5BDE5273C37B}"/>
                </a:ext>
              </a:extLst>
            </p:cNvPr>
            <p:cNvSpPr/>
            <p:nvPr/>
          </p:nvSpPr>
          <p:spPr>
            <a:xfrm>
              <a:off x="1620488" y="3563701"/>
              <a:ext cx="150802" cy="77884"/>
            </a:xfrm>
            <a:custGeom>
              <a:avLst/>
              <a:gdLst>
                <a:gd name="connsiteX0" fmla="*/ 94571 w 150802"/>
                <a:gd name="connsiteY0" fmla="*/ 0 h 77884"/>
                <a:gd name="connsiteX1" fmla="*/ 56231 w 150802"/>
                <a:gd name="connsiteY1" fmla="*/ 0 h 77884"/>
                <a:gd name="connsiteX2" fmla="*/ 0 w 150802"/>
                <a:gd name="connsiteY2" fmla="*/ 60010 h 77884"/>
                <a:gd name="connsiteX3" fmla="*/ 0 w 150802"/>
                <a:gd name="connsiteY3" fmla="*/ 71501 h 77884"/>
                <a:gd name="connsiteX4" fmla="*/ 6390 w 150802"/>
                <a:gd name="connsiteY4" fmla="*/ 77885 h 77884"/>
                <a:gd name="connsiteX5" fmla="*/ 12780 w 150802"/>
                <a:gd name="connsiteY5" fmla="*/ 71501 h 77884"/>
                <a:gd name="connsiteX6" fmla="*/ 12780 w 150802"/>
                <a:gd name="connsiteY6" fmla="*/ 60010 h 77884"/>
                <a:gd name="connsiteX7" fmla="*/ 56231 w 150802"/>
                <a:gd name="connsiteY7" fmla="*/ 12768 h 77884"/>
                <a:gd name="connsiteX8" fmla="*/ 94571 w 150802"/>
                <a:gd name="connsiteY8" fmla="*/ 12768 h 77884"/>
                <a:gd name="connsiteX9" fmla="*/ 138023 w 150802"/>
                <a:gd name="connsiteY9" fmla="*/ 60010 h 77884"/>
                <a:gd name="connsiteX10" fmla="*/ 138023 w 150802"/>
                <a:gd name="connsiteY10" fmla="*/ 71501 h 77884"/>
                <a:gd name="connsiteX11" fmla="*/ 144413 w 150802"/>
                <a:gd name="connsiteY11" fmla="*/ 77885 h 77884"/>
                <a:gd name="connsiteX12" fmla="*/ 150803 w 150802"/>
                <a:gd name="connsiteY12" fmla="*/ 71501 h 77884"/>
                <a:gd name="connsiteX13" fmla="*/ 150803 w 150802"/>
                <a:gd name="connsiteY13" fmla="*/ 60010 h 77884"/>
                <a:gd name="connsiteX14" fmla="*/ 94571 w 150802"/>
                <a:gd name="connsiteY14" fmla="*/ 0 h 77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50802" h="77884">
                  <a:moveTo>
                    <a:pt x="94571" y="0"/>
                  </a:moveTo>
                  <a:lnTo>
                    <a:pt x="56231" y="0"/>
                  </a:lnTo>
                  <a:cubicBezTo>
                    <a:pt x="24921" y="0"/>
                    <a:pt x="0" y="26813"/>
                    <a:pt x="0" y="60010"/>
                  </a:cubicBezTo>
                  <a:lnTo>
                    <a:pt x="0" y="71501"/>
                  </a:lnTo>
                  <a:cubicBezTo>
                    <a:pt x="0" y="75331"/>
                    <a:pt x="2556" y="77885"/>
                    <a:pt x="6390" y="77885"/>
                  </a:cubicBezTo>
                  <a:cubicBezTo>
                    <a:pt x="10224" y="77885"/>
                    <a:pt x="12780" y="75331"/>
                    <a:pt x="12780" y="71501"/>
                  </a:cubicBezTo>
                  <a:lnTo>
                    <a:pt x="12780" y="60010"/>
                  </a:lnTo>
                  <a:cubicBezTo>
                    <a:pt x="12780" y="33835"/>
                    <a:pt x="31950" y="12768"/>
                    <a:pt x="56231" y="12768"/>
                  </a:cubicBezTo>
                  <a:lnTo>
                    <a:pt x="94571" y="12768"/>
                  </a:lnTo>
                  <a:cubicBezTo>
                    <a:pt x="118853" y="12768"/>
                    <a:pt x="138023" y="33835"/>
                    <a:pt x="138023" y="60010"/>
                  </a:cubicBezTo>
                  <a:lnTo>
                    <a:pt x="138023" y="71501"/>
                  </a:lnTo>
                  <a:cubicBezTo>
                    <a:pt x="138023" y="75331"/>
                    <a:pt x="140579" y="77885"/>
                    <a:pt x="144413" y="77885"/>
                  </a:cubicBezTo>
                  <a:cubicBezTo>
                    <a:pt x="148246" y="77885"/>
                    <a:pt x="150803" y="75331"/>
                    <a:pt x="150803" y="71501"/>
                  </a:cubicBezTo>
                  <a:lnTo>
                    <a:pt x="150803" y="60010"/>
                  </a:lnTo>
                  <a:cubicBezTo>
                    <a:pt x="150803" y="26813"/>
                    <a:pt x="125243" y="0"/>
                    <a:pt x="94571" y="0"/>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grpSp>
      <p:grpSp>
        <p:nvGrpSpPr>
          <p:cNvPr id="58" name="Graphic 4">
            <a:extLst>
              <a:ext uri="{FF2B5EF4-FFF2-40B4-BE49-F238E27FC236}">
                <a16:creationId xmlns:a16="http://schemas.microsoft.com/office/drawing/2014/main" id="{DC2276F9-A523-2959-3BC3-8BECA2D99017}"/>
              </a:ext>
            </a:extLst>
          </p:cNvPr>
          <p:cNvGrpSpPr/>
          <p:nvPr/>
        </p:nvGrpSpPr>
        <p:grpSpPr>
          <a:xfrm>
            <a:off x="643631" y="1514073"/>
            <a:ext cx="731520" cy="731520"/>
            <a:chOff x="4660820" y="918179"/>
            <a:chExt cx="362312" cy="361971"/>
          </a:xfrm>
          <a:solidFill>
            <a:schemeClr val="accent6"/>
          </a:solidFill>
        </p:grpSpPr>
        <p:sp>
          <p:nvSpPr>
            <p:cNvPr id="59" name="Graphic 4">
              <a:extLst>
                <a:ext uri="{FF2B5EF4-FFF2-40B4-BE49-F238E27FC236}">
                  <a16:creationId xmlns:a16="http://schemas.microsoft.com/office/drawing/2014/main" id="{C83506BA-C0D7-60D6-EE8E-7477C6336C3E}"/>
                </a:ext>
              </a:extLst>
            </p:cNvPr>
            <p:cNvSpPr/>
            <p:nvPr/>
          </p:nvSpPr>
          <p:spPr>
            <a:xfrm>
              <a:off x="4660820" y="918179"/>
              <a:ext cx="362312" cy="361971"/>
            </a:xfrm>
            <a:custGeom>
              <a:avLst/>
              <a:gdLst>
                <a:gd name="connsiteX0" fmla="*/ 181474 w 362312"/>
                <a:gd name="connsiteY0" fmla="*/ 0 h 361971"/>
                <a:gd name="connsiteX1" fmla="*/ 0 w 362312"/>
                <a:gd name="connsiteY1" fmla="*/ 180667 h 361971"/>
                <a:gd name="connsiteX2" fmla="*/ 180835 w 362312"/>
                <a:gd name="connsiteY2" fmla="*/ 361972 h 361971"/>
                <a:gd name="connsiteX3" fmla="*/ 362309 w 362312"/>
                <a:gd name="connsiteY3" fmla="*/ 181305 h 361971"/>
                <a:gd name="connsiteX4" fmla="*/ 362309 w 362312"/>
                <a:gd name="connsiteY4" fmla="*/ 181305 h 361971"/>
                <a:gd name="connsiteX5" fmla="*/ 181474 w 362312"/>
                <a:gd name="connsiteY5" fmla="*/ 0 h 361971"/>
                <a:gd name="connsiteX6" fmla="*/ 181474 w 362312"/>
                <a:gd name="connsiteY6" fmla="*/ 349204 h 361971"/>
                <a:gd name="connsiteX7" fmla="*/ 12780 w 362312"/>
                <a:gd name="connsiteY7" fmla="*/ 181305 h 361971"/>
                <a:gd name="connsiteX8" fmla="*/ 180835 w 362312"/>
                <a:gd name="connsiteY8" fmla="*/ 12768 h 361971"/>
                <a:gd name="connsiteX9" fmla="*/ 349529 w 362312"/>
                <a:gd name="connsiteY9" fmla="*/ 180667 h 361971"/>
                <a:gd name="connsiteX10" fmla="*/ 349529 w 362312"/>
                <a:gd name="connsiteY10" fmla="*/ 180667 h 361971"/>
                <a:gd name="connsiteX11" fmla="*/ 181474 w 362312"/>
                <a:gd name="connsiteY11" fmla="*/ 349204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62312" h="361971">
                  <a:moveTo>
                    <a:pt x="181474" y="0"/>
                  </a:moveTo>
                  <a:cubicBezTo>
                    <a:pt x="81152" y="0"/>
                    <a:pt x="0" y="81077"/>
                    <a:pt x="0" y="180667"/>
                  </a:cubicBezTo>
                  <a:cubicBezTo>
                    <a:pt x="0" y="280257"/>
                    <a:pt x="81152" y="361972"/>
                    <a:pt x="180835" y="361972"/>
                  </a:cubicBezTo>
                  <a:cubicBezTo>
                    <a:pt x="280518" y="361972"/>
                    <a:pt x="362309" y="280895"/>
                    <a:pt x="362309" y="181305"/>
                  </a:cubicBezTo>
                  <a:cubicBezTo>
                    <a:pt x="362309" y="181305"/>
                    <a:pt x="362309" y="181305"/>
                    <a:pt x="362309" y="181305"/>
                  </a:cubicBezTo>
                  <a:cubicBezTo>
                    <a:pt x="362948" y="81077"/>
                    <a:pt x="281796" y="0"/>
                    <a:pt x="181474" y="0"/>
                  </a:cubicBezTo>
                  <a:close/>
                  <a:moveTo>
                    <a:pt x="181474" y="349204"/>
                  </a:moveTo>
                  <a:cubicBezTo>
                    <a:pt x="88181" y="349204"/>
                    <a:pt x="12780" y="273873"/>
                    <a:pt x="12780" y="181305"/>
                  </a:cubicBezTo>
                  <a:cubicBezTo>
                    <a:pt x="12780" y="88737"/>
                    <a:pt x="88181" y="12768"/>
                    <a:pt x="180835" y="12768"/>
                  </a:cubicBezTo>
                  <a:cubicBezTo>
                    <a:pt x="274128" y="12768"/>
                    <a:pt x="349529" y="88099"/>
                    <a:pt x="349529" y="180667"/>
                  </a:cubicBezTo>
                  <a:cubicBezTo>
                    <a:pt x="349529" y="180667"/>
                    <a:pt x="349529" y="180667"/>
                    <a:pt x="349529" y="180667"/>
                  </a:cubicBezTo>
                  <a:cubicBezTo>
                    <a:pt x="349529" y="273873"/>
                    <a:pt x="274767" y="348565"/>
                    <a:pt x="181474" y="349204"/>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60" name="Graphic 4">
              <a:extLst>
                <a:ext uri="{FF2B5EF4-FFF2-40B4-BE49-F238E27FC236}">
                  <a16:creationId xmlns:a16="http://schemas.microsoft.com/office/drawing/2014/main" id="{F898F77C-9DAA-828F-7CDE-6C00E16F2F4D}"/>
                </a:ext>
              </a:extLst>
            </p:cNvPr>
            <p:cNvSpPr/>
            <p:nvPr/>
          </p:nvSpPr>
          <p:spPr>
            <a:xfrm>
              <a:off x="4723441" y="980103"/>
              <a:ext cx="237705" cy="237484"/>
            </a:xfrm>
            <a:custGeom>
              <a:avLst/>
              <a:gdLst>
                <a:gd name="connsiteX0" fmla="*/ 231316 w 237705"/>
                <a:gd name="connsiteY0" fmla="*/ 112358 h 237484"/>
                <a:gd name="connsiteX1" fmla="*/ 213424 w 237705"/>
                <a:gd name="connsiteY1" fmla="*/ 112358 h 237484"/>
                <a:gd name="connsiteX2" fmla="*/ 125243 w 237705"/>
                <a:gd name="connsiteY2" fmla="*/ 24259 h 237484"/>
                <a:gd name="connsiteX3" fmla="*/ 125243 w 237705"/>
                <a:gd name="connsiteY3" fmla="*/ 6384 h 237484"/>
                <a:gd name="connsiteX4" fmla="*/ 118853 w 237705"/>
                <a:gd name="connsiteY4" fmla="*/ 0 h 237484"/>
                <a:gd name="connsiteX5" fmla="*/ 112463 w 237705"/>
                <a:gd name="connsiteY5" fmla="*/ 6384 h 237484"/>
                <a:gd name="connsiteX6" fmla="*/ 112463 w 237705"/>
                <a:gd name="connsiteY6" fmla="*/ 24259 h 237484"/>
                <a:gd name="connsiteX7" fmla="*/ 24282 w 237705"/>
                <a:gd name="connsiteY7" fmla="*/ 112358 h 237484"/>
                <a:gd name="connsiteX8" fmla="*/ 6390 w 237705"/>
                <a:gd name="connsiteY8" fmla="*/ 112358 h 237484"/>
                <a:gd name="connsiteX9" fmla="*/ 0 w 237705"/>
                <a:gd name="connsiteY9" fmla="*/ 118742 h 237484"/>
                <a:gd name="connsiteX10" fmla="*/ 6390 w 237705"/>
                <a:gd name="connsiteY10" fmla="*/ 125126 h 237484"/>
                <a:gd name="connsiteX11" fmla="*/ 24282 w 237705"/>
                <a:gd name="connsiteY11" fmla="*/ 125126 h 237484"/>
                <a:gd name="connsiteX12" fmla="*/ 112463 w 237705"/>
                <a:gd name="connsiteY12" fmla="*/ 213225 h 237484"/>
                <a:gd name="connsiteX13" fmla="*/ 112463 w 237705"/>
                <a:gd name="connsiteY13" fmla="*/ 231100 h 237484"/>
                <a:gd name="connsiteX14" fmla="*/ 118853 w 237705"/>
                <a:gd name="connsiteY14" fmla="*/ 237484 h 237484"/>
                <a:gd name="connsiteX15" fmla="*/ 125243 w 237705"/>
                <a:gd name="connsiteY15" fmla="*/ 231100 h 237484"/>
                <a:gd name="connsiteX16" fmla="*/ 125243 w 237705"/>
                <a:gd name="connsiteY16" fmla="*/ 213225 h 237484"/>
                <a:gd name="connsiteX17" fmla="*/ 213424 w 237705"/>
                <a:gd name="connsiteY17" fmla="*/ 125126 h 237484"/>
                <a:gd name="connsiteX18" fmla="*/ 231316 w 237705"/>
                <a:gd name="connsiteY18" fmla="*/ 125126 h 237484"/>
                <a:gd name="connsiteX19" fmla="*/ 237706 w 237705"/>
                <a:gd name="connsiteY19" fmla="*/ 118742 h 237484"/>
                <a:gd name="connsiteX20" fmla="*/ 231316 w 237705"/>
                <a:gd name="connsiteY20" fmla="*/ 112358 h 237484"/>
                <a:gd name="connsiteX21" fmla="*/ 231316 w 237705"/>
                <a:gd name="connsiteY21" fmla="*/ 112358 h 237484"/>
                <a:gd name="connsiteX22" fmla="*/ 200644 w 237705"/>
                <a:gd name="connsiteY22" fmla="*/ 112358 h 237484"/>
                <a:gd name="connsiteX23" fmla="*/ 173167 w 237705"/>
                <a:gd name="connsiteY23" fmla="*/ 112358 h 237484"/>
                <a:gd name="connsiteX24" fmla="*/ 125243 w 237705"/>
                <a:gd name="connsiteY24" fmla="*/ 64478 h 237484"/>
                <a:gd name="connsiteX25" fmla="*/ 125243 w 237705"/>
                <a:gd name="connsiteY25" fmla="*/ 37027 h 237484"/>
                <a:gd name="connsiteX26" fmla="*/ 200644 w 237705"/>
                <a:gd name="connsiteY26" fmla="*/ 112358 h 237484"/>
                <a:gd name="connsiteX27" fmla="*/ 112463 w 237705"/>
                <a:gd name="connsiteY27" fmla="*/ 112358 h 237484"/>
                <a:gd name="connsiteX28" fmla="*/ 77318 w 237705"/>
                <a:gd name="connsiteY28" fmla="*/ 112358 h 237484"/>
                <a:gd name="connsiteX29" fmla="*/ 112463 w 237705"/>
                <a:gd name="connsiteY29" fmla="*/ 77246 h 237484"/>
                <a:gd name="connsiteX30" fmla="*/ 112463 w 237705"/>
                <a:gd name="connsiteY30" fmla="*/ 112358 h 237484"/>
                <a:gd name="connsiteX31" fmla="*/ 112463 w 237705"/>
                <a:gd name="connsiteY31" fmla="*/ 125126 h 237484"/>
                <a:gd name="connsiteX32" fmla="*/ 112463 w 237705"/>
                <a:gd name="connsiteY32" fmla="*/ 160238 h 237484"/>
                <a:gd name="connsiteX33" fmla="*/ 77318 w 237705"/>
                <a:gd name="connsiteY33" fmla="*/ 125126 h 237484"/>
                <a:gd name="connsiteX34" fmla="*/ 112463 w 237705"/>
                <a:gd name="connsiteY34" fmla="*/ 125126 h 237484"/>
                <a:gd name="connsiteX35" fmla="*/ 125243 w 237705"/>
                <a:gd name="connsiteY35" fmla="*/ 125126 h 237484"/>
                <a:gd name="connsiteX36" fmla="*/ 160387 w 237705"/>
                <a:gd name="connsiteY36" fmla="*/ 125126 h 237484"/>
                <a:gd name="connsiteX37" fmla="*/ 125243 w 237705"/>
                <a:gd name="connsiteY37" fmla="*/ 160238 h 237484"/>
                <a:gd name="connsiteX38" fmla="*/ 125243 w 237705"/>
                <a:gd name="connsiteY38" fmla="*/ 125126 h 237484"/>
                <a:gd name="connsiteX39" fmla="*/ 125243 w 237705"/>
                <a:gd name="connsiteY39" fmla="*/ 112358 h 237484"/>
                <a:gd name="connsiteX40" fmla="*/ 125243 w 237705"/>
                <a:gd name="connsiteY40" fmla="*/ 77246 h 237484"/>
                <a:gd name="connsiteX41" fmla="*/ 160387 w 237705"/>
                <a:gd name="connsiteY41" fmla="*/ 112358 h 237484"/>
                <a:gd name="connsiteX42" fmla="*/ 125243 w 237705"/>
                <a:gd name="connsiteY42" fmla="*/ 112358 h 237484"/>
                <a:gd name="connsiteX43" fmla="*/ 112463 w 237705"/>
                <a:gd name="connsiteY43" fmla="*/ 37027 h 237484"/>
                <a:gd name="connsiteX44" fmla="*/ 112463 w 237705"/>
                <a:gd name="connsiteY44" fmla="*/ 64478 h 237484"/>
                <a:gd name="connsiteX45" fmla="*/ 64538 w 237705"/>
                <a:gd name="connsiteY45" fmla="*/ 112358 h 237484"/>
                <a:gd name="connsiteX46" fmla="*/ 37062 w 237705"/>
                <a:gd name="connsiteY46" fmla="*/ 112358 h 237484"/>
                <a:gd name="connsiteX47" fmla="*/ 112463 w 237705"/>
                <a:gd name="connsiteY47" fmla="*/ 37027 h 237484"/>
                <a:gd name="connsiteX48" fmla="*/ 112463 w 237705"/>
                <a:gd name="connsiteY48" fmla="*/ 37027 h 237484"/>
                <a:gd name="connsiteX49" fmla="*/ 37062 w 237705"/>
                <a:gd name="connsiteY49" fmla="*/ 125126 h 237484"/>
                <a:gd name="connsiteX50" fmla="*/ 64538 w 237705"/>
                <a:gd name="connsiteY50" fmla="*/ 125126 h 237484"/>
                <a:gd name="connsiteX51" fmla="*/ 112463 w 237705"/>
                <a:gd name="connsiteY51" fmla="*/ 173006 h 237484"/>
                <a:gd name="connsiteX52" fmla="*/ 112463 w 237705"/>
                <a:gd name="connsiteY52" fmla="*/ 200457 h 237484"/>
                <a:gd name="connsiteX53" fmla="*/ 37062 w 237705"/>
                <a:gd name="connsiteY53" fmla="*/ 125126 h 237484"/>
                <a:gd name="connsiteX54" fmla="*/ 125243 w 237705"/>
                <a:gd name="connsiteY54" fmla="*/ 200457 h 237484"/>
                <a:gd name="connsiteX55" fmla="*/ 125243 w 237705"/>
                <a:gd name="connsiteY55" fmla="*/ 173006 h 237484"/>
                <a:gd name="connsiteX56" fmla="*/ 173167 w 237705"/>
                <a:gd name="connsiteY56" fmla="*/ 125126 h 237484"/>
                <a:gd name="connsiteX57" fmla="*/ 200644 w 237705"/>
                <a:gd name="connsiteY57" fmla="*/ 125126 h 237484"/>
                <a:gd name="connsiteX58" fmla="*/ 125243 w 237705"/>
                <a:gd name="connsiteY58" fmla="*/ 200457 h 237484"/>
                <a:gd name="connsiteX59" fmla="*/ 125243 w 237705"/>
                <a:gd name="connsiteY59" fmla="*/ 200457 h 237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237705" h="237484">
                  <a:moveTo>
                    <a:pt x="231316" y="112358"/>
                  </a:moveTo>
                  <a:lnTo>
                    <a:pt x="213424" y="112358"/>
                  </a:lnTo>
                  <a:cubicBezTo>
                    <a:pt x="210229" y="65117"/>
                    <a:pt x="172528" y="27451"/>
                    <a:pt x="125243" y="24259"/>
                  </a:cubicBezTo>
                  <a:lnTo>
                    <a:pt x="125243" y="6384"/>
                  </a:lnTo>
                  <a:cubicBezTo>
                    <a:pt x="125243" y="2554"/>
                    <a:pt x="122687" y="0"/>
                    <a:pt x="118853" y="0"/>
                  </a:cubicBezTo>
                  <a:cubicBezTo>
                    <a:pt x="115019" y="0"/>
                    <a:pt x="112463" y="2554"/>
                    <a:pt x="112463" y="6384"/>
                  </a:cubicBezTo>
                  <a:lnTo>
                    <a:pt x="112463" y="24259"/>
                  </a:lnTo>
                  <a:cubicBezTo>
                    <a:pt x="65177" y="27451"/>
                    <a:pt x="27477" y="65117"/>
                    <a:pt x="24282" y="112358"/>
                  </a:cubicBezTo>
                  <a:lnTo>
                    <a:pt x="6390" y="112358"/>
                  </a:lnTo>
                  <a:cubicBezTo>
                    <a:pt x="2556" y="112358"/>
                    <a:pt x="0" y="114912"/>
                    <a:pt x="0" y="118742"/>
                  </a:cubicBezTo>
                  <a:cubicBezTo>
                    <a:pt x="0" y="122573"/>
                    <a:pt x="2556" y="125126"/>
                    <a:pt x="6390" y="125126"/>
                  </a:cubicBezTo>
                  <a:lnTo>
                    <a:pt x="24282" y="125126"/>
                  </a:lnTo>
                  <a:cubicBezTo>
                    <a:pt x="27477" y="172368"/>
                    <a:pt x="65177" y="210033"/>
                    <a:pt x="112463" y="213225"/>
                  </a:cubicBezTo>
                  <a:lnTo>
                    <a:pt x="112463" y="231100"/>
                  </a:lnTo>
                  <a:cubicBezTo>
                    <a:pt x="112463" y="234931"/>
                    <a:pt x="115019" y="237484"/>
                    <a:pt x="118853" y="237484"/>
                  </a:cubicBezTo>
                  <a:cubicBezTo>
                    <a:pt x="122687" y="237484"/>
                    <a:pt x="125243" y="234931"/>
                    <a:pt x="125243" y="231100"/>
                  </a:cubicBezTo>
                  <a:lnTo>
                    <a:pt x="125243" y="213225"/>
                  </a:lnTo>
                  <a:cubicBezTo>
                    <a:pt x="172528" y="210033"/>
                    <a:pt x="210229" y="172368"/>
                    <a:pt x="213424" y="125126"/>
                  </a:cubicBezTo>
                  <a:lnTo>
                    <a:pt x="231316" y="125126"/>
                  </a:lnTo>
                  <a:cubicBezTo>
                    <a:pt x="235150" y="125126"/>
                    <a:pt x="237706" y="122573"/>
                    <a:pt x="237706" y="118742"/>
                  </a:cubicBezTo>
                  <a:cubicBezTo>
                    <a:pt x="237706" y="114912"/>
                    <a:pt x="234511" y="112358"/>
                    <a:pt x="231316" y="112358"/>
                  </a:cubicBezTo>
                  <a:lnTo>
                    <a:pt x="231316" y="112358"/>
                  </a:lnTo>
                  <a:close/>
                  <a:moveTo>
                    <a:pt x="200644" y="112358"/>
                  </a:moveTo>
                  <a:lnTo>
                    <a:pt x="173167" y="112358"/>
                  </a:lnTo>
                  <a:cubicBezTo>
                    <a:pt x="169972" y="87461"/>
                    <a:pt x="150164" y="67670"/>
                    <a:pt x="125243" y="64478"/>
                  </a:cubicBezTo>
                  <a:lnTo>
                    <a:pt x="125243" y="37027"/>
                  </a:lnTo>
                  <a:cubicBezTo>
                    <a:pt x="165499" y="40219"/>
                    <a:pt x="197449" y="72139"/>
                    <a:pt x="200644" y="112358"/>
                  </a:cubicBezTo>
                  <a:close/>
                  <a:moveTo>
                    <a:pt x="112463" y="112358"/>
                  </a:moveTo>
                  <a:lnTo>
                    <a:pt x="77318" y="112358"/>
                  </a:lnTo>
                  <a:cubicBezTo>
                    <a:pt x="79874" y="94483"/>
                    <a:pt x="93932" y="80438"/>
                    <a:pt x="112463" y="77246"/>
                  </a:cubicBezTo>
                  <a:lnTo>
                    <a:pt x="112463" y="112358"/>
                  </a:lnTo>
                  <a:close/>
                  <a:moveTo>
                    <a:pt x="112463" y="125126"/>
                  </a:moveTo>
                  <a:lnTo>
                    <a:pt x="112463" y="160238"/>
                  </a:lnTo>
                  <a:cubicBezTo>
                    <a:pt x="94571" y="157684"/>
                    <a:pt x="80513" y="143640"/>
                    <a:pt x="77318" y="125126"/>
                  </a:cubicBezTo>
                  <a:lnTo>
                    <a:pt x="112463" y="125126"/>
                  </a:lnTo>
                  <a:close/>
                  <a:moveTo>
                    <a:pt x="125243" y="125126"/>
                  </a:moveTo>
                  <a:lnTo>
                    <a:pt x="160387" y="125126"/>
                  </a:lnTo>
                  <a:cubicBezTo>
                    <a:pt x="157832" y="143001"/>
                    <a:pt x="143774" y="157046"/>
                    <a:pt x="125243" y="160238"/>
                  </a:cubicBezTo>
                  <a:lnTo>
                    <a:pt x="125243" y="125126"/>
                  </a:lnTo>
                  <a:close/>
                  <a:moveTo>
                    <a:pt x="125243" y="112358"/>
                  </a:moveTo>
                  <a:lnTo>
                    <a:pt x="125243" y="77246"/>
                  </a:lnTo>
                  <a:cubicBezTo>
                    <a:pt x="143134" y="79800"/>
                    <a:pt x="157192" y="93845"/>
                    <a:pt x="160387" y="112358"/>
                  </a:cubicBezTo>
                  <a:lnTo>
                    <a:pt x="125243" y="112358"/>
                  </a:lnTo>
                  <a:close/>
                  <a:moveTo>
                    <a:pt x="112463" y="37027"/>
                  </a:moveTo>
                  <a:lnTo>
                    <a:pt x="112463" y="64478"/>
                  </a:lnTo>
                  <a:cubicBezTo>
                    <a:pt x="87542" y="67670"/>
                    <a:pt x="67733" y="87461"/>
                    <a:pt x="64538" y="112358"/>
                  </a:cubicBezTo>
                  <a:lnTo>
                    <a:pt x="37062" y="112358"/>
                  </a:lnTo>
                  <a:cubicBezTo>
                    <a:pt x="40257" y="72139"/>
                    <a:pt x="72206" y="40219"/>
                    <a:pt x="112463" y="37027"/>
                  </a:cubicBezTo>
                  <a:lnTo>
                    <a:pt x="112463" y="37027"/>
                  </a:lnTo>
                  <a:close/>
                  <a:moveTo>
                    <a:pt x="37062" y="125126"/>
                  </a:moveTo>
                  <a:lnTo>
                    <a:pt x="64538" y="125126"/>
                  </a:lnTo>
                  <a:cubicBezTo>
                    <a:pt x="67733" y="150024"/>
                    <a:pt x="87542" y="169814"/>
                    <a:pt x="112463" y="173006"/>
                  </a:cubicBezTo>
                  <a:lnTo>
                    <a:pt x="112463" y="200457"/>
                  </a:lnTo>
                  <a:cubicBezTo>
                    <a:pt x="72206" y="197265"/>
                    <a:pt x="40257" y="165345"/>
                    <a:pt x="37062" y="125126"/>
                  </a:cubicBezTo>
                  <a:close/>
                  <a:moveTo>
                    <a:pt x="125243" y="200457"/>
                  </a:moveTo>
                  <a:lnTo>
                    <a:pt x="125243" y="173006"/>
                  </a:lnTo>
                  <a:cubicBezTo>
                    <a:pt x="150164" y="169814"/>
                    <a:pt x="169972" y="150024"/>
                    <a:pt x="173167" y="125126"/>
                  </a:cubicBezTo>
                  <a:lnTo>
                    <a:pt x="200644" y="125126"/>
                  </a:lnTo>
                  <a:cubicBezTo>
                    <a:pt x="197449" y="165345"/>
                    <a:pt x="165499" y="197265"/>
                    <a:pt x="125243" y="200457"/>
                  </a:cubicBezTo>
                  <a:lnTo>
                    <a:pt x="125243" y="200457"/>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grpSp>
      <p:sp>
        <p:nvSpPr>
          <p:cNvPr id="11" name="Rectangle 10">
            <a:extLst>
              <a:ext uri="{FF2B5EF4-FFF2-40B4-BE49-F238E27FC236}">
                <a16:creationId xmlns:a16="http://schemas.microsoft.com/office/drawing/2014/main" id="{7BBC0470-366F-23B2-E2D1-1625B7E80884}"/>
              </a:ext>
            </a:extLst>
          </p:cNvPr>
          <p:cNvSpPr/>
          <p:nvPr/>
        </p:nvSpPr>
        <p:spPr bwMode="gray">
          <a:xfrm>
            <a:off x="7050406" y="106318"/>
            <a:ext cx="2505075" cy="334099"/>
          </a:xfrm>
          <a:prstGeom prst="rect">
            <a:avLst/>
          </a:prstGeom>
          <a:solidFill>
            <a:srgbClr val="ED8B0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b="1">
                <a:solidFill>
                  <a:schemeClr val="bg1"/>
                </a:solidFill>
              </a:rPr>
              <a:t>Target client: TBD</a:t>
            </a:r>
          </a:p>
        </p:txBody>
      </p:sp>
      <p:sp>
        <p:nvSpPr>
          <p:cNvPr id="12" name="Rectangle 11">
            <a:extLst>
              <a:ext uri="{FF2B5EF4-FFF2-40B4-BE49-F238E27FC236}">
                <a16:creationId xmlns:a16="http://schemas.microsoft.com/office/drawing/2014/main" id="{E24D58EB-2843-7AE2-F6EE-469236BD9F35}"/>
              </a:ext>
            </a:extLst>
          </p:cNvPr>
          <p:cNvSpPr/>
          <p:nvPr/>
        </p:nvSpPr>
        <p:spPr bwMode="gray">
          <a:xfrm>
            <a:off x="9555481" y="106318"/>
            <a:ext cx="2505075" cy="334099"/>
          </a:xfrm>
          <a:prstGeom prst="rect">
            <a:avLst/>
          </a:prstGeom>
          <a:solidFill>
            <a:schemeClr val="accent1"/>
          </a:solidFill>
          <a:ln w="19050" algn="ctr">
            <a:noFill/>
            <a:miter lim="800000"/>
            <a:headEnd/>
            <a:tailEnd/>
          </a:ln>
        </p:spPr>
        <p:txBody>
          <a:bodyPr wrap="square" lIns="0" tIns="88900" rIns="0" bIns="88900" rtlCol="0" anchor="ctr"/>
          <a:lstStyle/>
          <a:p>
            <a:pPr algn="ctr">
              <a:lnSpc>
                <a:spcPct val="106000"/>
              </a:lnSpc>
              <a:buFont typeface="Wingdings 2" pitchFamily="18" charset="2"/>
              <a:buNone/>
            </a:pPr>
            <a:r>
              <a:rPr lang="en-US" sz="1400">
                <a:solidFill>
                  <a:schemeClr val="bg1"/>
                </a:solidFill>
              </a:rPr>
              <a:t>Team: Ankur Saxena | Will Ahl</a:t>
            </a:r>
          </a:p>
        </p:txBody>
      </p:sp>
      <p:pic>
        <p:nvPicPr>
          <p:cNvPr id="6" name="Picture 3" descr="3 ways Amazon can address its web service data risk – and what others ...">
            <a:extLst>
              <a:ext uri="{FF2B5EF4-FFF2-40B4-BE49-F238E27FC236}">
                <a16:creationId xmlns:a16="http://schemas.microsoft.com/office/drawing/2014/main" id="{3F4CB2F4-7475-D01E-C5D1-D11A75E3C57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037841" y="4753261"/>
            <a:ext cx="647700" cy="38862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5" descr="Google logo | Logok">
            <a:extLst>
              <a:ext uri="{FF2B5EF4-FFF2-40B4-BE49-F238E27FC236}">
                <a16:creationId xmlns:a16="http://schemas.microsoft.com/office/drawing/2014/main" id="{86F922CC-E740-CA1B-A915-E567D04C7E76}"/>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a:stretch/>
        </p:blipFill>
        <p:spPr bwMode="auto">
          <a:xfrm>
            <a:off x="2036302" y="5327960"/>
            <a:ext cx="673298" cy="5385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84332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Deloitte Brand Theme">
  <a:themeElements>
    <a:clrScheme name="Deloitte US Color1">
      <a:dk1>
        <a:sysClr val="windowText" lastClr="000000"/>
      </a:dk1>
      <a:lt1>
        <a:sysClr val="window" lastClr="FFFFFF"/>
      </a:lt1>
      <a:dk2>
        <a:srgbClr val="53565A"/>
      </a:dk2>
      <a:lt2>
        <a:srgbClr val="D0D0CE"/>
      </a:lt2>
      <a:accent1>
        <a:srgbClr val="86BC25"/>
      </a:accent1>
      <a:accent2>
        <a:srgbClr val="046A38"/>
      </a:accent2>
      <a:accent3>
        <a:srgbClr val="62B5E5"/>
      </a:accent3>
      <a:accent4>
        <a:srgbClr val="012169"/>
      </a:accent4>
      <a:accent5>
        <a:srgbClr val="0097A9"/>
      </a:accent5>
      <a:accent6>
        <a:srgbClr val="75787B"/>
      </a:accent6>
      <a:hlink>
        <a:srgbClr val="00A3E0"/>
      </a:hlink>
      <a:folHlink>
        <a:srgbClr val="53565A"/>
      </a:folHlink>
    </a:clrScheme>
    <a:fontScheme name="Custom 2">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smtClean="0">
            <a:solidFill>
              <a:srgbClr val="31313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Deloitte Brand Theme" id="{7F8E7B9C-D1E6-4EAB-A888-5889AFAC97F5}" vid="{EE3CB14B-24FA-49D6-9FDE-EB9FB3296A69}"/>
    </a:ext>
  </a:extLst>
</a:theme>
</file>

<file path=ppt/theme/theme2.xml><?xml version="1.0" encoding="utf-8"?>
<a:theme xmlns:a="http://schemas.openxmlformats.org/drawingml/2006/main" name="2_Deloitte Brand Theme">
  <a:themeElements>
    <a:clrScheme name="Custom 3">
      <a:dk1>
        <a:sysClr val="windowText" lastClr="000000"/>
      </a:dk1>
      <a:lt1>
        <a:sysClr val="window" lastClr="FFFFFF"/>
      </a:lt1>
      <a:dk2>
        <a:srgbClr val="53565A"/>
      </a:dk2>
      <a:lt2>
        <a:srgbClr val="D0D0CE"/>
      </a:lt2>
      <a:accent1>
        <a:srgbClr val="86BC25"/>
      </a:accent1>
      <a:accent2>
        <a:srgbClr val="43B02A"/>
      </a:accent2>
      <a:accent3>
        <a:srgbClr val="26890D"/>
      </a:accent3>
      <a:accent4>
        <a:srgbClr val="046A38"/>
      </a:accent4>
      <a:accent5>
        <a:srgbClr val="0D8390"/>
      </a:accent5>
      <a:accent6>
        <a:srgbClr val="007CB0"/>
      </a:accent6>
      <a:hlink>
        <a:srgbClr val="00A3E0"/>
      </a:hlink>
      <a:folHlink>
        <a:srgbClr val="7F7F7F"/>
      </a:folHlink>
    </a:clrScheme>
    <a:fontScheme name="Custom 2">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smtClean="0">
            <a:solidFill>
              <a:srgbClr val="31313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Deloitte Brand Theme" id="{7F8E7B9C-D1E6-4EAB-A888-5889AFAC97F5}" vid="{EE3CB14B-24FA-49D6-9FDE-EB9FB3296A69}"/>
    </a:ext>
  </a:extLst>
</a:theme>
</file>

<file path=ppt/theme/theme3.xml><?xml version="1.0" encoding="utf-8"?>
<a:theme xmlns:a="http://schemas.openxmlformats.org/drawingml/2006/main" name="1_Deloitte Brand Theme">
  <a:themeElements>
    <a:clrScheme name="Custom 3">
      <a:dk1>
        <a:sysClr val="windowText" lastClr="000000"/>
      </a:dk1>
      <a:lt1>
        <a:sysClr val="window" lastClr="FFFFFF"/>
      </a:lt1>
      <a:dk2>
        <a:srgbClr val="53565A"/>
      </a:dk2>
      <a:lt2>
        <a:srgbClr val="D0D0CE"/>
      </a:lt2>
      <a:accent1>
        <a:srgbClr val="86BC25"/>
      </a:accent1>
      <a:accent2>
        <a:srgbClr val="43B02A"/>
      </a:accent2>
      <a:accent3>
        <a:srgbClr val="26890D"/>
      </a:accent3>
      <a:accent4>
        <a:srgbClr val="046A38"/>
      </a:accent4>
      <a:accent5>
        <a:srgbClr val="0D8390"/>
      </a:accent5>
      <a:accent6>
        <a:srgbClr val="007CB0"/>
      </a:accent6>
      <a:hlink>
        <a:srgbClr val="00A3E0"/>
      </a:hlink>
      <a:folHlink>
        <a:srgbClr val="7F7F7F"/>
      </a:folHlink>
    </a:clrScheme>
    <a:fontScheme name="Custom 2">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smtClean="0">
            <a:solidFill>
              <a:srgbClr val="31313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Deloitte Brand Theme" id="{7F8E7B9C-D1E6-4EAB-A888-5889AFAC97F5}" vid="{EE3CB14B-24FA-49D6-9FDE-EB9FB3296A69}"/>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216FA29F310CEA4A92E7055778740EF9" ma:contentTypeVersion="3" ma:contentTypeDescription="Crear nuevo documento." ma:contentTypeScope="" ma:versionID="6434e39657608d9e2815aff4bbdc6824">
  <xsd:schema xmlns:xsd="http://www.w3.org/2001/XMLSchema" xmlns:xs="http://www.w3.org/2001/XMLSchema" xmlns:p="http://schemas.microsoft.com/office/2006/metadata/properties" xmlns:ns2="da3482d0-81c1-4135-8399-90eebe419dbb" targetNamespace="http://schemas.microsoft.com/office/2006/metadata/properties" ma:root="true" ma:fieldsID="d96165a36436cef3f51f92079d6e8c94" ns2:_="">
    <xsd:import namespace="da3482d0-81c1-4135-8399-90eebe419dbb"/>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a3482d0-81c1-4135-8399-90eebe419db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68E95679-2F30-4E79-AED0-5C244B309604}"/>
</file>

<file path=customXml/itemProps2.xml><?xml version="1.0" encoding="utf-8"?>
<ds:datastoreItem xmlns:ds="http://schemas.openxmlformats.org/officeDocument/2006/customXml" ds:itemID="{3AB3C82F-33B1-4A87-A8FB-E3A253184B17}">
  <ds:schemaRefs>
    <ds:schemaRef ds:uri="http://schemas.microsoft.com/sharepoint/v3/contenttype/forms"/>
  </ds:schemaRefs>
</ds:datastoreItem>
</file>

<file path=customXml/itemProps3.xml><?xml version="1.0" encoding="utf-8"?>
<ds:datastoreItem xmlns:ds="http://schemas.openxmlformats.org/officeDocument/2006/customXml" ds:itemID="{8848BE13-4F3C-41ED-8B80-E5AC16AC7691}">
  <ds:schemaRefs>
    <ds:schemaRef ds:uri="http://schemas.microsoft.com/office/infopath/2007/PartnerControls"/>
    <ds:schemaRef ds:uri="http://purl.org/dc/dcmitype/"/>
    <ds:schemaRef ds:uri="http://www.w3.org/XML/1998/namespace"/>
    <ds:schemaRef ds:uri="http://schemas.microsoft.com/office/2006/documentManagement/types"/>
    <ds:schemaRef ds:uri="http://schemas.microsoft.com/office/2006/metadata/properties"/>
    <ds:schemaRef ds:uri="http://purl.org/dc/terms/"/>
    <ds:schemaRef ds:uri="http://purl.org/dc/elements/1.1/"/>
    <ds:schemaRef ds:uri="http://schemas.openxmlformats.org/package/2006/metadata/core-properties"/>
    <ds:schemaRef ds:uri="fea8ac73-90e4-432c-b893-d481c4dd49ac"/>
    <ds:schemaRef ds:uri="05194344-b16b-4cdd-919b-7d2c10957e46"/>
  </ds:schemaRefs>
</ds:datastoreItem>
</file>

<file path=docMetadata/LabelInfo.xml><?xml version="1.0" encoding="utf-8"?>
<clbl:labelList xmlns:clbl="http://schemas.microsoft.com/office/2020/mipLabelMetadata">
  <clbl:label id="{ea60d57e-af5b-4752-ac57-3e4f28ca11dc}" enabled="1" method="Standard" siteId="{36da45f1-dd2c-4d1f-af13-5abe46b99921}" removed="0"/>
</clbl:labelList>
</file>

<file path=docProps/app.xml><?xml version="1.0" encoding="utf-8"?>
<Properties xmlns="http://schemas.openxmlformats.org/officeDocument/2006/extended-properties" xmlns:vt="http://schemas.openxmlformats.org/officeDocument/2006/docPropsVTypes">
  <TotalTime>0</TotalTime>
  <Words>4861</Words>
  <Application>Microsoft Office PowerPoint</Application>
  <PresentationFormat>Widescreen</PresentationFormat>
  <Paragraphs>724</Paragraphs>
  <Slides>19</Slides>
  <Notes>15</Notes>
  <HiddenSlides>0</HiddenSlides>
  <MMClips>0</MMClips>
  <ScaleCrop>false</ScaleCrop>
  <HeadingPairs>
    <vt:vector size="8" baseType="variant">
      <vt:variant>
        <vt:lpstr>Fonts Used</vt:lpstr>
      </vt:variant>
      <vt:variant>
        <vt:i4>12</vt:i4>
      </vt:variant>
      <vt:variant>
        <vt:lpstr>Theme</vt:lpstr>
      </vt:variant>
      <vt:variant>
        <vt:i4>3</vt:i4>
      </vt:variant>
      <vt:variant>
        <vt:lpstr>Embedded OLE Servers</vt:lpstr>
      </vt:variant>
      <vt:variant>
        <vt:i4>2</vt:i4>
      </vt:variant>
      <vt:variant>
        <vt:lpstr>Slide Titles</vt:lpstr>
      </vt:variant>
      <vt:variant>
        <vt:i4>19</vt:i4>
      </vt:variant>
    </vt:vector>
  </HeadingPairs>
  <TitlesOfParts>
    <vt:vector size="36" baseType="lpstr">
      <vt:lpstr>Aptos</vt:lpstr>
      <vt:lpstr>Arial</vt:lpstr>
      <vt:lpstr>Calibri</vt:lpstr>
      <vt:lpstr>Calibri Light</vt:lpstr>
      <vt:lpstr>Nexa Black</vt:lpstr>
      <vt:lpstr>Noto Sans Symbols</vt:lpstr>
      <vt:lpstr>Open Sans</vt:lpstr>
      <vt:lpstr>Open Sans Light</vt:lpstr>
      <vt:lpstr>Open Sans SemiBold</vt:lpstr>
      <vt:lpstr>Verdana</vt:lpstr>
      <vt:lpstr>Wingdings</vt:lpstr>
      <vt:lpstr>Wingdings 2</vt:lpstr>
      <vt:lpstr>Deloitte Brand Theme</vt:lpstr>
      <vt:lpstr>2_Deloitte Brand Theme</vt:lpstr>
      <vt:lpstr>1_Deloitte Brand Theme</vt:lpstr>
      <vt:lpstr>think-cell Slide</vt:lpstr>
      <vt:lpstr>think-cell Folie</vt:lpstr>
      <vt:lpstr>FinanceAI Use Case Overview</vt:lpstr>
      <vt:lpstr>From Use Cases to End-to-End Finance Transformation</vt:lpstr>
      <vt:lpstr>Finance Use Cases (1 of 2)</vt:lpstr>
      <vt:lpstr>Finance Use Cases (2 of 2)</vt:lpstr>
      <vt:lpstr>From Discrete Use Cases to End-to-End Finance Transformation with AI</vt:lpstr>
      <vt:lpstr>PowerPoint Presentation</vt:lpstr>
      <vt:lpstr>Finance taxonomy</vt:lpstr>
      <vt:lpstr>Generative AI for Process Automation</vt:lpstr>
      <vt:lpstr>Corporate Finance – AI Use Case Overview &amp; Opportunities for Generative AI </vt:lpstr>
      <vt:lpstr>What We Sell Strategy</vt:lpstr>
      <vt:lpstr>Corporate Finance – Generative AI Improvement Opportunity Examples</vt:lpstr>
      <vt:lpstr>Deep-Dive into Select Gen AI Applications in Finance</vt:lpstr>
      <vt:lpstr>F&amp;P Priority Use Cases </vt:lpstr>
      <vt:lpstr>Proof of Concept | FinanceAI Insights Platform</vt:lpstr>
      <vt:lpstr>Proof of Concept | Mgmt Reporting – Actuals, Plan, Variance + Commentary production</vt:lpstr>
      <vt:lpstr>Proof of Concept | Shared Services Interaction Layer – Intake / Automation</vt:lpstr>
      <vt:lpstr>Proof of Concept | Forecasting &amp; Scenario Modeling – Automated / On Demand</vt:lpstr>
      <vt:lpstr>Proof of Concept | Journal Entry Automation </vt:lpstr>
      <vt:lpstr>Proof of Concept | Investor Relations Analyst Augmentation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2026-06-20T12:05:46Z</dcterms:created>
  <dcterms:modified xsi:type="dcterms:W3CDTF">2026-06-26T11:50:19Z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0x010100216FA29F310CEA4A92E7055778740EF9</vt:lpwstr>
  </property>
  <property fmtid="{D5CDD505-2E9C-101B-9397-08002B2CF9AE}" pid="3" name="MediaServiceImageTags">
    <vt:lpwstr/>
  </property>
</Properties>
</file>